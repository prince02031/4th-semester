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2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20.xml" ContentType="application/vnd.openxmlformats-officedocument.presentationml.notesSlide+xml"/>
  <Override PartName="/ppt/tableStyles.xml" ContentType="application/vnd.openxmlformats-officedocument.presentationml.tableStyles+xml"/>
  <Override PartName="/ppt/slides/slide32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35.xml" ContentType="application/vnd.openxmlformats-officedocument.presentationml.notesSlide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08c80f0528444e9" /><Relationship Type="http://schemas.openxmlformats.org/package/2006/relationships/metadata/core-properties" Target="/docProps/core.xml" Id="Rf1a17d0dac8f4bc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5a2f259bbd6d4303"/>
    <p:sldMasterId id="2147483660" r:id="R9637fb792b5243ff"/>
    <p:sldMasterId id="2147483672" r:id="R292bac2f1e65475c"/>
  </p:sldMasterIdLst>
  <p:notesMasterIdLst>
    <p:notesMasterId r:id="Rd14c691730ba4be6"/>
  </p:notesMasterIdLst>
  <p:sldIdLst>
    <p:sldId id="256" r:id="Rcccba59903f74fb1"/>
    <p:sldId id="257" r:id="R1f1d76f2a6764802"/>
    <p:sldId id="258" r:id="Rc0e7de83e5264335"/>
    <p:sldId id="259" r:id="R44fc1bd6221f41ac"/>
    <p:sldId id="260" r:id="Rf76f66082f4c47cc"/>
    <p:sldId id="261" r:id="R182d0fc36ae6454a"/>
    <p:sldId id="262" r:id="R341eafb4938c4d5f"/>
    <p:sldId id="263" r:id="Rd3f64b8b71c345dc"/>
    <p:sldId id="264" r:id="Rbd0a19227bb742d7"/>
    <p:sldId id="265" r:id="R588113d4863047b6"/>
    <p:sldId id="266" r:id="R585b617b888d43e7"/>
    <p:sldId id="267" r:id="R98856ef490f5465c"/>
    <p:sldId id="268" r:id="R0f402aabc2bc40bf"/>
    <p:sldId id="269" r:id="Rf25aba8809bd40b8"/>
    <p:sldId id="270" r:id="R871a531cfb4044ec"/>
    <p:sldId id="271" r:id="R21e70ebaf6524ee1"/>
    <p:sldId id="272" r:id="Rabf24dd12093484a"/>
    <p:sldId id="273" r:id="R3cf99c71a3254dd7"/>
    <p:sldId id="274" r:id="Rb8360b5cd52747ad"/>
    <p:sldId id="275" r:id="R29a73ffe34404e4f"/>
    <p:sldId id="276" r:id="R5d4db1b1a4784f0a"/>
    <p:sldId id="277" r:id="R29c258d6387b47a8"/>
    <p:sldId id="278" r:id="Rb3e6e46b6b2d4c2c"/>
    <p:sldId id="279" r:id="Rd0926a06e1c348ba"/>
    <p:sldId id="280" r:id="Raaf8fc94847b497b"/>
    <p:sldId id="281" r:id="Rd92a526cebd545ff"/>
    <p:sldId id="282" r:id="R16602254ef254ece"/>
    <p:sldId id="283" r:id="Rce1dc88bb6a54ae2"/>
    <p:sldId id="284" r:id="R367ec43086fc4a79"/>
    <p:sldId id="285" r:id="R0f675aea400d4cb6"/>
    <p:sldId id="286" r:id="Ra89018439dea4a9d"/>
    <p:sldId id="287" r:id="Re9c30cdf9133474f"/>
    <p:sldId id="288" r:id="R175756ab58a644b8"/>
    <p:sldId id="289" r:id="Re9638da05b984261"/>
    <p:sldId id="290" r:id="R220232e7de72496a"/>
    <p:sldId id="291" r:id="Rcc03ae0fd38d4634"/>
    <p:sldId id="292" r:id="Rf60c28e13c7e458b"/>
    <p:sldId id="293" r:id="R744c8fd0de7649ab"/>
    <p:sldId id="294" r:id="R9e7738970ccb4b03"/>
    <p:sldId id="295" r:id="R647157ba7afd4388"/>
    <p:sldId id="296" r:id="Rc8ed19887a47481b"/>
    <p:sldId id="297" r:id="Rff1355c3895a43db"/>
    <p:sldId id="298" r:id="Rcbec5344a6434422"/>
    <p:sldId id="299" r:id="Ra63a1640bb9f4cda"/>
    <p:sldId id="300" r:id="R41f48623b5cf43e7"/>
    <p:sldId id="301" r:id="R83de11af6ecd41ba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39AEA719-58AE-4063-A58E-00A0E4066276}">
  <a:tblStyle styleId="{39AEA719-58AE-4063-A58E-00A0E40662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14c691730ba4be6" /><Relationship Type="http://schemas.openxmlformats.org/officeDocument/2006/relationships/presProps" Target="/ppt/presProps.xml" Id="R35a2e81b9ee9470a" /><Relationship Type="http://schemas.openxmlformats.org/officeDocument/2006/relationships/slideMaster" Target="/ppt/slideMasters/slideMaster1.xml" Id="R5a2f259bbd6d4303" /><Relationship Type="http://schemas.openxmlformats.org/officeDocument/2006/relationships/theme" Target="/ppt/slideMasters/theme/theme2.xml" Id="Rf46afaf2a8f14cca" /><Relationship Type="http://schemas.openxmlformats.org/officeDocument/2006/relationships/slideMaster" Target="/ppt/slideMasters/slideMaster2.xml" Id="R9637fb792b5243ff" /><Relationship Type="http://schemas.openxmlformats.org/officeDocument/2006/relationships/slide" Target="/ppt/slides/slide1.xml" Id="Rcccba59903f74fb1" /><Relationship Type="http://schemas.openxmlformats.org/officeDocument/2006/relationships/slide" Target="/ppt/slides/slide2.xml" Id="R1f1d76f2a6764802" /><Relationship Type="http://schemas.openxmlformats.org/officeDocument/2006/relationships/slide" Target="/ppt/slides/slide3.xml" Id="Rc0e7de83e5264335" /><Relationship Type="http://schemas.openxmlformats.org/officeDocument/2006/relationships/slide" Target="/ppt/slides/slide4.xml" Id="R44fc1bd6221f41ac" /><Relationship Type="http://schemas.openxmlformats.org/officeDocument/2006/relationships/slide" Target="/ppt/slides/slide5.xml" Id="Rf76f66082f4c47cc" /><Relationship Type="http://schemas.openxmlformats.org/officeDocument/2006/relationships/slide" Target="/ppt/slides/slide6.xml" Id="R182d0fc36ae6454a" /><Relationship Type="http://schemas.openxmlformats.org/officeDocument/2006/relationships/slide" Target="/ppt/slides/slide7.xml" Id="R341eafb4938c4d5f" /><Relationship Type="http://schemas.openxmlformats.org/officeDocument/2006/relationships/slide" Target="/ppt/slides/slide8.xml" Id="Rd3f64b8b71c345dc" /><Relationship Type="http://schemas.openxmlformats.org/officeDocument/2006/relationships/slide" Target="/ppt/slides/slide9.xml" Id="Rbd0a19227bb742d7" /><Relationship Type="http://schemas.openxmlformats.org/officeDocument/2006/relationships/slide" Target="/ppt/slides/slide10.xml" Id="R588113d4863047b6" /><Relationship Type="http://schemas.openxmlformats.org/officeDocument/2006/relationships/slide" Target="/ppt/slides/slide11.xml" Id="R585b617b888d43e7" /><Relationship Type="http://schemas.openxmlformats.org/officeDocument/2006/relationships/slide" Target="/ppt/slides/slide12.xml" Id="R98856ef490f5465c" /><Relationship Type="http://schemas.openxmlformats.org/officeDocument/2006/relationships/slide" Target="/ppt/slides/slide13.xml" Id="R0f402aabc2bc40bf" /><Relationship Type="http://schemas.openxmlformats.org/officeDocument/2006/relationships/slide" Target="/ppt/slides/slide14.xml" Id="Rf25aba8809bd40b8" /><Relationship Type="http://schemas.openxmlformats.org/officeDocument/2006/relationships/slide" Target="/ppt/slides/slide15.xml" Id="R871a531cfb4044ec" /><Relationship Type="http://schemas.openxmlformats.org/officeDocument/2006/relationships/slide" Target="/ppt/slides/slide16.xml" Id="R21e70ebaf6524ee1" /><Relationship Type="http://schemas.openxmlformats.org/officeDocument/2006/relationships/slide" Target="/ppt/slides/slide17.xml" Id="Rabf24dd12093484a" /><Relationship Type="http://schemas.openxmlformats.org/officeDocument/2006/relationships/slide" Target="/ppt/slides/slide18.xml" Id="R3cf99c71a3254dd7" /><Relationship Type="http://schemas.openxmlformats.org/officeDocument/2006/relationships/slide" Target="/ppt/slides/slide19.xml" Id="Rb8360b5cd52747ad" /><Relationship Type="http://schemas.openxmlformats.org/officeDocument/2006/relationships/slide" Target="/ppt/slides/slide20.xml" Id="R29a73ffe34404e4f" /><Relationship Type="http://schemas.openxmlformats.org/officeDocument/2006/relationships/slide" Target="/ppt/slides/slide21.xml" Id="R5d4db1b1a4784f0a" /><Relationship Type="http://schemas.openxmlformats.org/officeDocument/2006/relationships/slide" Target="/ppt/slides/slide22.xml" Id="R29c258d6387b47a8" /><Relationship Type="http://schemas.openxmlformats.org/officeDocument/2006/relationships/slide" Target="/ppt/slides/slide23.xml" Id="Rb3e6e46b6b2d4c2c" /><Relationship Type="http://schemas.openxmlformats.org/officeDocument/2006/relationships/slideMaster" Target="/ppt/slideMasters/slideMaster3.xml" Id="R292bac2f1e65475c" /><Relationship Type="http://schemas.openxmlformats.org/officeDocument/2006/relationships/slide" Target="/ppt/slides/slide24.xml" Id="Rd0926a06e1c348ba" /><Relationship Type="http://schemas.openxmlformats.org/officeDocument/2006/relationships/slide" Target="/ppt/slides/slide25.xml" Id="Raaf8fc94847b497b" /><Relationship Type="http://schemas.openxmlformats.org/officeDocument/2006/relationships/slide" Target="/ppt/slides/slide26.xml" Id="Rd92a526cebd545ff" /><Relationship Type="http://schemas.openxmlformats.org/officeDocument/2006/relationships/slide" Target="/ppt/slides/slide27.xml" Id="R16602254ef254ece" /><Relationship Type="http://schemas.openxmlformats.org/officeDocument/2006/relationships/slide" Target="/ppt/slides/slide28.xml" Id="Rce1dc88bb6a54ae2" /><Relationship Type="http://schemas.openxmlformats.org/officeDocument/2006/relationships/slide" Target="/ppt/slides/slide29.xml" Id="R367ec43086fc4a79" /><Relationship Type="http://schemas.openxmlformats.org/officeDocument/2006/relationships/slide" Target="/ppt/slides/slide30.xml" Id="R0f675aea400d4cb6" /><Relationship Type="http://schemas.openxmlformats.org/officeDocument/2006/relationships/slide" Target="/ppt/slides/slide31.xml" Id="Ra89018439dea4a9d" /><Relationship Type="http://schemas.openxmlformats.org/officeDocument/2006/relationships/tableStyles" Target="/ppt/tableStyles.xml" Id="Rb7b3609a078b42e7" /><Relationship Type="http://schemas.openxmlformats.org/officeDocument/2006/relationships/slide" Target="/ppt/slides/slide32.xml" Id="Re9c30cdf9133474f" /><Relationship Type="http://schemas.openxmlformats.org/officeDocument/2006/relationships/slide" Target="/ppt/slides/slide33.xml" Id="R175756ab58a644b8" /><Relationship Type="http://schemas.openxmlformats.org/officeDocument/2006/relationships/slide" Target="/ppt/slides/slide34.xml" Id="Re9638da05b984261" /><Relationship Type="http://schemas.openxmlformats.org/officeDocument/2006/relationships/slide" Target="/ppt/slides/slide35.xml" Id="R220232e7de72496a" /><Relationship Type="http://schemas.openxmlformats.org/officeDocument/2006/relationships/slide" Target="/ppt/slides/slide36.xml" Id="Rcc03ae0fd38d4634" /><Relationship Type="http://schemas.openxmlformats.org/officeDocument/2006/relationships/slide" Target="/ppt/slides/slide37.xml" Id="Rf60c28e13c7e458b" /><Relationship Type="http://schemas.openxmlformats.org/officeDocument/2006/relationships/slide" Target="/ppt/slides/slide38.xml" Id="R744c8fd0de7649ab" /><Relationship Type="http://schemas.openxmlformats.org/officeDocument/2006/relationships/slide" Target="/ppt/slides/slide39.xml" Id="R9e7738970ccb4b03" /><Relationship Type="http://schemas.openxmlformats.org/officeDocument/2006/relationships/slide" Target="/ppt/slides/slide40.xml" Id="R647157ba7afd4388" /><Relationship Type="http://schemas.openxmlformats.org/officeDocument/2006/relationships/slide" Target="/ppt/slides/slide41.xml" Id="Rc8ed19887a47481b" /><Relationship Type="http://schemas.openxmlformats.org/officeDocument/2006/relationships/slide" Target="/ppt/slides/slide42.xml" Id="Rff1355c3895a43db" /><Relationship Type="http://schemas.openxmlformats.org/officeDocument/2006/relationships/slide" Target="/ppt/slides/slide43.xml" Id="Rcbec5344a6434422" /><Relationship Type="http://schemas.openxmlformats.org/officeDocument/2006/relationships/slide" Target="/ppt/slides/slide44.xml" Id="Ra63a1640bb9f4cda" /><Relationship Type="http://schemas.openxmlformats.org/officeDocument/2006/relationships/slide" Target="/ppt/slides/slide45.xml" Id="R41f48623b5cf43e7" /><Relationship Type="http://schemas.openxmlformats.org/officeDocument/2006/relationships/slide" Target="/ppt/slides/slide46.xml" Id="R83de11af6ecd41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0535f99577434191" 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Masters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aa1f211014779" /><Relationship Type="http://schemas.openxmlformats.org/officeDocument/2006/relationships/notesMaster" Target="/ppt/notesMasters/notesMaster1.xml" Id="Rd5df97d446664d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9b14efe828489e" /><Relationship Type="http://schemas.openxmlformats.org/officeDocument/2006/relationships/notesMaster" Target="/ppt/notesMasters/notesMaster1.xml" Id="Rc28bcac3fa0444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d35eedf294f7b" /><Relationship Type="http://schemas.openxmlformats.org/officeDocument/2006/relationships/notesMaster" Target="/ppt/notesMasters/notesMaster1.xml" Id="R67fd1d5fafb04b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c2bc7a03704b17" /><Relationship Type="http://schemas.openxmlformats.org/officeDocument/2006/relationships/notesMaster" Target="/ppt/notesMasters/notesMaster1.xml" Id="Rbab64fc2b65b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52053b17e4161" /><Relationship Type="http://schemas.openxmlformats.org/officeDocument/2006/relationships/notesMaster" Target="/ppt/notesMasters/notesMaster1.xml" Id="R6566613dde0c40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20cbd32ca94db0" /><Relationship Type="http://schemas.openxmlformats.org/officeDocument/2006/relationships/notesMaster" Target="/ppt/notesMasters/notesMaster1.xml" Id="Rb62e70a2b2bc47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5201d554c46db" /><Relationship Type="http://schemas.openxmlformats.org/officeDocument/2006/relationships/notesMaster" Target="/ppt/notesMasters/notesMaster1.xml" Id="Rad1ce8f4602e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8d2f20ebcb4107" /><Relationship Type="http://schemas.openxmlformats.org/officeDocument/2006/relationships/notesMaster" Target="/ppt/notesMasters/notesMaster1.xml" Id="R44a8b6c1396745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826b614eac40ea" /><Relationship Type="http://schemas.openxmlformats.org/officeDocument/2006/relationships/notesMaster" Target="/ppt/notesMasters/notesMaster1.xml" Id="Rab548386720446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a557c44d414080" /><Relationship Type="http://schemas.openxmlformats.org/officeDocument/2006/relationships/notesMaster" Target="/ppt/notesMasters/notesMaster1.xml" Id="R856eedc85a8749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7f164fe4534b09" /><Relationship Type="http://schemas.openxmlformats.org/officeDocument/2006/relationships/notesMaster" Target="/ppt/notesMasters/notesMaster1.xml" Id="R85071f2e798e45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b3b490155f4090" /><Relationship Type="http://schemas.openxmlformats.org/officeDocument/2006/relationships/notesMaster" Target="/ppt/notesMasters/notesMaster1.xml" Id="Rf1bb42c14c7449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24.xml" Id="Rccd98a5f54124c9c" /><Relationship Type="http://schemas.openxmlformats.org/officeDocument/2006/relationships/notesMaster" Target="/ppt/notesMasters/notesMaster1.xml" Id="R513962073a1d43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25.xml" Id="R345f98e98ecc495a" /><Relationship Type="http://schemas.openxmlformats.org/officeDocument/2006/relationships/notesMaster" Target="/ppt/notesMasters/notesMaster1.xml" Id="R09e14dde7f2841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26.xml" Id="R0802167b834042e0" /><Relationship Type="http://schemas.openxmlformats.org/officeDocument/2006/relationships/notesMaster" Target="/ppt/notesMasters/notesMaster1.xml" Id="R2874f6cea8974c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27.xml" Id="Ra3668495bf4b4c74" /><Relationship Type="http://schemas.openxmlformats.org/officeDocument/2006/relationships/notesMaster" Target="/ppt/notesMasters/notesMaster1.xml" Id="Rc4d1ebcc220844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28.xml" Id="R7b9eedef39034138" /><Relationship Type="http://schemas.openxmlformats.org/officeDocument/2006/relationships/notesMaster" Target="/ppt/notesMasters/notesMaster1.xml" Id="R48a0c15cd9af4b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29.xml" Id="R8c3167b85e6e4d98" /><Relationship Type="http://schemas.openxmlformats.org/officeDocument/2006/relationships/notesMaster" Target="/ppt/notesMasters/notesMaster1.xml" Id="R076f3dbee2fc40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30.xml" Id="R27c236d975c248d0" /><Relationship Type="http://schemas.openxmlformats.org/officeDocument/2006/relationships/notesMaster" Target="/ppt/notesMasters/notesMaster1.xml" Id="R146f12f1bed94a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31.xml" Id="R272d82aaaf314249" /><Relationship Type="http://schemas.openxmlformats.org/officeDocument/2006/relationships/notesMaster" Target="/ppt/notesMasters/notesMaster1.xml" Id="R17a85ae7072d44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32.xml" Id="R86ec5161f6894607" /><Relationship Type="http://schemas.openxmlformats.org/officeDocument/2006/relationships/notesMaster" Target="/ppt/notesMasters/notesMaster1.xml" Id="R9e96e422eba541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33.xml" Id="R7f65cd0f823943ed" /><Relationship Type="http://schemas.openxmlformats.org/officeDocument/2006/relationships/notesMaster" Target="/ppt/notesMasters/notesMaster1.xml" Id="R0a6e757ef81b449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34.xml" Id="R259a58377fe740ae" /><Relationship Type="http://schemas.openxmlformats.org/officeDocument/2006/relationships/notesMaster" Target="/ppt/notesMasters/notesMaster1.xml" Id="R8d5f0a35ad2747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35.xml" Id="Raacc7fbf89f94e83" /><Relationship Type="http://schemas.openxmlformats.org/officeDocument/2006/relationships/notesMaster" Target="/ppt/notesMasters/notesMaster1.xml" Id="R8f13ca50d2ca4a8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36.xml" Id="R171d31bc73944d0d" /><Relationship Type="http://schemas.openxmlformats.org/officeDocument/2006/relationships/notesMaster" Target="/ppt/notesMasters/notesMaster1.xml" Id="Re7795a3597234ef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37.xml" Id="Rd768221133e842fc" /><Relationship Type="http://schemas.openxmlformats.org/officeDocument/2006/relationships/notesMaster" Target="/ppt/notesMasters/notesMaster1.xml" Id="R2a40710fc6d04fe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38.xml" Id="Rc9afb1dfcb824b6a" /><Relationship Type="http://schemas.openxmlformats.org/officeDocument/2006/relationships/notesMaster" Target="/ppt/notesMasters/notesMaster1.xml" Id="Redc07cba3bbf44b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39.xml" Id="R113076cf45384850" /><Relationship Type="http://schemas.openxmlformats.org/officeDocument/2006/relationships/notesMaster" Target="/ppt/notesMasters/notesMaster1.xml" Id="Rf2cec414b15c4d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40.xml" Id="R09fed2d70ade4e3c" /><Relationship Type="http://schemas.openxmlformats.org/officeDocument/2006/relationships/notesMaster" Target="/ppt/notesMasters/notesMaster1.xml" Id="R4a0b931ddaf146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41.xml" Id="Rbaa5d7b55b2140bf" /><Relationship Type="http://schemas.openxmlformats.org/officeDocument/2006/relationships/notesMaster" Target="/ppt/notesMasters/notesMaster1.xml" Id="R3efba04cf9564cc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42.xml" Id="R449c5a01c4444fdf" /><Relationship Type="http://schemas.openxmlformats.org/officeDocument/2006/relationships/notesMaster" Target="/ppt/notesMasters/notesMaster1.xml" Id="Rc96d3c71103d477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43.xml" Id="R20a8040775ac49a7" /><Relationship Type="http://schemas.openxmlformats.org/officeDocument/2006/relationships/notesMaster" Target="/ppt/notesMasters/notesMaster1.xml" Id="R7a2ee441c29945f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44.xml" Id="R98f519503bdf4ef6" /><Relationship Type="http://schemas.openxmlformats.org/officeDocument/2006/relationships/notesMaster" Target="/ppt/notesMasters/notesMaster1.xml" Id="R27c1253b3aab4aa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45.xml" Id="Rec6e47d20cef4fc1" /><Relationship Type="http://schemas.openxmlformats.org/officeDocument/2006/relationships/notesMaster" Target="/ppt/notesMasters/notesMaster1.xml" Id="R96fbde14dac14f1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46.xml" Id="R0cde67c4d513454d" /><Relationship Type="http://schemas.openxmlformats.org/officeDocument/2006/relationships/notesMaster" Target="/ppt/notesMasters/notesMaster1.xml" Id="Re3672a304fa64b2f"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 = (x-x1)(y2-y1) – (y-y1)(x2-x1)</a:t>
            </a:r>
            <a:endParaRPr/>
          </a:p>
        </p:txBody>
      </p:sp>
      <p:sp>
        <p:nvSpPr>
          <p:cNvPr id="170" name="Google Shape;1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baf27d94441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e77d903564a1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24d98740f0423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1676207a0849f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168caeb58154a86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23c7edea1e4368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90A3-3F25-4C70-9458-D6F1FD97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2E4D-6D46-4874-AA96-5D73E09CC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8675D-794A-4B83-B34A-9DB6EE10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A5221-370C-4412-B292-DAB48B9E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339EF-9F7A-42E1-8937-EAEF921F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88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F937-9E94-48E7-9C3A-CD4463823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07318-190E-41A9-AD1D-EDBBCB84D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F89CF-4A24-4752-9779-2E25907C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E792-EBA5-4EA9-8D1D-6403D7275353}" type="datetimeFigureOut">
              <a:rPr lang="en-US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73A2-61C1-4DE9-8113-51C657E7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2B067-EFFF-4260-B752-DB09989F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F57D-12DC-4D0B-93DA-9F1928BF3B8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88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be1aeca4e4c6c" /><Relationship Type="http://schemas.openxmlformats.org/officeDocument/2006/relationships/slideLayout" Target="/ppt/slideLayouts/slideLayout1.xml" Id="R7d05464458494154" /><Relationship Type="http://schemas.openxmlformats.org/officeDocument/2006/relationships/slideLayout" Target="/ppt/slideLayouts/slideLayout2.xml" Id="Rbca564dc85d141e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a92b7b5bdeb49d6" /><Relationship Type="http://schemas.openxmlformats.org/officeDocument/2006/relationships/slideLayout" Target="/ppt/slideLayouts/slideLayout15.xml" Id="R1039677ab7404ea3" /><Relationship Type="http://schemas.openxmlformats.org/officeDocument/2006/relationships/slideLayout" Target="/ppt/slideLayouts/slideLayout16.xml" Id="R990ccc74c10a44e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b4c6325881c48e9" /><Relationship Type="http://schemas.openxmlformats.org/officeDocument/2006/relationships/slideLayout" Target="/ppt/slideLayouts/slideLayout23.xml" Id="Ra2c0cbbadadc4d50" /><Relationship Type="http://schemas.openxmlformats.org/officeDocument/2006/relationships/slideLayout" Target="/ppt/slideLayouts/slideLayout24.xml" Id="R840033b6042f4bf2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7d05464458494154"/>
    <p:sldLayoutId id="2147483650" r:id="Rbca564dc85d141e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6DC1B-1BA3-4DEA-A407-C6DCD01A0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CD218-0AA9-4FB7-BAE4-F1234E477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35D8D-915B-45D0-AF13-EB12D7359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BE792-EBA5-4EA9-8D1D-6403D7275353}" type="datetimeFigureOut">
              <a:rPr lang="en-US"/>
              <a:t>15-Jul-25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D66B-7648-411F-BC11-894BA5D79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59F59-C102-4A26-9A26-C238CAD40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1F57D-12DC-4D0B-93DA-9F1928BF3B8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1039677ab7404ea3"/>
    <p:sldLayoutId id="2147483665" r:id="R990ccc74c10a44e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a2c0cbbadadc4d50"/>
    <p:sldLayoutId id="2147483674" r:id="R840033b6042f4bf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Masters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e5558546278e4cf6" /><Relationship Type="http://schemas.openxmlformats.org/officeDocument/2006/relationships/slideLayout" Target="/ppt/slideLayouts/slideLayout1.xml" Id="R0363023f926740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ab954de0597d4924" /><Relationship Type="http://schemas.openxmlformats.org/officeDocument/2006/relationships/slideLayout" Target="/ppt/slideLayouts/slideLayout1.xml" Id="R1feb3cd052bc41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png" Id="Rc37533b90dc74144" /><Relationship Type="http://schemas.openxmlformats.org/officeDocument/2006/relationships/notesSlide" Target="/ppt/notesSlides/notesSlide3.xml" Id="R6f5232b906a14931" /><Relationship Type="http://schemas.openxmlformats.org/officeDocument/2006/relationships/slideLayout" Target="/ppt/slideLayouts/slideLayout2.xml" Id="R7054b283282b4e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.png" Id="R66e5277846c24e2c" /><Relationship Type="http://schemas.openxmlformats.org/officeDocument/2006/relationships/notesSlide" Target="/ppt/notesSlides/notesSlide4.xml" Id="Rc9baeb6f94044f6a" /><Relationship Type="http://schemas.openxmlformats.org/officeDocument/2006/relationships/slideLayout" Target="/ppt/slideLayouts/slideLayout2.xml" Id="R04189b21936a49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3.png" Id="R0c53d0ccdd624cbd" /><Relationship Type="http://schemas.openxmlformats.org/officeDocument/2006/relationships/image" Target="/ppt/media/image.jpg" Id="R1b90978cea5e488d" /><Relationship Type="http://schemas.openxmlformats.org/officeDocument/2006/relationships/notesSlide" Target="/ppt/notesSlides/notesSlide5.xml" Id="R29d8713903e44864" /><Relationship Type="http://schemas.openxmlformats.org/officeDocument/2006/relationships/slideLayout" Target="/ppt/slideLayouts/slideLayout2.xml" Id="R6b6acea7f5d043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4.png" Id="Re2dddc15bf8e4935" /><Relationship Type="http://schemas.openxmlformats.org/officeDocument/2006/relationships/notesSlide" Target="/ppt/notesSlides/notesSlide6.xml" Id="Rd65760e5813540e7" /><Relationship Type="http://schemas.openxmlformats.org/officeDocument/2006/relationships/slideLayout" Target="/ppt/slideLayouts/slideLayout2.xml" Id="Rb452d392b1d64e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5.png" Id="R21a12174e7a646b4" /><Relationship Type="http://schemas.openxmlformats.org/officeDocument/2006/relationships/notesSlide" Target="/ppt/notesSlides/notesSlide7.xml" Id="R79c082dfecc84c28" /><Relationship Type="http://schemas.openxmlformats.org/officeDocument/2006/relationships/slideLayout" Target="/ppt/slideLayouts/slideLayout2.xml" Id="R8ad7aeb54060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6.png" Id="R5cd0160243eb4dc4" /><Relationship Type="http://schemas.openxmlformats.org/officeDocument/2006/relationships/notesSlide" Target="/ppt/notesSlides/notesSlide8.xml" Id="R221d5afdfc88437c" /><Relationship Type="http://schemas.openxmlformats.org/officeDocument/2006/relationships/slideLayout" Target="/ppt/slideLayouts/slideLayout2.xml" Id="Raa919e6f51ca43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7.png" Id="R80da58f6d337444a" /><Relationship Type="http://schemas.openxmlformats.org/officeDocument/2006/relationships/notesSlide" Target="/ppt/notesSlides/notesSlide9.xml" Id="Rdf72f61050bd43ed" /><Relationship Type="http://schemas.openxmlformats.org/officeDocument/2006/relationships/slideLayout" Target="/ppt/slideLayouts/slideLayout2.xml" Id="R5d7211c6967847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8.png" Id="R49995cf4f53d4513" /><Relationship Type="http://schemas.openxmlformats.org/officeDocument/2006/relationships/notesSlide" Target="/ppt/notesSlides/notesSlide10.xml" Id="Ra82aaf6a47b642de" /><Relationship Type="http://schemas.openxmlformats.org/officeDocument/2006/relationships/slideLayout" Target="/ppt/slideLayouts/slideLayout2.xml" Id="Rd85476f4537b44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9.png" Id="R52affb60174b49a0" /><Relationship Type="http://schemas.openxmlformats.org/officeDocument/2006/relationships/notesSlide" Target="/ppt/notesSlides/notesSlide11.xml" Id="R17ca57f81509446b" /><Relationship Type="http://schemas.openxmlformats.org/officeDocument/2006/relationships/slideLayout" Target="/ppt/slideLayouts/slideLayout2.xml" Id="R878f49f5aa5e4c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0.png" Id="R825db1f3b6364609" /><Relationship Type="http://schemas.openxmlformats.org/officeDocument/2006/relationships/notesSlide" Target="/ppt/notesSlides/notesSlide12.xml" Id="Re893e9c4cac64179" /><Relationship Type="http://schemas.openxmlformats.org/officeDocument/2006/relationships/slideLayout" Target="/ppt/slideLayouts/slideLayout2.xml" Id="R0312f02b527c4b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eb1c1dedbca46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1.png" Id="R3c23a7677ce94576" /><Relationship Type="http://schemas.openxmlformats.org/officeDocument/2006/relationships/slideLayout" Target="/ppt/slideLayouts/slideLayout15.xml" Id="Ra065551d2a3347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2.png" Id="Rbe9ec6e5a3704a93" /><Relationship Type="http://schemas.openxmlformats.org/officeDocument/2006/relationships/slideLayout" Target="/ppt/slideLayouts/slideLayout15.xml" Id="R1d8a6c7291f340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12.png" Id="R945dd9f238f44940" /><Relationship Type="http://schemas.openxmlformats.org/officeDocument/2006/relationships/slideLayout" Target="/ppt/slideLayouts/slideLayout15.xml" Id="R1cc27cc154cd4c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f38c78cafb140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ed928d484ae4e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7a143d3b05a44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6a37ec39cc54a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e851da21d2f49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0bca8a080d948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99c4e50d274482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1495447dd6b04066" /><Relationship Type="http://schemas.openxmlformats.org/officeDocument/2006/relationships/slideLayout" Target="/ppt/slideLayouts/slideLayout23.xml" Id="Rc355754ede9d48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396ef6736a314a1f" /><Relationship Type="http://schemas.openxmlformats.org/officeDocument/2006/relationships/slideLayout" Target="/ppt/slideLayouts/slideLayout24.xml" Id="R338e93dd79d444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notesSlide" Target="/ppt/notesSlides/notesSlide15.xml" Id="R7dd177f45e4f4011" /><Relationship Type="http://schemas.openxmlformats.org/officeDocument/2006/relationships/slideLayout" Target="/ppt/slideLayouts/slideLayout24.xml" Id="R90c774c0151c49e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8b9a4f60947348e9" /><Relationship Type="http://schemas.openxmlformats.org/officeDocument/2006/relationships/slideLayout" Target="/ppt/slideLayouts/slideLayout24.xml" Id="Re6756ce006534da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notesSlide" Target="/ppt/notesSlides/notesSlide17.xml" Id="R59d0f4ab56b0467d" /><Relationship Type="http://schemas.openxmlformats.org/officeDocument/2006/relationships/slideLayout" Target="/ppt/slideLayouts/slideLayout24.xml" Id="R86f8178ef7b542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f4a2fa2d398b4f52" /><Relationship Type="http://schemas.openxmlformats.org/officeDocument/2006/relationships/slideLayout" Target="/ppt/slideLayouts/slideLayout24.xml" Id="Rb1a32624c78a4bb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notesSlide" Target="/ppt/notesSlides/notesSlide19.xml" Id="R809ec81bcc62479f" /><Relationship Type="http://schemas.openxmlformats.org/officeDocument/2006/relationships/slideLayout" Target="/ppt/slideLayouts/slideLayout24.xml" Id="Rb7e3f238e705435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notesSlide" Target="/ppt/notesSlides/notesSlide20.xml" Id="R82d382f32ae642fc" /><Relationship Type="http://schemas.openxmlformats.org/officeDocument/2006/relationships/slideLayout" Target="/ppt/slideLayouts/slideLayout24.xml" Id="R6c48415135484c9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notesSlide" Target="/ppt/notesSlides/notesSlide21.xml" Id="Re17aa1e4924e4efa" /><Relationship Type="http://schemas.openxmlformats.org/officeDocument/2006/relationships/slideLayout" Target="/ppt/slideLayouts/slideLayout24.xml" Id="R9ffe1628cae4408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notesSlide" Target="/ppt/notesSlides/notesSlide22.xml" Id="R6d7634e0143a4359" /><Relationship Type="http://schemas.openxmlformats.org/officeDocument/2006/relationships/slideLayout" Target="/ppt/slideLayouts/slideLayout24.xml" Id="R92c5eb38cecf42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notesSlide" Target="/ppt/notesSlides/notesSlide23.xml" Id="Rf3774a50b14e4d0e" /><Relationship Type="http://schemas.openxmlformats.org/officeDocument/2006/relationships/slideLayout" Target="/ppt/slideLayouts/slideLayout24.xml" Id="R91185103b627434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notesSlide" Target="/ppt/notesSlides/notesSlide24.xml" Id="R587228a8d1d74697" /><Relationship Type="http://schemas.openxmlformats.org/officeDocument/2006/relationships/slideLayout" Target="/ppt/slideLayouts/slideLayout24.xml" Id="R5636623dd18044b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notesSlide" Target="/ppt/notesSlides/notesSlide25.xml" Id="Re192e4b3a2f84674" /><Relationship Type="http://schemas.openxmlformats.org/officeDocument/2006/relationships/slideLayout" Target="/ppt/slideLayouts/slideLayout24.xml" Id="Rc1973cb524aa48b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image" Target="/ppt/media/image13.png" Id="R5e5ddd8560954f1e" /><Relationship Type="http://schemas.openxmlformats.org/officeDocument/2006/relationships/notesSlide" Target="/ppt/notesSlides/notesSlide26.xml" Id="R46d93a9cb02d4c12" /><Relationship Type="http://schemas.openxmlformats.org/officeDocument/2006/relationships/slideLayout" Target="/ppt/slideLayouts/slideLayout24.xml" Id="R09147ce358074b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image" Target="/ppt/media/image14.png" Id="R931ad83bdb9a4c65" /><Relationship Type="http://schemas.openxmlformats.org/officeDocument/2006/relationships/notesSlide" Target="/ppt/notesSlides/notesSlide27.xml" Id="R560187e4d4934f5a" /><Relationship Type="http://schemas.openxmlformats.org/officeDocument/2006/relationships/slideLayout" Target="/ppt/slideLayouts/slideLayout24.xml" Id="Rbf43b30ac69c4e3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image" Target="/ppt/media/image15.png" Id="Re52e095927d54c16" /><Relationship Type="http://schemas.openxmlformats.org/officeDocument/2006/relationships/notesSlide" Target="/ppt/notesSlides/notesSlide28.xml" Id="Rb0de19fc7dec4e71" /><Relationship Type="http://schemas.openxmlformats.org/officeDocument/2006/relationships/slideLayout" Target="/ppt/slideLayouts/slideLayout24.xml" Id="Rff997c33c67347f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image" Target="/ppt/media/image16.png" Id="R1a37d5361b5a4c67" /><Relationship Type="http://schemas.openxmlformats.org/officeDocument/2006/relationships/notesSlide" Target="/ppt/notesSlides/notesSlide29.xml" Id="Rc8f4df7619734ed4" /><Relationship Type="http://schemas.openxmlformats.org/officeDocument/2006/relationships/slideLayout" Target="/ppt/slideLayouts/slideLayout24.xml" Id="R613d0e3934ec410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image" Target="/ppt/media/image17.png" Id="Ra5c43e2f27714cbd" /><Relationship Type="http://schemas.openxmlformats.org/officeDocument/2006/relationships/notesSlide" Target="/ppt/notesSlides/notesSlide30.xml" Id="R4f2a0eb103484442" /><Relationship Type="http://schemas.openxmlformats.org/officeDocument/2006/relationships/slideLayout" Target="/ppt/slideLayouts/slideLayout24.xml" Id="R410843a86401493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image" Target="/ppt/media/image18.png" Id="Ra05e7700a09c4674" /><Relationship Type="http://schemas.openxmlformats.org/officeDocument/2006/relationships/notesSlide" Target="/ppt/notesSlides/notesSlide31.xml" Id="R4ddddc41a08a4699" /><Relationship Type="http://schemas.openxmlformats.org/officeDocument/2006/relationships/slideLayout" Target="/ppt/slideLayouts/slideLayout24.xml" Id="Ra9588f382920437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image" Target="/ppt/media/image19.png" Id="R8ac9da2cf37e460a" /><Relationship Type="http://schemas.openxmlformats.org/officeDocument/2006/relationships/notesSlide" Target="/ppt/notesSlides/notesSlide32.xml" Id="R76f774cb0ac04569" /><Relationship Type="http://schemas.openxmlformats.org/officeDocument/2006/relationships/slideLayout" Target="/ppt/slideLayouts/slideLayout24.xml" Id="R55de3b761ca1455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image" Target="/ppt/media/image20.png" Id="R8a17a2ecee8d49c9" /><Relationship Type="http://schemas.openxmlformats.org/officeDocument/2006/relationships/notesSlide" Target="/ppt/notesSlides/notesSlide33.xml" Id="Rb130fdb2324a4a20" /><Relationship Type="http://schemas.openxmlformats.org/officeDocument/2006/relationships/slideLayout" Target="/ppt/slideLayouts/slideLayout24.xml" Id="R0477b9bb9f1e46f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image" Target="/ppt/media/image21.png" Id="Rf2c9b42196fa4031" /><Relationship Type="http://schemas.openxmlformats.org/officeDocument/2006/relationships/notesSlide" Target="/ppt/notesSlides/notesSlide34.xml" Id="R5a1e157aace14503" /><Relationship Type="http://schemas.openxmlformats.org/officeDocument/2006/relationships/slideLayout" Target="/ppt/slideLayouts/slideLayout24.xml" Id="R0fe5d3238e17470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image" Target="/ppt/media/image22.png" Id="Rd94e387b0392482d" /><Relationship Type="http://schemas.openxmlformats.org/officeDocument/2006/relationships/notesSlide" Target="/ppt/notesSlides/notesSlide35.xml" Id="R0ee22372245d4bd2" /><Relationship Type="http://schemas.openxmlformats.org/officeDocument/2006/relationships/slideLayout" Target="/ppt/slideLayouts/slideLayout24.xml" Id="Re5bdc958e9c44028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2352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Solution</a:t>
            </a:r>
            <a:br>
              <a:rPr lang="en-US"/>
            </a:br>
            <a:r>
              <a:rPr lang="en-US"/>
              <a:t>of</a:t>
            </a:r>
            <a:br>
              <a:rPr lang="en-US"/>
            </a:br>
            <a:r>
              <a:rPr lang="en-US"/>
              <a:t>Mid Term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Divide and Conquer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94" name="Google Shape;94;p3"/>
          <p:cNvPicPr preferRelativeResize="0"/>
          <p:nvPr/>
        </p:nvPicPr>
        <p:blipFill rotWithShape="1">
          <a:blip r:embed="Rc37533b90dc74144">
            <a:alphaModFix/>
          </a:blip>
          <a:srcRect b="0" l="0" r="0" t="0"/>
          <a:stretch/>
        </p:blipFill>
        <p:spPr>
          <a:xfrm>
            <a:off x="2656995" y="1433234"/>
            <a:ext cx="6878010" cy="399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Merge sort</a:t>
            </a:r>
            <a:endParaRPr/>
          </a:p>
        </p:txBody>
      </p:sp>
      <p:pic>
        <p:nvPicPr>
          <p:cNvPr descr="Text&#10;&#10;Description automatically generated" id="100" name="Google Shape;100;p4"/>
          <p:cNvPicPr preferRelativeResize="0"/>
          <p:nvPr/>
        </p:nvPicPr>
        <p:blipFill rotWithShape="1">
          <a:blip r:embed="R66e5277846c24e2c">
            <a:alphaModFix/>
          </a:blip>
          <a:srcRect b="0" l="0" r="0" t="0"/>
          <a:stretch/>
        </p:blipFill>
        <p:spPr>
          <a:xfrm>
            <a:off x="1867588" y="1824819"/>
            <a:ext cx="7125492" cy="4936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Merge sort</a:t>
            </a:r>
            <a:endParaRPr/>
          </a:p>
        </p:txBody>
      </p:sp>
      <p:pic>
        <p:nvPicPr>
          <p:cNvPr descr="Text&#10;&#10;Description automatically generated" id="106" name="Google Shape;106;p5"/>
          <p:cNvPicPr preferRelativeResize="0"/>
          <p:nvPr/>
        </p:nvPicPr>
        <p:blipFill rotWithShape="1">
          <a:blip r:embed="R0c53d0ccdd624cbd">
            <a:alphaModFix/>
          </a:blip>
          <a:srcRect b="0" l="0" r="0" t="0"/>
          <a:stretch/>
        </p:blipFill>
        <p:spPr>
          <a:xfrm>
            <a:off x="1155339" y="1445626"/>
            <a:ext cx="8194996" cy="5047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number grid with black numbers&#10;&#10;AI-generated content may be incorrect." id="107" name="Google Shape;107;p5"/>
          <p:cNvPicPr preferRelativeResize="0"/>
          <p:nvPr/>
        </p:nvPicPr>
        <p:blipFill rotWithShape="1">
          <a:blip r:embed="R1b90978cea5e488d">
            <a:alphaModFix/>
          </a:blip>
          <a:srcRect b="0" l="0" r="0" t="0"/>
          <a:stretch/>
        </p:blipFill>
        <p:spPr>
          <a:xfrm>
            <a:off x="3398982" y="2771189"/>
            <a:ext cx="3645709" cy="3631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Merge Operation </a:t>
            </a:r>
            <a:endParaRPr/>
          </a:p>
        </p:txBody>
      </p:sp>
      <p:pic>
        <p:nvPicPr>
          <p:cNvPr descr="Diagram&#10;&#10;Description automatically generated" id="113" name="Google Shape;113;p6"/>
          <p:cNvPicPr preferRelativeResize="0"/>
          <p:nvPr/>
        </p:nvPicPr>
        <p:blipFill rotWithShape="1">
          <a:blip r:embed="Re2dddc15bf8e4935">
            <a:alphaModFix/>
          </a:blip>
          <a:srcRect b="0" l="0" r="0" t="0"/>
          <a:stretch/>
        </p:blipFill>
        <p:spPr>
          <a:xfrm>
            <a:off x="2914206" y="2614731"/>
            <a:ext cx="6363588" cy="39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 txBox="1"/>
          <p:nvPr/>
        </p:nvSpPr>
        <p:spPr>
          <a:xfrm>
            <a:off x="1585519" y="2046914"/>
            <a:ext cx="4936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Subarrays to merge: [20,13,7,2] and [12, 11, 9, 1]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Chart&#10;&#10;Description automatically generated with medium confidence" id="120" name="Google Shape;120;p7"/>
          <p:cNvPicPr preferRelativeResize="0"/>
          <p:nvPr/>
        </p:nvPicPr>
        <p:blipFill rotWithShape="1">
          <a:blip r:embed="R21a12174e7a646b4">
            <a:alphaModFix/>
          </a:blip>
          <a:srcRect b="0" l="0" r="0" t="0"/>
          <a:stretch/>
        </p:blipFill>
        <p:spPr>
          <a:xfrm>
            <a:off x="1270914" y="1464815"/>
            <a:ext cx="7808172" cy="5141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Diagram&#10;&#10;Description automatically generated" id="126" name="Google Shape;126;p8"/>
          <p:cNvPicPr preferRelativeResize="0"/>
          <p:nvPr/>
        </p:nvPicPr>
        <p:blipFill rotWithShape="1">
          <a:blip r:embed="R5cd0160243eb4dc4">
            <a:alphaModFix/>
          </a:blip>
          <a:srcRect b="0" l="0" r="0" t="0"/>
          <a:stretch/>
        </p:blipFill>
        <p:spPr>
          <a:xfrm>
            <a:off x="1499546" y="1311266"/>
            <a:ext cx="8239258" cy="478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Chart, line chart&#10;&#10;Description automatically generated" id="132" name="Google Shape;132;p9"/>
          <p:cNvPicPr preferRelativeResize="0"/>
          <p:nvPr/>
        </p:nvPicPr>
        <p:blipFill rotWithShape="1">
          <a:blip r:embed="R80da58f6d337444a">
            <a:alphaModFix/>
          </a:blip>
          <a:srcRect b="0" l="0" r="0" t="0"/>
          <a:stretch/>
        </p:blipFill>
        <p:spPr>
          <a:xfrm>
            <a:off x="1256625" y="1311256"/>
            <a:ext cx="7985030" cy="537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Diagram, schematic&#10;&#10;Description automatically generated" id="138" name="Google Shape;138;p10"/>
          <p:cNvPicPr preferRelativeResize="0"/>
          <p:nvPr/>
        </p:nvPicPr>
        <p:blipFill rotWithShape="1">
          <a:blip r:embed="R49995cf4f53d4513">
            <a:alphaModFix/>
          </a:blip>
          <a:srcRect b="0" l="0" r="0" t="0"/>
          <a:stretch/>
        </p:blipFill>
        <p:spPr>
          <a:xfrm>
            <a:off x="1299474" y="1482026"/>
            <a:ext cx="9202434" cy="501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Diagram, schematic&#10;&#10;Description automatically generated" id="144" name="Google Shape;144;p11"/>
          <p:cNvPicPr preferRelativeResize="0"/>
          <p:nvPr/>
        </p:nvPicPr>
        <p:blipFill rotWithShape="1">
          <a:blip r:embed="R52affb60174b49a0">
            <a:alphaModFix/>
          </a:blip>
          <a:srcRect b="0" l="0" r="0" t="0"/>
          <a:stretch/>
        </p:blipFill>
        <p:spPr>
          <a:xfrm>
            <a:off x="1380467" y="1307917"/>
            <a:ext cx="7799044" cy="5364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 (Master Theorem)</a:t>
            </a:r>
            <a:endParaRPr/>
          </a:p>
        </p:txBody>
      </p:sp>
      <p:pic>
        <p:nvPicPr>
          <p:cNvPr descr="Graphical user interface, text, application&#10;&#10;Description automatically generated" id="150" name="Google Shape;150;p12"/>
          <p:cNvPicPr preferRelativeResize="0"/>
          <p:nvPr/>
        </p:nvPicPr>
        <p:blipFill rotWithShape="1">
          <a:blip r:embed="R825db1f3b6364609">
            <a:alphaModFix/>
          </a:blip>
          <a:srcRect b="0" l="0" r="0" t="0"/>
          <a:stretch/>
        </p:blipFill>
        <p:spPr>
          <a:xfrm>
            <a:off x="2219877" y="2184586"/>
            <a:ext cx="8363235" cy="314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2302-6029-4128-8BD9-4AFB6128C7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Divide and Conquer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3777070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pic>
        <p:nvPicPr>
          <p:cNvPr id="8" name="Content Placeholder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0DFB673-2168-9EB1-F557-7CBA9AA8B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3c23a7677ce945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2358231"/>
            <a:ext cx="5372100" cy="3286125"/>
          </a:xfrm>
        </p:spPr>
      </p:pic>
    </p:spTree>
    <p:extLst>
      <p:ext uri="{BB962C8B-B14F-4D97-AF65-F5344CB8AC3E}">
        <p14:creationId xmlns:p14="http://schemas.microsoft.com/office/powerpoint/2010/main" val="1343708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7A2DBBC-3201-4D0A-B025-0BC741F89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be9ec6e5a3704a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0" y="1540696"/>
            <a:ext cx="8047413" cy="5151652"/>
          </a:xfrm>
        </p:spPr>
      </p:pic>
    </p:spTree>
    <p:extLst>
      <p:ext uri="{BB962C8B-B14F-4D97-AF65-F5344CB8AC3E}">
        <p14:creationId xmlns:p14="http://schemas.microsoft.com/office/powerpoint/2010/main" val="2096131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7A2DBBC-3201-4D0A-B025-0BC741F89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945dd9f238f449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0" y="1540696"/>
            <a:ext cx="8047413" cy="515165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457DDD-93F7-9762-29D8-9B01C48E095D}"/>
              </a:ext>
            </a:extLst>
          </p:cNvPr>
          <p:cNvSpPr txBox="1"/>
          <p:nvPr/>
        </p:nvSpPr>
        <p:spPr>
          <a:xfrm>
            <a:off x="8610600" y="324433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Complexity :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2840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the given array in two halves</a:t>
            </a:r>
          </a:p>
          <a:p>
            <a:r>
              <a:rPr lang="en-US" dirty="0"/>
              <a:t>Return the maximum of following three</a:t>
            </a:r>
          </a:p>
          <a:p>
            <a:pPr lvl="1"/>
            <a:r>
              <a:rPr lang="en-US" dirty="0"/>
              <a:t>Maximum subarray sum in left half (Make a recursive call)</a:t>
            </a:r>
          </a:p>
          <a:p>
            <a:pPr lvl="1"/>
            <a:r>
              <a:rPr lang="en-US" dirty="0"/>
              <a:t>Maximum subarray sum in right half (Make a recursive call)</a:t>
            </a:r>
          </a:p>
          <a:p>
            <a:pPr lvl="1"/>
            <a:r>
              <a:rPr lang="en-US" dirty="0"/>
              <a:t>Maximum subarray sum such that the subarray crosses the midpoint</a:t>
            </a:r>
          </a:p>
          <a:p>
            <a:pPr lvl="1"/>
            <a:endParaRPr lang="en-US" dirty="0"/>
          </a:p>
          <a:p>
            <a:r>
              <a:rPr lang="pt-BR" b="0" i="0" dirty="0">
                <a:solidFill>
                  <a:srgbClr val="273239"/>
                </a:solidFill>
                <a:effectLst/>
                <a:latin typeface="urw-din"/>
              </a:rPr>
              <a:t>Time Complexity: T(n) = 2T(n/2) + Θ(n)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62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subarray sum such that the subarray crosses the midpoint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	return </a:t>
            </a:r>
            <a:r>
              <a:rPr lang="en-US" sz="1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lefpartsum</a:t>
            </a:r>
            <a:r>
              <a:rPr lang="en-US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rightpartsum</a:t>
            </a:r>
            <a:endParaRPr lang="en-US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8A3754-D8D4-BA65-E646-BD04E9D95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849729"/>
              </p:ext>
            </p:extLst>
          </p:nvPr>
        </p:nvGraphicFramePr>
        <p:xfrm>
          <a:off x="1775791" y="2957788"/>
          <a:ext cx="7838600" cy="2409342"/>
        </p:xfrm>
        <a:graphic>
          <a:graphicData uri="http://schemas.openxmlformats.org/drawingml/2006/table">
            <a:tbl>
              <a:tblPr firstRow="1" firstCol="1" bandRow="1"/>
              <a:tblGrid>
                <a:gridCol w="3919300">
                  <a:extLst>
                    <a:ext uri="{9D8B030D-6E8A-4147-A177-3AD203B41FA5}">
                      <a16:colId xmlns:a16="http://schemas.microsoft.com/office/drawing/2014/main" val="3412210255"/>
                    </a:ext>
                  </a:extLst>
                </a:gridCol>
                <a:gridCol w="3919300">
                  <a:extLst>
                    <a:ext uri="{9D8B030D-6E8A-4147-A177-3AD203B41FA5}">
                      <a16:colId xmlns:a16="http://schemas.microsoft.com/office/drawing/2014/main" val="774799100"/>
                    </a:ext>
                  </a:extLst>
                </a:gridCol>
              </a:tblGrid>
              <a:tr h="24093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(int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mid;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&gt;= low;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--)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sum = sum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if (sum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leftpartsum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	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leftpartsum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sum;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(int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mid+1;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&lt;= high;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++)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sum = sum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if (sum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rightpartsum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	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rightpartsum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sum;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77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050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7984-8917-FFAE-5E5E-091FA401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53E9-F1CE-F3BA-5E39-2227D2B4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36935-3A76-9921-788D-50B2EC11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273239"/>
                </a:solidFill>
                <a:effectLst/>
                <a:latin typeface="urw-din"/>
              </a:rPr>
              <a:t>Time Complexity: T(n) = 2T(n/2) + Θ(n)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25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Max: Max possible value including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element.</a:t>
            </a:r>
          </a:p>
          <a:p>
            <a:pPr lvl="1"/>
            <a:r>
              <a:rPr lang="en-US" dirty="0"/>
              <a:t>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[i-1])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 we need an array to store </a:t>
            </a:r>
            <a:r>
              <a:rPr lang="en-US" dirty="0" err="1"/>
              <a:t>localmax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123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Max: Max possible value including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element.</a:t>
            </a:r>
          </a:p>
          <a:p>
            <a:pPr lvl="1"/>
            <a:r>
              <a:rPr lang="en-US" dirty="0"/>
              <a:t>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[i-1])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 we need an array to store </a:t>
            </a:r>
            <a:r>
              <a:rPr lang="en-US" dirty="0" err="1"/>
              <a:t>localmax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Yes, if we don’t keep the track of global max</a:t>
            </a:r>
          </a:p>
          <a:p>
            <a:pPr lvl="1"/>
            <a:r>
              <a:rPr lang="en-US" dirty="0"/>
              <a:t>No, for the previous approach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203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DE71-04B0-4A48-D7C0-9630AACF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Max: Max possible value including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element.</a:t>
            </a:r>
          </a:p>
          <a:p>
            <a:pPr lvl="1"/>
            <a:r>
              <a:rPr lang="en-US" dirty="0"/>
              <a:t>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[i-1])</a:t>
            </a:r>
          </a:p>
          <a:p>
            <a:r>
              <a:rPr lang="en-US" dirty="0"/>
              <a:t>Global Max: Update every time </a:t>
            </a:r>
            <a:r>
              <a:rPr lang="en-US" dirty="0" err="1"/>
              <a:t>localmax</a:t>
            </a:r>
            <a:r>
              <a:rPr lang="en-US" dirty="0"/>
              <a:t> is calculated</a:t>
            </a:r>
          </a:p>
          <a:p>
            <a:pPr marL="0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localmax</a:t>
            </a:r>
            <a:r>
              <a:rPr lang="en-US" dirty="0"/>
              <a:t> = max(A[</a:t>
            </a:r>
            <a:r>
              <a:rPr lang="en-US" dirty="0" err="1"/>
              <a:t>i</a:t>
            </a:r>
            <a:r>
              <a:rPr lang="en-US" dirty="0"/>
              <a:t>], A[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localmax</a:t>
            </a:r>
            <a:r>
              <a:rPr lang="en-US" dirty="0"/>
              <a:t>);</a:t>
            </a:r>
          </a:p>
          <a:p>
            <a:pPr marL="914400" lvl="2" indent="0">
              <a:buNone/>
            </a:pPr>
            <a:r>
              <a:rPr lang="en-US" dirty="0"/>
              <a:t>	if(</a:t>
            </a:r>
            <a:r>
              <a:rPr lang="en-US" dirty="0" err="1"/>
              <a:t>localmax</a:t>
            </a:r>
            <a:r>
              <a:rPr lang="en-US" dirty="0"/>
              <a:t> &gt; </a:t>
            </a:r>
            <a:r>
              <a:rPr lang="en-US" dirty="0" err="1"/>
              <a:t>globalmax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		</a:t>
            </a:r>
            <a:r>
              <a:rPr lang="en-US" dirty="0" err="1"/>
              <a:t>globalmax</a:t>
            </a:r>
            <a:r>
              <a:rPr lang="en-US" dirty="0"/>
              <a:t> = </a:t>
            </a:r>
            <a:r>
              <a:rPr lang="en-US" dirty="0" err="1"/>
              <a:t>localmax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788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732F-8005-75C3-2C9B-4CCF9B18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Subarray Sum (</a:t>
            </a:r>
            <a:r>
              <a:rPr lang="en-US" dirty="0" err="1"/>
              <a:t>Kadane’s</a:t>
            </a:r>
            <a:r>
              <a:rPr lang="en-US" dirty="0"/>
              <a:t> Algorithm)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82026D2-7835-75B5-6E22-349DCBCA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13098"/>
              </p:ext>
            </p:extLst>
          </p:nvPr>
        </p:nvGraphicFramePr>
        <p:xfrm>
          <a:off x="1979803" y="2231474"/>
          <a:ext cx="7835316" cy="1887520"/>
        </p:xfrm>
        <a:graphic>
          <a:graphicData uri="http://schemas.openxmlformats.org/drawingml/2006/table">
            <a:tbl>
              <a:tblPr firstRow="1" firstCol="1" bandRow="1"/>
              <a:tblGrid>
                <a:gridCol w="4035103">
                  <a:extLst>
                    <a:ext uri="{9D8B030D-6E8A-4147-A177-3AD203B41FA5}">
                      <a16:colId xmlns:a16="http://schemas.microsoft.com/office/drawing/2014/main" val="1161197537"/>
                    </a:ext>
                  </a:extLst>
                </a:gridCol>
                <a:gridCol w="3800213">
                  <a:extLst>
                    <a:ext uri="{9D8B030D-6E8A-4147-A177-3AD203B41FA5}">
                      <a16:colId xmlns:a16="http://schemas.microsoft.com/office/drawing/2014/main" val="68499947"/>
                    </a:ext>
                  </a:extLst>
                </a:gridCol>
              </a:tblGrid>
              <a:tr h="18875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 n;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++){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max(A[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], A[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if(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 n;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++){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A[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 +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if(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&gt;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globalmax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if(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&lt; 0)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         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localmax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0;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63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143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Divide and Conquer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Longest Nice Substring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string s is nice if, for every letter of the alphabet that s contains, it appears both in uppercase and lowercase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aAbBAAA – Nice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Abc – Not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abBxCDScsedEad - ??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Longest Nice Substring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string s is nice if, for every letter of the alphabet that s contains, it appears both in uppercase and lowercase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aAbB – Nice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Abc – Not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abBxCDScsedEad – Not nice (But there are substrings, which are nice)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Longest Nice Substring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aAAbB – Nice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Abc – Not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</a:t>
            </a:r>
            <a:r>
              <a:rPr b="1" lang="en-US">
                <a:solidFill>
                  <a:schemeClr val="accent6"/>
                </a:solidFill>
              </a:rPr>
              <a:t>bB</a:t>
            </a:r>
            <a:r>
              <a:rPr lang="en-US"/>
              <a:t>x</a:t>
            </a:r>
            <a:r>
              <a:rPr b="1" lang="en-US">
                <a:solidFill>
                  <a:schemeClr val="accent6"/>
                </a:solidFill>
              </a:rPr>
              <a:t>CDScsedE</a:t>
            </a:r>
            <a:r>
              <a:rPr lang="en-US"/>
              <a:t>ad – (Goal is to find the longest nice substring)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Trivial Solution 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all possible substring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which one of them are nice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Print the one with highest length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Number of all possible nonempty substring: n(n+1)/2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O(n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string length is less than 2, return empty string.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the track of occurrence of every alphabets.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(To check whether a letter have its counter-letter in the string or not)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>
                <a:solidFill>
                  <a:schemeClr val="accent6"/>
                </a:solidFill>
              </a:rPr>
              <a:t>If the string length is less than 2, return empty string.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>
                <a:solidFill>
                  <a:schemeClr val="accent6"/>
                </a:solidFill>
              </a:rPr>
              <a:t>Keep the track of occurrence of every alphabets.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if(s.length()&lt;2) return "";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set &lt;char&gt; ch_set;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int len = s.length();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for(int i = 0; i&lt;len; i++){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    ch_set.insert(s[i]); // In case of 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		//ar[ s[i] ] = 1; //In case of array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Keep the track of occurrence of every alphabets</a:t>
            </a:r>
            <a:endParaRPr/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838200" y="1825625"/>
            <a:ext cx="11073900" cy="4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Using array: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ch = s[i]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if ( ar[toupper(ch)] &amp;&amp; ar[ tolower(ch)])</a:t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Using set: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ch = s[i]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if( ch_set.contains(toupper(ch)) &amp;&amp; ch_set.contains(tolower(ch)) )</a:t>
            </a:r>
            <a:endParaRPr/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1439080" y="32613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{39AEA719-58AE-4063-A58E-00A0E4066276}</a:tableStyleId>
              </a:tblPr>
              <a:tblGrid>
                <a:gridCol w="365475"/>
                <a:gridCol w="365475"/>
                <a:gridCol w="533700"/>
                <a:gridCol w="490250"/>
                <a:gridCol w="490250"/>
                <a:gridCol w="490250"/>
                <a:gridCol w="410025"/>
                <a:gridCol w="490250"/>
                <a:gridCol w="490250"/>
                <a:gridCol w="490250"/>
                <a:gridCol w="410025"/>
                <a:gridCol w="490250"/>
                <a:gridCol w="490250"/>
                <a:gridCol w="490250"/>
                <a:gridCol w="410025"/>
                <a:gridCol w="613950"/>
                <a:gridCol w="455875"/>
                <a:gridCol w="523550"/>
              </a:tblGrid>
              <a:tr h="25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…..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</a:t>
                      </a:r>
                      <a:endParaRPr sz="1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string length is less than 2, return empty string.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the track of occurrence of every alphabets.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a loop from the beginning of the string (s)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until you found a letter which does not have its counter-letter in the string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 reached to the end of the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it is the end of the string, return 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Otherwise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Split the string into two substring from the left and right of the non-matching character and return the longest nice substring from both parts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a loop up to the end of the string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Check if (ch_set.count(toupper(ch)) &amp;&amp; ch_set.count(tolower(ch))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 true, check the next letter.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Recursively call the left and right substring to find the longest nice substring in them.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Return the bigger one among them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Recursively call the left and right substring: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Left:    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s1 = f1(s.substr(0,i))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Right: 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s2 = f1(s.substr(i+1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len-i+1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idx="1" type="body"/>
          </p:nvPr>
        </p:nvSpPr>
        <p:spPr>
          <a:xfrm>
            <a:off x="838200" y="340518"/>
            <a:ext cx="10515600" cy="617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string longestNiceSubstring(string s) {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if(s.length()&lt;2) return "";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set &lt;char&gt; ch_set;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int len = s.length();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for(int i = 0; i&lt;len; i++){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ch_set.insert(s[i]);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for(int i = 0; i&lt;len; i++){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char ch = s[i];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if(ch_set.count(toupper(ch)) &amp;&amp; ch_set.count(tolower(ch)))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    continue;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string s1 = longestNiceSubstring(s.substr(0,i));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string s2 = longestNiceSubstring(s.substr(i+1));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    return s1.length() &gt;= s2.length() ? s1:s2;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    return s;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Char char="•"/>
            </a:pPr>
            <a:r>
              <a:rPr lang="en-US"/>
              <a:t>    }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Link</a:t>
            </a:r>
            <a:endParaRPr/>
          </a:p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https://leetcode.com/problems/longest-nice-substring/description/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A picture containing chart&#10;&#10;Description automatically generated" id="166" name="Google Shape;166;p12"/>
          <p:cNvPicPr preferRelativeResize="0"/>
          <p:nvPr/>
        </p:nvPicPr>
        <p:blipFill rotWithShape="1">
          <a:blip r:embed="R5e5ddd8560954f1e">
            <a:alphaModFix/>
          </a:blip>
          <a:srcRect b="0" l="0" r="0" t="0"/>
          <a:stretch/>
        </p:blipFill>
        <p:spPr>
          <a:xfrm>
            <a:off x="1161361" y="1352939"/>
            <a:ext cx="8359477" cy="5067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A picture containing text&#10;&#10;Description automatically generated" id="173" name="Google Shape;173;p13"/>
          <p:cNvPicPr preferRelativeResize="0"/>
          <p:nvPr/>
        </p:nvPicPr>
        <p:blipFill rotWithShape="1">
          <a:blip r:embed="R931ad83bdb9a4c65">
            <a:alphaModFix/>
          </a:blip>
          <a:srcRect b="0" l="0" r="0" t="0"/>
          <a:stretch/>
        </p:blipFill>
        <p:spPr>
          <a:xfrm>
            <a:off x="841310" y="1290191"/>
            <a:ext cx="8041433" cy="556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Graphical user interface, text, application&#10;&#10;Description automatically generated" id="179" name="Google Shape;179;p14"/>
          <p:cNvPicPr preferRelativeResize="0"/>
          <p:nvPr/>
        </p:nvPicPr>
        <p:blipFill rotWithShape="1">
          <a:blip r:embed="Re52e095927d54c16">
            <a:alphaModFix/>
          </a:blip>
          <a:srcRect b="0" l="0" r="0" t="0"/>
          <a:stretch/>
        </p:blipFill>
        <p:spPr>
          <a:xfrm>
            <a:off x="1256558" y="1845412"/>
            <a:ext cx="9231013" cy="4286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Chart, radar chart&#10;&#10;Description automatically generated" id="185" name="Google Shape;185;p15"/>
          <p:cNvPicPr preferRelativeResize="0"/>
          <p:nvPr/>
        </p:nvPicPr>
        <p:blipFill rotWithShape="1">
          <a:blip r:embed="R1a37d5361b5a4c67">
            <a:alphaModFix/>
          </a:blip>
          <a:srcRect b="0" l="0" r="0" t="0"/>
          <a:stretch/>
        </p:blipFill>
        <p:spPr>
          <a:xfrm>
            <a:off x="2980890" y="1780945"/>
            <a:ext cx="6230219" cy="3296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Chart, radar chart&#10;&#10;Description automatically generated" id="191" name="Google Shape;191;p17"/>
          <p:cNvPicPr preferRelativeResize="0"/>
          <p:nvPr/>
        </p:nvPicPr>
        <p:blipFill rotWithShape="1">
          <a:blip r:embed="Ra5c43e2f27714cbd">
            <a:alphaModFix/>
          </a:blip>
          <a:srcRect b="0" l="0" r="0" t="0"/>
          <a:stretch/>
        </p:blipFill>
        <p:spPr>
          <a:xfrm>
            <a:off x="1418572" y="1296140"/>
            <a:ext cx="7682404" cy="545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</a:t>
            </a:r>
            <a:endParaRPr/>
          </a:p>
        </p:txBody>
      </p:sp>
      <p:pic>
        <p:nvPicPr>
          <p:cNvPr descr="Chart, radar chart&#10;&#10;Description automatically generated" id="197" name="Google Shape;197;p18"/>
          <p:cNvPicPr preferRelativeResize="0"/>
          <p:nvPr/>
        </p:nvPicPr>
        <p:blipFill rotWithShape="1">
          <a:blip r:embed="Ra05e7700a09c4674">
            <a:alphaModFix/>
          </a:blip>
          <a:srcRect b="0" l="0" r="0" t="0"/>
          <a:stretch/>
        </p:blipFill>
        <p:spPr>
          <a:xfrm>
            <a:off x="1575756" y="1276855"/>
            <a:ext cx="7550489" cy="5362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Convex Hull Problem (Complexity)</a:t>
            </a:r>
            <a:endParaRPr/>
          </a:p>
        </p:txBody>
      </p:sp>
      <p:pic>
        <p:nvPicPr>
          <p:cNvPr descr="Text&#10;&#10;Description automatically generated" id="203" name="Google Shape;203;p19"/>
          <p:cNvPicPr preferRelativeResize="0"/>
          <p:nvPr/>
        </p:nvPicPr>
        <p:blipFill rotWithShape="1">
          <a:blip r:embed="R8ac9da2cf37e460a">
            <a:alphaModFix/>
          </a:blip>
          <a:srcRect b="0" l="0" r="0" t="0"/>
          <a:stretch/>
        </p:blipFill>
        <p:spPr>
          <a:xfrm>
            <a:off x="1185177" y="1288887"/>
            <a:ext cx="8331685" cy="521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 Multiplication</a:t>
            </a:r>
            <a:endParaRPr/>
          </a:p>
        </p:txBody>
      </p:sp>
      <p:pic>
        <p:nvPicPr>
          <p:cNvPr descr="Text, letter&#10;&#10;Description automatically generated" id="209" name="Google Shape;209;p20"/>
          <p:cNvPicPr preferRelativeResize="0"/>
          <p:nvPr/>
        </p:nvPicPr>
        <p:blipFill rotWithShape="1">
          <a:blip r:embed="R8a17a2ecee8d49c9">
            <a:alphaModFix/>
          </a:blip>
          <a:srcRect b="0" l="0" r="0" t="0"/>
          <a:stretch/>
        </p:blipFill>
        <p:spPr>
          <a:xfrm>
            <a:off x="3199996" y="1799997"/>
            <a:ext cx="5792008" cy="3258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 Multiplication</a:t>
            </a:r>
            <a:endParaRPr/>
          </a:p>
        </p:txBody>
      </p:sp>
      <p:pic>
        <p:nvPicPr>
          <p:cNvPr descr="Text&#10;&#10;Description automatically generated" id="215" name="Google Shape;215;p21"/>
          <p:cNvPicPr preferRelativeResize="0"/>
          <p:nvPr/>
        </p:nvPicPr>
        <p:blipFill rotWithShape="1">
          <a:blip r:embed="Rf2c9b42196fa4031">
            <a:alphaModFix/>
          </a:blip>
          <a:srcRect b="0" l="0" r="0" t="0"/>
          <a:stretch/>
        </p:blipFill>
        <p:spPr>
          <a:xfrm>
            <a:off x="1451915" y="1215749"/>
            <a:ext cx="7789740" cy="548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 Multiplication (Strassen’s Method)</a:t>
            </a:r>
            <a:endParaRPr/>
          </a:p>
        </p:txBody>
      </p:sp>
      <p:pic>
        <p:nvPicPr>
          <p:cNvPr descr="Text&#10;&#10;Description automatically generated" id="221" name="Google Shape;221;p22"/>
          <p:cNvPicPr preferRelativeResize="0"/>
          <p:nvPr/>
        </p:nvPicPr>
        <p:blipFill rotWithShape="1">
          <a:blip r:embed="Rd94e387b0392482d">
            <a:alphaModFix/>
          </a:blip>
          <a:srcRect b="0" l="0" r="0" t="0"/>
          <a:stretch/>
        </p:blipFill>
        <p:spPr>
          <a:xfrm>
            <a:off x="1747230" y="1401182"/>
            <a:ext cx="7201461" cy="5119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terms:created xsi:type="dcterms:W3CDTF">2022-02-24T22:17:10.0000000Z</dcterms:created>
  <dc:creator>Md Moniruzzaman, Assistant Professor,CSE</dc:creator>
  <dcterms:modified xsi:type="dcterms:W3CDTF">2025-08-12T17:59:27.2450000Z</dcterms:modified>
</coreProperties>
</file>