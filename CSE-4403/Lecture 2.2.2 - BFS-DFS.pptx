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70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B/bcvkOvzAE2kN35s6xUBIT0d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0" name="Google Shape;7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(1+k1)+(1+k2)+(1+k3)+(1+k4)+…+(1+kn)</a:t>
            </a:r>
            <a:br>
              <a:rPr lang="en-US" dirty="0"/>
            </a:br>
            <a:r>
              <a:rPr lang="en-US" dirty="0"/>
              <a:t>(1+1+…+1) + (k1+k2+…</a:t>
            </a:r>
            <a:r>
              <a:rPr lang="en-US" dirty="0" err="1"/>
              <a:t>kn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V+E</a:t>
            </a:r>
            <a:endParaRPr dirty="0"/>
          </a:p>
        </p:txBody>
      </p:sp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BFS: 1 2 3 4 5 6</a:t>
            </a:r>
            <a:br>
              <a:rPr lang="en-US"/>
            </a:br>
            <a:r>
              <a:rPr lang="en-US"/>
              <a:t>DFS: 1 3 6 5 2 4</a:t>
            </a:r>
            <a:endParaRPr/>
          </a:p>
        </p:txBody>
      </p:sp>
      <p:sp>
        <p:nvSpPr>
          <p:cNvPr id="138" name="Google Shape;13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Algorithms</a:t>
            </a:r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36195" lvl="0" indent="0" algn="ctr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Lecture 1.2-2.1</a:t>
            </a:r>
            <a:endParaRPr/>
          </a:p>
          <a:p>
            <a:pPr marL="0" marR="36195" lvl="0" indent="0" algn="ctr" rtl="0">
              <a:lnSpc>
                <a:spcPct val="111000"/>
              </a:lnSpc>
              <a:spcBef>
                <a:spcPts val="750"/>
              </a:spcBef>
              <a:spcAft>
                <a:spcPts val="750"/>
              </a:spcAft>
              <a:buSzPts val="1800"/>
              <a:buNone/>
            </a:pPr>
            <a:r>
              <a:rPr lang="en-US"/>
              <a:t>Dr. Md Moniruzzaman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2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Graph</a:t>
            </a:r>
            <a:endParaRPr/>
          </a:p>
        </p:txBody>
      </p:sp>
      <p:pic>
        <p:nvPicPr>
          <p:cNvPr id="79" name="Google Shape;7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7746" y="1690688"/>
            <a:ext cx="6674949" cy="4620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2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Adjacency Matrix</a:t>
            </a:r>
            <a:endParaRPr/>
          </a:p>
        </p:txBody>
      </p:sp>
      <p:pic>
        <p:nvPicPr>
          <p:cNvPr id="85" name="Google Shape;85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004706" y="2000765"/>
            <a:ext cx="6182588" cy="4001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3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Adjacency List</a:t>
            </a:r>
            <a:endParaRPr/>
          </a:p>
        </p:txBody>
      </p:sp>
      <p:pic>
        <p:nvPicPr>
          <p:cNvPr id="91" name="Google Shape;9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820" y="1433233"/>
            <a:ext cx="8079947" cy="5232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Sample directed graph</a:t>
            </a:r>
            <a:endParaRPr/>
          </a:p>
        </p:txBody>
      </p:sp>
      <p:pic>
        <p:nvPicPr>
          <p:cNvPr id="97" name="Google Shape;97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83943" y="1901170"/>
            <a:ext cx="7205738" cy="4060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81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BFS (with 3 states)</a:t>
            </a:r>
            <a:endParaRPr/>
          </a:p>
        </p:txBody>
      </p:sp>
      <p:pic>
        <p:nvPicPr>
          <p:cNvPr id="103" name="Google Shape;103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206851" y="1205949"/>
            <a:ext cx="5089731" cy="492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BFS (with 2 states)</a:t>
            </a:r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US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Initialize a </a:t>
            </a:r>
            <a:r>
              <a:rPr lang="en-US" b="1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visited</a:t>
            </a:r>
            <a:r>
              <a:rPr lang="en-US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array by marking every vertex as not-visited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Arial"/>
              <a:buChar char="•"/>
            </a:pPr>
            <a:r>
              <a:rPr lang="en-US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Declare a </a:t>
            </a:r>
            <a:r>
              <a:rPr lang="en-US" b="1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queue</a:t>
            </a:r>
            <a:r>
              <a:rPr lang="en-US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 and insert the starting vertex.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Arial"/>
              <a:buChar char="•"/>
            </a:pPr>
            <a:r>
              <a:rPr lang="en-US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Mark the starting vertex as visited.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Arial"/>
              <a:buChar char="•"/>
            </a:pPr>
            <a:r>
              <a:rPr lang="en-US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Follow the below process till the queue becomes empty: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Arial"/>
              <a:buChar char="•"/>
            </a:pPr>
            <a:r>
              <a:rPr lang="en-US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Remove the first vertex of the queue.</a:t>
            </a:r>
            <a:r>
              <a:rPr lang="en-US" dirty="0"/>
              <a:t> 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Arial"/>
              <a:buChar char="•"/>
            </a:pPr>
            <a:r>
              <a:rPr lang="en-US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Insert all the unvisited neighbors of the vertex into the queue and </a:t>
            </a:r>
            <a:r>
              <a:rPr lang="en-US" dirty="0"/>
              <a:t>m</a:t>
            </a:r>
            <a:r>
              <a:rPr lang="en-US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ark those vertices as visited.</a:t>
            </a:r>
            <a:endParaRPr dirty="0"/>
          </a:p>
          <a:p>
            <a:pPr marL="742950" lvl="1" indent="-133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Arial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15" name="Google Shape;11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Using vector to store the graph as adjacency list: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/>
              <a:t>vector&lt;int&gt; lst[MAX]; </a:t>
            </a:r>
            <a:r>
              <a:rPr lang="en-US"/>
              <a:t>//this is an array of vectors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insert an element: </a:t>
            </a:r>
            <a:r>
              <a:rPr lang="en-US" b="1"/>
              <a:t>lst[index].push_back(value);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get the size of the vector: </a:t>
            </a:r>
            <a:r>
              <a:rPr lang="en-US" b="1"/>
              <a:t>int sz = lst[index].size();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maintain a Queue: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queue&lt;int&gt; Q;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insert an element: </a:t>
            </a:r>
            <a:r>
              <a:rPr lang="en-US" b="1"/>
              <a:t>Q.push(node);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retrieve the front element: </a:t>
            </a:r>
            <a:r>
              <a:rPr lang="en-US" b="1"/>
              <a:t>container = Q.front();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remove an element : </a:t>
            </a:r>
            <a:r>
              <a:rPr lang="en-US" b="1"/>
              <a:t>Q.pop();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check whether empty or not: </a:t>
            </a:r>
            <a:r>
              <a:rPr lang="en-US" b="1"/>
              <a:t>Q.empty();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 rot="-54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"/>
          <p:cNvSpPr txBox="1"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Adjacency List Implementation</a:t>
            </a:r>
            <a:endParaRPr/>
          </a:p>
        </p:txBody>
      </p:sp>
      <p:pic>
        <p:nvPicPr>
          <p:cNvPr id="122" name="Google Shape;122;p1" descr="A computer code with many colored text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12814" y="798658"/>
            <a:ext cx="5725324" cy="5420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/>
          <p:nvPr/>
        </p:nvSpPr>
        <p:spPr>
          <a:xfrm rot="-54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 txBox="1"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2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Adjacency Matrix Implementation</a:t>
            </a:r>
            <a:endParaRPr dirty="0"/>
          </a:p>
        </p:txBody>
      </p:sp>
      <p:pic>
        <p:nvPicPr>
          <p:cNvPr id="129" name="Google Shape;129;p24" descr="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7316" y="837286"/>
            <a:ext cx="6780700" cy="518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DFS (with 2 states)</a:t>
            </a:r>
            <a:endParaRPr/>
          </a:p>
        </p:txBody>
      </p:sp>
      <p:sp>
        <p:nvSpPr>
          <p:cNvPr id="135" name="Google Shape;135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Arial"/>
              <a:buChar char="•"/>
            </a:pPr>
            <a:r>
              <a:rPr lang="en-US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Initialize a </a:t>
            </a:r>
            <a:r>
              <a:rPr lang="en-US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visited</a:t>
            </a:r>
            <a:r>
              <a:rPr lang="en-US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array by marking every vertex as not-visited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Arial"/>
              <a:buChar char="•"/>
            </a:pPr>
            <a:r>
              <a:rPr lang="en-US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Declare a stack and insert the starting vertex.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Arial"/>
              <a:buChar char="•"/>
            </a:pPr>
            <a:r>
              <a:rPr lang="en-US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Mark the starting vertex as visited.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Arial"/>
              <a:buChar char="•"/>
            </a:pPr>
            <a:r>
              <a:rPr lang="en-US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Follow the below process till the </a:t>
            </a:r>
            <a:r>
              <a:rPr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stack</a:t>
            </a:r>
            <a:r>
              <a:rPr lang="en-US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 becomes empty: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Arial"/>
              <a:buChar char="•"/>
            </a:pPr>
            <a:r>
              <a:rPr lang="en-US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Remove the first vertex of the </a:t>
            </a:r>
            <a:r>
              <a:rPr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stack</a:t>
            </a:r>
            <a:r>
              <a:rPr lang="en-US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/>
              <a:t>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Arial"/>
              <a:buChar char="•"/>
            </a:pPr>
            <a:r>
              <a:rPr lang="en-US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Insert all the unvisited neighbors of the vertex into the </a:t>
            </a:r>
            <a:r>
              <a:rPr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stack</a:t>
            </a:r>
            <a:r>
              <a:rPr lang="en-US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/>
              <a:t>m</a:t>
            </a:r>
            <a:r>
              <a:rPr lang="en-US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ark those vertices as visited.</a:t>
            </a:r>
            <a:endParaRPr/>
          </a:p>
          <a:p>
            <a:pPr marL="742950" lvl="1" indent="-133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Arial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81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DFS (Continue…)</a:t>
            </a:r>
            <a:endParaRPr dirty="0"/>
          </a:p>
        </p:txBody>
      </p:sp>
      <p:pic>
        <p:nvPicPr>
          <p:cNvPr id="127" name="Google Shape;127;p8" descr="Tex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054184" y="1580753"/>
            <a:ext cx="8606196" cy="3696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/>
          <p:nvPr/>
        </p:nvSpPr>
        <p:spPr>
          <a:xfrm rot="-54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Graph to traverse</a:t>
            </a:r>
            <a:endParaRPr/>
          </a:p>
        </p:txBody>
      </p:sp>
      <p:pic>
        <p:nvPicPr>
          <p:cNvPr id="142" name="Google Shape;142;p14" descr="A diagram of a networ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83296" y="643466"/>
            <a:ext cx="5568739" cy="5568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CC2293-583E-3216-C973-D0E4BF44F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605522-A6E3-BCAD-CEE3-FFACA9BCD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Equalizing Money (</a:t>
            </a:r>
            <a:r>
              <a:rPr lang="en-US" dirty="0" err="1"/>
              <a:t>Lightoj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https://lightoj.com/problem/equalizing-money</a:t>
            </a:r>
          </a:p>
          <a:p>
            <a:r>
              <a:rPr lang="en-US" dirty="0"/>
              <a:t>Building Roads (CSES)</a:t>
            </a:r>
          </a:p>
          <a:p>
            <a:pPr lvl="1"/>
            <a:r>
              <a:rPr lang="en-US" dirty="0"/>
              <a:t>https://cses.fi/problemset/task/1666/</a:t>
            </a:r>
          </a:p>
        </p:txBody>
      </p:sp>
    </p:spTree>
    <p:extLst>
      <p:ext uri="{BB962C8B-B14F-4D97-AF65-F5344CB8AC3E}">
        <p14:creationId xmlns:p14="http://schemas.microsoft.com/office/powerpoint/2010/main" val="1415520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370</Words>
  <Application>Microsoft Office PowerPoint</Application>
  <PresentationFormat>Widescreen</PresentationFormat>
  <Paragraphs>44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Algorithms</vt:lpstr>
      <vt:lpstr>Graph</vt:lpstr>
      <vt:lpstr>Adjacency Matrix</vt:lpstr>
      <vt:lpstr>Adjacency List</vt:lpstr>
      <vt:lpstr>Sample directed graph</vt:lpstr>
      <vt:lpstr>BFS (with 3 states)</vt:lpstr>
      <vt:lpstr>BFS (with 2 states)</vt:lpstr>
      <vt:lpstr>Implementation</vt:lpstr>
      <vt:lpstr>Adjacency List Implementation</vt:lpstr>
      <vt:lpstr>Adjacency Matrix Implementation</vt:lpstr>
      <vt:lpstr>DFS (with 2 states)</vt:lpstr>
      <vt:lpstr>DFS (Continue…)</vt:lpstr>
      <vt:lpstr>Graph to traverse</vt:lpstr>
      <vt:lpstr>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</dc:title>
  <dc:creator>CSE</dc:creator>
  <cp:lastModifiedBy>Md. Maniruzzaman, Assistant Professor, CSE</cp:lastModifiedBy>
  <cp:revision>4</cp:revision>
  <dcterms:created xsi:type="dcterms:W3CDTF">2021-11-26T03:48:20Z</dcterms:created>
  <dcterms:modified xsi:type="dcterms:W3CDTF">2025-05-12T20:12:50Z</dcterms:modified>
</cp:coreProperties>
</file>