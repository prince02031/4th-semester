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DEIAPW/iwzFvtbKIWjZweLtX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2352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Solution</a:t>
            </a:r>
            <a:br>
              <a:rPr lang="en-US"/>
            </a:br>
            <a:r>
              <a:rPr lang="en-US"/>
              <a:t>of</a:t>
            </a:r>
            <a:br>
              <a:rPr lang="en-US"/>
            </a:br>
            <a:r>
              <a:rPr lang="en-US"/>
              <a:t>Mid Term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Divide and Conquer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6995" y="1433234"/>
            <a:ext cx="6878010" cy="399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Merge sort</a:t>
            </a:r>
            <a:endParaRPr/>
          </a:p>
        </p:txBody>
      </p:sp>
      <p:pic>
        <p:nvPicPr>
          <p:cNvPr descr="Text&#10;&#10;Description automatically generated"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588" y="1824819"/>
            <a:ext cx="7125492" cy="4936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Merge sort</a:t>
            </a:r>
            <a:endParaRPr/>
          </a:p>
        </p:txBody>
      </p:sp>
      <p:pic>
        <p:nvPicPr>
          <p:cNvPr descr="Text&#10;&#10;Description automatically generated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339" y="1445626"/>
            <a:ext cx="8194996" cy="5047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number grid with black numbers&#10;&#10;AI-generated content may be incorrect."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8982" y="2771189"/>
            <a:ext cx="3645709" cy="3631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Merge Operation </a:t>
            </a:r>
            <a:endParaRPr/>
          </a:p>
        </p:txBody>
      </p:sp>
      <p:pic>
        <p:nvPicPr>
          <p:cNvPr descr="Diagram&#10;&#10;Description automatically generated"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206" y="2614731"/>
            <a:ext cx="6363588" cy="39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 txBox="1"/>
          <p:nvPr/>
        </p:nvSpPr>
        <p:spPr>
          <a:xfrm>
            <a:off x="1585519" y="2046914"/>
            <a:ext cx="4936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Subarrays to merge: [20,13,7,2] and [12, 11, 9, 1]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Chart&#10;&#10;Description automatically generated with medium confidence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914" y="1464815"/>
            <a:ext cx="7808172" cy="5141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Diagram&#10;&#10;Description automatically generated"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546" y="1311266"/>
            <a:ext cx="8239258" cy="478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Chart, line chart&#10;&#10;Description automatically generated"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6625" y="1311256"/>
            <a:ext cx="7985030" cy="537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Diagram, schematic&#10;&#10;Description automatically generated" id="138" name="Google Shape;1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9474" y="1482026"/>
            <a:ext cx="9202434" cy="501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pic>
        <p:nvPicPr>
          <p:cNvPr descr="Diagram, schematic&#10;&#10;Description automatically generated"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467" y="1307917"/>
            <a:ext cx="7799044" cy="5364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 (Master Theorem)</a:t>
            </a:r>
            <a:endParaRPr/>
          </a:p>
        </p:txBody>
      </p:sp>
      <p:pic>
        <p:nvPicPr>
          <p:cNvPr descr="Graphical user interface, text, application&#10;&#10;Description automatically generated" id="150" name="Google Shape;1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877" y="2184586"/>
            <a:ext cx="8363235" cy="314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2022-02-24T22:17:10Z</dcterms:created>
  <dc:creator>Md Moniruzzaman, Assistant Professor,CSE</dc:creator>
</cp:coreProperties>
</file>