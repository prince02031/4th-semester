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91"/>
  </p:notesMasterIdLst>
  <p:sldIdLst>
    <p:sldId id="840" r:id="rId2"/>
    <p:sldId id="775" r:id="rId3"/>
    <p:sldId id="535" r:id="rId4"/>
    <p:sldId id="841" r:id="rId5"/>
    <p:sldId id="776" r:id="rId6"/>
    <p:sldId id="778" r:id="rId7"/>
    <p:sldId id="842" r:id="rId8"/>
    <p:sldId id="843" r:id="rId9"/>
    <p:sldId id="780" r:id="rId10"/>
    <p:sldId id="753" r:id="rId11"/>
    <p:sldId id="746" r:id="rId12"/>
    <p:sldId id="752" r:id="rId13"/>
    <p:sldId id="844" r:id="rId14"/>
    <p:sldId id="754" r:id="rId15"/>
    <p:sldId id="808" r:id="rId16"/>
    <p:sldId id="838" r:id="rId17"/>
    <p:sldId id="781" r:id="rId18"/>
    <p:sldId id="809" r:id="rId19"/>
    <p:sldId id="832" r:id="rId20"/>
    <p:sldId id="800" r:id="rId21"/>
    <p:sldId id="782" r:id="rId22"/>
    <p:sldId id="810" r:id="rId23"/>
    <p:sldId id="783" r:id="rId24"/>
    <p:sldId id="811" r:id="rId25"/>
    <p:sldId id="812" r:id="rId26"/>
    <p:sldId id="784" r:id="rId27"/>
    <p:sldId id="813" r:id="rId28"/>
    <p:sldId id="814" r:id="rId29"/>
    <p:sldId id="757" r:id="rId30"/>
    <p:sldId id="758" r:id="rId31"/>
    <p:sldId id="785" r:id="rId32"/>
    <p:sldId id="815" r:id="rId33"/>
    <p:sldId id="747" r:id="rId34"/>
    <p:sldId id="786" r:id="rId35"/>
    <p:sldId id="816" r:id="rId36"/>
    <p:sldId id="817" r:id="rId37"/>
    <p:sldId id="787" r:id="rId38"/>
    <p:sldId id="801" r:id="rId39"/>
    <p:sldId id="759" r:id="rId40"/>
    <p:sldId id="818" r:id="rId41"/>
    <p:sldId id="833" r:id="rId42"/>
    <p:sldId id="788" r:id="rId43"/>
    <p:sldId id="760" r:id="rId44"/>
    <p:sldId id="836" r:id="rId45"/>
    <p:sldId id="837" r:id="rId46"/>
    <p:sldId id="789" r:id="rId47"/>
    <p:sldId id="802" r:id="rId48"/>
    <p:sldId id="761" r:id="rId49"/>
    <p:sldId id="803" r:id="rId50"/>
    <p:sldId id="819" r:id="rId51"/>
    <p:sldId id="820" r:id="rId52"/>
    <p:sldId id="762" r:id="rId53"/>
    <p:sldId id="748" r:id="rId54"/>
    <p:sldId id="804" r:id="rId55"/>
    <p:sldId id="763" r:id="rId56"/>
    <p:sldId id="764" r:id="rId57"/>
    <p:sldId id="765" r:id="rId58"/>
    <p:sldId id="766" r:id="rId59"/>
    <p:sldId id="767" r:id="rId60"/>
    <p:sldId id="768" r:id="rId61"/>
    <p:sldId id="769" r:id="rId62"/>
    <p:sldId id="770" r:id="rId63"/>
    <p:sldId id="771" r:id="rId64"/>
    <p:sldId id="790" r:id="rId65"/>
    <p:sldId id="791" r:id="rId66"/>
    <p:sldId id="792" r:id="rId67"/>
    <p:sldId id="793" r:id="rId68"/>
    <p:sldId id="821" r:id="rId69"/>
    <p:sldId id="772" r:id="rId70"/>
    <p:sldId id="794" r:id="rId71"/>
    <p:sldId id="822" r:id="rId72"/>
    <p:sldId id="795" r:id="rId73"/>
    <p:sldId id="796" r:id="rId74"/>
    <p:sldId id="823" r:id="rId75"/>
    <p:sldId id="839" r:id="rId76"/>
    <p:sldId id="830" r:id="rId77"/>
    <p:sldId id="806" r:id="rId78"/>
    <p:sldId id="749" r:id="rId79"/>
    <p:sldId id="824" r:id="rId80"/>
    <p:sldId id="825" r:id="rId81"/>
    <p:sldId id="826" r:id="rId82"/>
    <p:sldId id="827" r:id="rId83"/>
    <p:sldId id="834" r:id="rId84"/>
    <p:sldId id="835" r:id="rId85"/>
    <p:sldId id="773" r:id="rId86"/>
    <p:sldId id="797" r:id="rId87"/>
    <p:sldId id="798" r:id="rId88"/>
    <p:sldId id="829" r:id="rId89"/>
    <p:sldId id="774" r:id="rId90"/>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sz="3200" b="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sz="3200" b="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sz="3200" b="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sz="3200" b="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6666FF"/>
    <a:srgbClr val="3366FF"/>
    <a:srgbClr val="CCFF99"/>
    <a:srgbClr val="99FF33"/>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80" autoAdjust="0"/>
  </p:normalViewPr>
  <p:slideViewPr>
    <p:cSldViewPr>
      <p:cViewPr varScale="1">
        <p:scale>
          <a:sx n="104" d="100"/>
          <a:sy n="104" d="100"/>
        </p:scale>
        <p:origin x="178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53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22" name="Rectangle 2">
            <a:extLst>
              <a:ext uri="{FF2B5EF4-FFF2-40B4-BE49-F238E27FC236}">
                <a16:creationId xmlns:a16="http://schemas.microsoft.com/office/drawing/2014/main" id="{E3FC801C-3DBC-3E7B-10E2-322C933B8FF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smtClean="0">
                <a:latin typeface="Times New Roman" panose="02020603050405020304" pitchFamily="18" charset="0"/>
                <a:ea typeface="+mn-ea"/>
              </a:defRPr>
            </a:lvl1pPr>
          </a:lstStyle>
          <a:p>
            <a:pPr>
              <a:defRPr/>
            </a:pPr>
            <a:endParaRPr lang="en-US" altLang="zh-TW"/>
          </a:p>
        </p:txBody>
      </p:sp>
      <p:sp>
        <p:nvSpPr>
          <p:cNvPr id="952323" name="Rectangle 3">
            <a:extLst>
              <a:ext uri="{FF2B5EF4-FFF2-40B4-BE49-F238E27FC236}">
                <a16:creationId xmlns:a16="http://schemas.microsoft.com/office/drawing/2014/main" id="{DD26063D-5C39-8CF9-3C1F-6ABC9C54D4DF}"/>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smtClean="0">
                <a:latin typeface="Times New Roman" panose="02020603050405020304" pitchFamily="18" charset="0"/>
                <a:ea typeface="+mn-ea"/>
              </a:defRPr>
            </a:lvl1pPr>
          </a:lstStyle>
          <a:p>
            <a:pPr>
              <a:defRPr/>
            </a:pPr>
            <a:endParaRPr lang="en-US" altLang="zh-TW"/>
          </a:p>
        </p:txBody>
      </p:sp>
      <p:sp>
        <p:nvSpPr>
          <p:cNvPr id="3076" name="Rectangle 4">
            <a:extLst>
              <a:ext uri="{FF2B5EF4-FFF2-40B4-BE49-F238E27FC236}">
                <a16:creationId xmlns:a16="http://schemas.microsoft.com/office/drawing/2014/main" id="{A862A28B-64AF-B030-EC24-9D2B6B18A2A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52325" name="Rectangle 5">
            <a:extLst>
              <a:ext uri="{FF2B5EF4-FFF2-40B4-BE49-F238E27FC236}">
                <a16:creationId xmlns:a16="http://schemas.microsoft.com/office/drawing/2014/main" id="{A745797D-80CA-1E93-8560-7C5D7DE56E4C}"/>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TW" noProof="0"/>
              <a:t>Click to edit Master text styles</a:t>
            </a:r>
          </a:p>
          <a:p>
            <a:pPr lvl="1"/>
            <a:r>
              <a:rPr lang="en-US" altLang="zh-TW" noProof="0"/>
              <a:t>Second level</a:t>
            </a:r>
          </a:p>
          <a:p>
            <a:pPr lvl="2"/>
            <a:r>
              <a:rPr lang="en-US" altLang="zh-TW" noProof="0"/>
              <a:t>Third level</a:t>
            </a:r>
          </a:p>
          <a:p>
            <a:pPr lvl="3"/>
            <a:r>
              <a:rPr lang="en-US" altLang="zh-TW" noProof="0"/>
              <a:t>Fourth level</a:t>
            </a:r>
          </a:p>
          <a:p>
            <a:pPr lvl="4"/>
            <a:r>
              <a:rPr lang="en-US" altLang="zh-TW" noProof="0"/>
              <a:t>Fifth level</a:t>
            </a:r>
          </a:p>
        </p:txBody>
      </p:sp>
      <p:sp>
        <p:nvSpPr>
          <p:cNvPr id="952326" name="Rectangle 6">
            <a:extLst>
              <a:ext uri="{FF2B5EF4-FFF2-40B4-BE49-F238E27FC236}">
                <a16:creationId xmlns:a16="http://schemas.microsoft.com/office/drawing/2014/main" id="{B5CC1AF9-6215-CF1E-33D3-B544FA2602EE}"/>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smtClean="0">
                <a:latin typeface="Times New Roman" panose="02020603050405020304" pitchFamily="18" charset="0"/>
                <a:ea typeface="+mn-ea"/>
              </a:defRPr>
            </a:lvl1pPr>
          </a:lstStyle>
          <a:p>
            <a:pPr>
              <a:defRPr/>
            </a:pPr>
            <a:endParaRPr lang="en-US" altLang="zh-TW"/>
          </a:p>
        </p:txBody>
      </p:sp>
      <p:sp>
        <p:nvSpPr>
          <p:cNvPr id="952327" name="Rectangle 7">
            <a:extLst>
              <a:ext uri="{FF2B5EF4-FFF2-40B4-BE49-F238E27FC236}">
                <a16:creationId xmlns:a16="http://schemas.microsoft.com/office/drawing/2014/main" id="{3841AB57-D89C-3042-B671-E0C6C9A9930D}"/>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6DC3CAFC-C9C7-4C2A-9A9D-4DC47A016421}" type="slidenum">
              <a:rPr lang="zh-TW" altLang="en-US"/>
              <a:pPr/>
              <a:t>‹#›</a:t>
            </a:fld>
            <a:endParaRPr lang="en-US" altLang="zh-T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E3F7080F-74A3-88ED-68EC-1A3ABEFF686B}"/>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0AAA1FA4-7FBB-4AE0-93B0-3CE9B9C6B0F3}" type="slidenum">
              <a:rPr lang="zh-TW" altLang="en-US" sz="1200" b="0">
                <a:latin typeface="Times New Roman" panose="02020603050405020304" pitchFamily="18" charset="0"/>
              </a:rPr>
              <a:pPr/>
              <a:t>1</a:t>
            </a:fld>
            <a:endParaRPr lang="en-US" altLang="zh-TW" sz="1200" b="0">
              <a:latin typeface="Times New Roman" panose="02020603050405020304" pitchFamily="18" charset="0"/>
            </a:endParaRPr>
          </a:p>
        </p:txBody>
      </p:sp>
      <p:sp>
        <p:nvSpPr>
          <p:cNvPr id="5123" name="Rectangle 2">
            <a:extLst>
              <a:ext uri="{FF2B5EF4-FFF2-40B4-BE49-F238E27FC236}">
                <a16:creationId xmlns:a16="http://schemas.microsoft.com/office/drawing/2014/main" id="{B3951273-E8B2-4F36-21F1-C02D6D8CE9B4}"/>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93AEF8BF-5CDB-CAFB-47E2-97BA046A1FFF}"/>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5B49D1AC-F26F-6EE7-6F81-342D28DBDB1D}"/>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ECC2AC7-EF80-4961-9B52-49EEB898F0BE}" type="slidenum">
              <a:rPr lang="zh-TW" altLang="en-US" sz="1200" b="0">
                <a:latin typeface="Times New Roman" panose="02020603050405020304" pitchFamily="18" charset="0"/>
              </a:rPr>
              <a:pPr/>
              <a:t>2</a:t>
            </a:fld>
            <a:endParaRPr lang="en-US" altLang="zh-TW" sz="1200" b="0">
              <a:latin typeface="Times New Roman" panose="02020603050405020304" pitchFamily="18" charset="0"/>
            </a:endParaRPr>
          </a:p>
        </p:txBody>
      </p:sp>
      <p:sp>
        <p:nvSpPr>
          <p:cNvPr id="7171" name="Rectangle 2">
            <a:extLst>
              <a:ext uri="{FF2B5EF4-FFF2-40B4-BE49-F238E27FC236}">
                <a16:creationId xmlns:a16="http://schemas.microsoft.com/office/drawing/2014/main" id="{EE4BBD62-AD45-59AA-A4D3-D0895BD347B7}"/>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AE038732-5704-C17C-150D-F9B4E67070E3}"/>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223B6D16-F8ED-0C75-17D3-38766BA1483C}"/>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8174EC7-A2BF-49ED-8AD7-28010A635071}" type="slidenum">
              <a:rPr lang="zh-TW" altLang="en-US" sz="1200" b="0">
                <a:latin typeface="Times New Roman" panose="02020603050405020304" pitchFamily="18" charset="0"/>
              </a:rPr>
              <a:pPr/>
              <a:t>3</a:t>
            </a:fld>
            <a:endParaRPr lang="en-US" altLang="zh-TW" sz="1200" b="0">
              <a:latin typeface="Times New Roman" panose="02020603050405020304" pitchFamily="18" charset="0"/>
            </a:endParaRPr>
          </a:p>
        </p:txBody>
      </p:sp>
      <p:sp>
        <p:nvSpPr>
          <p:cNvPr id="9219" name="Rectangle 2">
            <a:extLst>
              <a:ext uri="{FF2B5EF4-FFF2-40B4-BE49-F238E27FC236}">
                <a16:creationId xmlns:a16="http://schemas.microsoft.com/office/drawing/2014/main" id="{7FD358F8-7515-0210-B159-50D4F700E898}"/>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1482CB1E-F3D4-D396-9DFC-8A67BCE497DC}"/>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716E0AFE-F8A3-9F53-C229-A06EA1B511CA}"/>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955A5D0-A461-40E6-A5AE-3BBEBACD293C}" type="slidenum">
              <a:rPr lang="zh-TW" altLang="en-US" sz="1200" b="0">
                <a:latin typeface="Times New Roman" panose="02020603050405020304" pitchFamily="18" charset="0"/>
              </a:rPr>
              <a:pPr/>
              <a:t>5</a:t>
            </a:fld>
            <a:endParaRPr lang="en-US" altLang="zh-TW" sz="1200" b="0">
              <a:latin typeface="Times New Roman" panose="02020603050405020304" pitchFamily="18" charset="0"/>
            </a:endParaRPr>
          </a:p>
        </p:txBody>
      </p:sp>
      <p:sp>
        <p:nvSpPr>
          <p:cNvPr id="12291" name="Rectangle 2">
            <a:extLst>
              <a:ext uri="{FF2B5EF4-FFF2-40B4-BE49-F238E27FC236}">
                <a16:creationId xmlns:a16="http://schemas.microsoft.com/office/drawing/2014/main" id="{F7DE7C72-ACBC-6F73-7DF5-6D8FEF82D201}"/>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EA438E95-6534-E57E-D3C1-3BD647689C36}"/>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EB139EE5-69DA-B6A0-D2EF-048D250B808A}"/>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32AD95A-EEA3-4DAC-AAE0-F625556B1E4D}" type="slidenum">
              <a:rPr lang="zh-TW" altLang="en-US" sz="1200" b="0">
                <a:latin typeface="Times New Roman" panose="02020603050405020304" pitchFamily="18" charset="0"/>
              </a:rPr>
              <a:pPr/>
              <a:t>6</a:t>
            </a:fld>
            <a:endParaRPr lang="en-US" altLang="zh-TW" sz="1200" b="0">
              <a:latin typeface="Times New Roman" panose="02020603050405020304" pitchFamily="18" charset="0"/>
            </a:endParaRPr>
          </a:p>
        </p:txBody>
      </p:sp>
      <p:sp>
        <p:nvSpPr>
          <p:cNvPr id="20483" name="Rectangle 2">
            <a:extLst>
              <a:ext uri="{FF2B5EF4-FFF2-40B4-BE49-F238E27FC236}">
                <a16:creationId xmlns:a16="http://schemas.microsoft.com/office/drawing/2014/main" id="{81BF80C1-0AF0-A3D0-A63B-E6800E9205B4}"/>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0976E6E8-D37D-477B-7C9F-F2FB568A9EE2}"/>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448350D6-5F28-F0D0-C58D-AA1E9AAF80AC}"/>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46FA9D4-5657-4783-B7CF-38DBCD08255E}" type="slidenum">
              <a:rPr lang="zh-TW" altLang="en-US" sz="1200" b="0">
                <a:latin typeface="Times New Roman" panose="02020603050405020304" pitchFamily="18" charset="0"/>
              </a:rPr>
              <a:pPr/>
              <a:t>9</a:t>
            </a:fld>
            <a:endParaRPr lang="en-US" altLang="zh-TW" sz="1200" b="0">
              <a:latin typeface="Times New Roman" panose="02020603050405020304" pitchFamily="18" charset="0"/>
            </a:endParaRPr>
          </a:p>
        </p:txBody>
      </p:sp>
      <p:sp>
        <p:nvSpPr>
          <p:cNvPr id="27651" name="Rectangle 2">
            <a:extLst>
              <a:ext uri="{FF2B5EF4-FFF2-40B4-BE49-F238E27FC236}">
                <a16:creationId xmlns:a16="http://schemas.microsoft.com/office/drawing/2014/main" id="{532F01AD-67AA-D490-A619-DACBC4DA444E}"/>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81CA06B2-767F-D38E-5065-3C881E498E13}"/>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477D7A9A-0C0E-CA6F-3EB5-06EA06EEEFB8}"/>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1F02EE20-0790-4380-8432-AB3330A56556}" type="slidenum">
              <a:rPr lang="zh-TW" altLang="en-US" sz="1200" b="0">
                <a:latin typeface="Times New Roman" panose="02020603050405020304" pitchFamily="18" charset="0"/>
              </a:rPr>
              <a:pPr/>
              <a:t>10</a:t>
            </a:fld>
            <a:endParaRPr lang="en-US" altLang="zh-TW" sz="1200" b="0">
              <a:latin typeface="Times New Roman" panose="02020603050405020304" pitchFamily="18" charset="0"/>
            </a:endParaRPr>
          </a:p>
        </p:txBody>
      </p:sp>
      <p:sp>
        <p:nvSpPr>
          <p:cNvPr id="29699" name="Rectangle 2">
            <a:extLst>
              <a:ext uri="{FF2B5EF4-FFF2-40B4-BE49-F238E27FC236}">
                <a16:creationId xmlns:a16="http://schemas.microsoft.com/office/drawing/2014/main" id="{B9BF12A8-6D81-8658-47AC-3F5912B26934}"/>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6BDAFACE-CE20-E19E-6B3D-40A6404722CF}"/>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69461CF7-52E7-D7CD-DBFF-CC81A7D8F4BD}"/>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4180C6EF-9490-4AE0-9222-06B7BBC8A399}" type="slidenum">
              <a:rPr lang="zh-TW" altLang="en-US" sz="1200" b="0">
                <a:latin typeface="Times New Roman" panose="02020603050405020304" pitchFamily="18" charset="0"/>
              </a:rPr>
              <a:pPr/>
              <a:t>11</a:t>
            </a:fld>
            <a:endParaRPr lang="en-US" altLang="zh-TW" sz="1200" b="0">
              <a:latin typeface="Times New Roman" panose="02020603050405020304" pitchFamily="18" charset="0"/>
            </a:endParaRPr>
          </a:p>
        </p:txBody>
      </p:sp>
      <p:sp>
        <p:nvSpPr>
          <p:cNvPr id="31747" name="Rectangle 2">
            <a:extLst>
              <a:ext uri="{FF2B5EF4-FFF2-40B4-BE49-F238E27FC236}">
                <a16:creationId xmlns:a16="http://schemas.microsoft.com/office/drawing/2014/main" id="{2D440EAD-12C3-244C-4A82-1CC20797CF47}"/>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01F47C25-070D-6A48-3AA1-20ECB49CE715}"/>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72A4D4E6-21FD-66C3-A3AF-CAD471088795}"/>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73ED206-4576-4D45-9C9A-7420A564AD95}" type="slidenum">
              <a:rPr lang="zh-TW" altLang="en-US" sz="1200" b="0">
                <a:latin typeface="Times New Roman" panose="02020603050405020304" pitchFamily="18" charset="0"/>
              </a:rPr>
              <a:pPr/>
              <a:t>12</a:t>
            </a:fld>
            <a:endParaRPr lang="en-US" altLang="zh-TW" sz="1200" b="0">
              <a:latin typeface="Times New Roman" panose="02020603050405020304" pitchFamily="18" charset="0"/>
            </a:endParaRPr>
          </a:p>
        </p:txBody>
      </p:sp>
      <p:sp>
        <p:nvSpPr>
          <p:cNvPr id="23555" name="Rectangle 2">
            <a:extLst>
              <a:ext uri="{FF2B5EF4-FFF2-40B4-BE49-F238E27FC236}">
                <a16:creationId xmlns:a16="http://schemas.microsoft.com/office/drawing/2014/main" id="{AD690B88-098A-43FF-CBE0-BC1037356DDB}"/>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31311CDA-F94A-1725-0CA9-47B6D7C2122E}"/>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A80320D6-9367-9741-0380-D9C6F6291CFA}"/>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1F2CB2C-3236-4FD1-9BDB-077BAE07B052}" type="slidenum">
              <a:rPr lang="zh-TW" altLang="en-US" sz="1200" b="0">
                <a:latin typeface="Times New Roman" panose="02020603050405020304" pitchFamily="18" charset="0"/>
              </a:rPr>
              <a:pPr/>
              <a:t>14</a:t>
            </a:fld>
            <a:endParaRPr lang="en-US" altLang="zh-TW" sz="1200" b="0">
              <a:latin typeface="Times New Roman" panose="02020603050405020304" pitchFamily="18" charset="0"/>
            </a:endParaRPr>
          </a:p>
        </p:txBody>
      </p:sp>
      <p:sp>
        <p:nvSpPr>
          <p:cNvPr id="33795" name="Rectangle 2">
            <a:extLst>
              <a:ext uri="{FF2B5EF4-FFF2-40B4-BE49-F238E27FC236}">
                <a16:creationId xmlns:a16="http://schemas.microsoft.com/office/drawing/2014/main" id="{52D40D08-CB2B-2E58-25E5-7A68C75A3F06}"/>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34CACFE5-35EF-8482-3EB6-6BC389F88BE4}"/>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05FCD1A2-5F1B-843F-C8DB-F41400BF7320}"/>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0BF1E3B-D8A9-4A67-AED2-590D25B5C57F}" type="slidenum">
              <a:rPr lang="zh-TW" altLang="en-US" sz="1200" b="0">
                <a:latin typeface="Times New Roman" panose="02020603050405020304" pitchFamily="18" charset="0"/>
              </a:rPr>
              <a:pPr/>
              <a:t>15</a:t>
            </a:fld>
            <a:endParaRPr lang="en-US" altLang="zh-TW" sz="1200" b="0">
              <a:latin typeface="Times New Roman" panose="02020603050405020304" pitchFamily="18" charset="0"/>
            </a:endParaRPr>
          </a:p>
        </p:txBody>
      </p:sp>
      <p:sp>
        <p:nvSpPr>
          <p:cNvPr id="39939" name="Rectangle 2">
            <a:extLst>
              <a:ext uri="{FF2B5EF4-FFF2-40B4-BE49-F238E27FC236}">
                <a16:creationId xmlns:a16="http://schemas.microsoft.com/office/drawing/2014/main" id="{629C3918-DB30-7D32-4903-90F6E538046C}"/>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820DEA98-677D-CED5-AD9C-C3F5B10AAE27}"/>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339809E3-9A66-546E-02DB-E0A143B8D4D8}"/>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21274B36-0814-473E-B142-5C7F2AD7E398}" type="slidenum">
              <a:rPr lang="zh-TW" altLang="en-US" sz="1200" b="0">
                <a:latin typeface="Times New Roman" panose="02020603050405020304" pitchFamily="18" charset="0"/>
              </a:rPr>
              <a:pPr/>
              <a:t>16</a:t>
            </a:fld>
            <a:endParaRPr lang="en-US" altLang="zh-TW" sz="1200" b="0">
              <a:latin typeface="Times New Roman" panose="02020603050405020304" pitchFamily="18" charset="0"/>
            </a:endParaRPr>
          </a:p>
        </p:txBody>
      </p:sp>
      <p:sp>
        <p:nvSpPr>
          <p:cNvPr id="41987" name="Rectangle 2">
            <a:extLst>
              <a:ext uri="{FF2B5EF4-FFF2-40B4-BE49-F238E27FC236}">
                <a16:creationId xmlns:a16="http://schemas.microsoft.com/office/drawing/2014/main" id="{88735F8B-451E-27DC-6649-AC432A423CF0}"/>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4CE1C2C8-FEAA-CA9A-EBAB-BDFDE70A8E3B}"/>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13FCA723-9651-2F8B-9D79-B50480C96E96}"/>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2BCA9006-C78E-4872-A655-ED43563BA5C6}" type="slidenum">
              <a:rPr lang="zh-TW" altLang="en-US" sz="1200" b="0">
                <a:latin typeface="Times New Roman" panose="02020603050405020304" pitchFamily="18" charset="0"/>
              </a:rPr>
              <a:pPr/>
              <a:t>17</a:t>
            </a:fld>
            <a:endParaRPr lang="en-US" altLang="zh-TW" sz="1200" b="0">
              <a:latin typeface="Times New Roman" panose="02020603050405020304" pitchFamily="18" charset="0"/>
            </a:endParaRPr>
          </a:p>
        </p:txBody>
      </p:sp>
      <p:sp>
        <p:nvSpPr>
          <p:cNvPr id="46083" name="Rectangle 2">
            <a:extLst>
              <a:ext uri="{FF2B5EF4-FFF2-40B4-BE49-F238E27FC236}">
                <a16:creationId xmlns:a16="http://schemas.microsoft.com/office/drawing/2014/main" id="{747ACB59-7CAA-D355-709B-A402E4568B2B}"/>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39DB8563-9D93-E225-4DB8-CBD8497FD184}"/>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AC77F65-929C-F862-1ACB-F21338CA56AB}"/>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2194B41F-9E2C-43CC-8DC7-B5E82390627A}" type="slidenum">
              <a:rPr lang="zh-TW" altLang="en-US" sz="1200" b="0">
                <a:latin typeface="Times New Roman" panose="02020603050405020304" pitchFamily="18" charset="0"/>
              </a:rPr>
              <a:pPr/>
              <a:t>18</a:t>
            </a:fld>
            <a:endParaRPr lang="en-US" altLang="zh-TW" sz="1200" b="0">
              <a:latin typeface="Times New Roman" panose="02020603050405020304" pitchFamily="18" charset="0"/>
            </a:endParaRPr>
          </a:p>
        </p:txBody>
      </p:sp>
      <p:sp>
        <p:nvSpPr>
          <p:cNvPr id="50179" name="Rectangle 2">
            <a:extLst>
              <a:ext uri="{FF2B5EF4-FFF2-40B4-BE49-F238E27FC236}">
                <a16:creationId xmlns:a16="http://schemas.microsoft.com/office/drawing/2014/main" id="{3FBE3F39-0F81-1512-E572-5D697B398425}"/>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8BA18F39-947F-A080-1AE7-C04F4637F4E4}"/>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BB96466B-1686-3875-7C30-BC41FA647012}"/>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387918B-9003-4549-A036-1C6C659EDAFB}" type="slidenum">
              <a:rPr lang="zh-TW" altLang="en-US" sz="1200" b="0">
                <a:latin typeface="Times New Roman" panose="02020603050405020304" pitchFamily="18" charset="0"/>
              </a:rPr>
              <a:pPr/>
              <a:t>19</a:t>
            </a:fld>
            <a:endParaRPr lang="en-US" altLang="zh-TW" sz="1200" b="0">
              <a:latin typeface="Times New Roman" panose="02020603050405020304" pitchFamily="18" charset="0"/>
            </a:endParaRPr>
          </a:p>
        </p:txBody>
      </p:sp>
      <p:sp>
        <p:nvSpPr>
          <p:cNvPr id="52227" name="Rectangle 2">
            <a:extLst>
              <a:ext uri="{FF2B5EF4-FFF2-40B4-BE49-F238E27FC236}">
                <a16:creationId xmlns:a16="http://schemas.microsoft.com/office/drawing/2014/main" id="{AD4C0D0B-8621-BE74-F4D2-10790B94134E}"/>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54A69C83-1F0E-7BE7-1A63-30515754D656}"/>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B37957FA-8209-B976-C381-82EC3EA0D13B}"/>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9458479-91C0-4523-80CB-2733540B63B7}" type="slidenum">
              <a:rPr lang="zh-TW" altLang="en-US" sz="1200" b="0">
                <a:latin typeface="Times New Roman" panose="02020603050405020304" pitchFamily="18" charset="0"/>
              </a:rPr>
              <a:pPr/>
              <a:t>20</a:t>
            </a:fld>
            <a:endParaRPr lang="en-US" altLang="zh-TW" sz="1200" b="0">
              <a:latin typeface="Times New Roman" panose="02020603050405020304" pitchFamily="18" charset="0"/>
            </a:endParaRPr>
          </a:p>
        </p:txBody>
      </p:sp>
      <p:sp>
        <p:nvSpPr>
          <p:cNvPr id="54275" name="Rectangle 2">
            <a:extLst>
              <a:ext uri="{FF2B5EF4-FFF2-40B4-BE49-F238E27FC236}">
                <a16:creationId xmlns:a16="http://schemas.microsoft.com/office/drawing/2014/main" id="{5153AC77-E75E-14E6-AC9C-0D44253478A4}"/>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8D1144A0-5E5C-481F-481F-714891D0F8DE}"/>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8B209E9B-BAD5-E87C-7A45-C4E087FE98C5}"/>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9D5F2406-BF0B-42F2-9B3F-2E98CADE048B}" type="slidenum">
              <a:rPr lang="zh-TW" altLang="en-US" sz="1200" b="0">
                <a:latin typeface="Times New Roman" panose="02020603050405020304" pitchFamily="18" charset="0"/>
              </a:rPr>
              <a:pPr/>
              <a:t>21</a:t>
            </a:fld>
            <a:endParaRPr lang="en-US" altLang="zh-TW" sz="1200" b="0">
              <a:latin typeface="Times New Roman" panose="02020603050405020304" pitchFamily="18" charset="0"/>
            </a:endParaRPr>
          </a:p>
        </p:txBody>
      </p:sp>
      <p:sp>
        <p:nvSpPr>
          <p:cNvPr id="56323" name="Rectangle 2">
            <a:extLst>
              <a:ext uri="{FF2B5EF4-FFF2-40B4-BE49-F238E27FC236}">
                <a16:creationId xmlns:a16="http://schemas.microsoft.com/office/drawing/2014/main" id="{79BF9004-6A48-0D58-DD43-2C5179862BA2}"/>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19B0B9D9-FD36-4D05-DACB-444862B6BA00}"/>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C3F20EBC-6741-7D5A-AE4D-A83964C87808}"/>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CA84336-7BEE-4A8E-88AB-B9E111C3A1AE}" type="slidenum">
              <a:rPr lang="zh-TW" altLang="en-US" sz="1200" b="0">
                <a:latin typeface="Times New Roman" panose="02020603050405020304" pitchFamily="18" charset="0"/>
              </a:rPr>
              <a:pPr/>
              <a:t>22</a:t>
            </a:fld>
            <a:endParaRPr lang="en-US" altLang="zh-TW" sz="1200" b="0">
              <a:latin typeface="Times New Roman" panose="02020603050405020304" pitchFamily="18" charset="0"/>
            </a:endParaRPr>
          </a:p>
        </p:txBody>
      </p:sp>
      <p:sp>
        <p:nvSpPr>
          <p:cNvPr id="58371" name="Rectangle 2">
            <a:extLst>
              <a:ext uri="{FF2B5EF4-FFF2-40B4-BE49-F238E27FC236}">
                <a16:creationId xmlns:a16="http://schemas.microsoft.com/office/drawing/2014/main" id="{6983011E-1AD4-2C35-9B4B-498A29F0F112}"/>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23DF34F4-9B15-2A59-2698-C5F38FB3000C}"/>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981D7B69-AEFF-2AC4-BF9E-E29E79E0F677}"/>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162D5BF6-54BB-4508-AD6C-CE68644CA8BF}" type="slidenum">
              <a:rPr lang="zh-TW" altLang="en-US" sz="1200" b="0">
                <a:latin typeface="Times New Roman" panose="02020603050405020304" pitchFamily="18" charset="0"/>
              </a:rPr>
              <a:pPr/>
              <a:t>23</a:t>
            </a:fld>
            <a:endParaRPr lang="en-US" altLang="zh-TW" sz="1200" b="0">
              <a:latin typeface="Times New Roman" panose="02020603050405020304" pitchFamily="18" charset="0"/>
            </a:endParaRPr>
          </a:p>
        </p:txBody>
      </p:sp>
      <p:sp>
        <p:nvSpPr>
          <p:cNvPr id="60419" name="Rectangle 2">
            <a:extLst>
              <a:ext uri="{FF2B5EF4-FFF2-40B4-BE49-F238E27FC236}">
                <a16:creationId xmlns:a16="http://schemas.microsoft.com/office/drawing/2014/main" id="{0AD3A21A-8DFA-2BAD-0674-D317F7B3C0F8}"/>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E6CC25F6-2115-C1DB-1E22-53B09A6B0D1C}"/>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AF65569A-EC4F-9B06-F774-139E03CC15CC}"/>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41ABC97B-3D6C-4194-B139-1E7BEF447D2C}" type="slidenum">
              <a:rPr lang="zh-TW" altLang="en-US" sz="1200" b="0">
                <a:latin typeface="Times New Roman" panose="02020603050405020304" pitchFamily="18" charset="0"/>
              </a:rPr>
              <a:pPr/>
              <a:t>24</a:t>
            </a:fld>
            <a:endParaRPr lang="en-US" altLang="zh-TW" sz="1200" b="0">
              <a:latin typeface="Times New Roman" panose="02020603050405020304" pitchFamily="18" charset="0"/>
            </a:endParaRPr>
          </a:p>
        </p:txBody>
      </p:sp>
      <p:sp>
        <p:nvSpPr>
          <p:cNvPr id="62467" name="Rectangle 2">
            <a:extLst>
              <a:ext uri="{FF2B5EF4-FFF2-40B4-BE49-F238E27FC236}">
                <a16:creationId xmlns:a16="http://schemas.microsoft.com/office/drawing/2014/main" id="{1225BF76-A064-9104-8FFB-CB2835B4FA88}"/>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F56C0E07-943A-B064-F15D-7B4DF08FCE56}"/>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0773E9BA-873D-5E43-8AB9-0EDF4ABADD63}"/>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318CD18B-5188-45E2-8268-45434D9360E0}" type="slidenum">
              <a:rPr lang="zh-TW" altLang="en-US" sz="1200" b="0">
                <a:latin typeface="Times New Roman" panose="02020603050405020304" pitchFamily="18" charset="0"/>
              </a:rPr>
              <a:pPr/>
              <a:t>25</a:t>
            </a:fld>
            <a:endParaRPr lang="en-US" altLang="zh-TW" sz="1200" b="0">
              <a:latin typeface="Times New Roman" panose="02020603050405020304" pitchFamily="18" charset="0"/>
            </a:endParaRPr>
          </a:p>
        </p:txBody>
      </p:sp>
      <p:sp>
        <p:nvSpPr>
          <p:cNvPr id="64515" name="Rectangle 2">
            <a:extLst>
              <a:ext uri="{FF2B5EF4-FFF2-40B4-BE49-F238E27FC236}">
                <a16:creationId xmlns:a16="http://schemas.microsoft.com/office/drawing/2014/main" id="{154560F0-42A5-F705-A142-B3B9AEC819C6}"/>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57645994-BED6-2582-67DF-53D96EF493F0}"/>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0AEFC6DC-D460-DEAC-10CD-32EC0C6B9A5D}"/>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BAC8793B-0AD6-4B79-890E-694F27913088}" type="slidenum">
              <a:rPr lang="zh-TW" altLang="en-US" sz="1200" b="0">
                <a:latin typeface="Times New Roman" panose="02020603050405020304" pitchFamily="18" charset="0"/>
              </a:rPr>
              <a:pPr/>
              <a:t>26</a:t>
            </a:fld>
            <a:endParaRPr lang="en-US" altLang="zh-TW" sz="1200" b="0">
              <a:latin typeface="Times New Roman" panose="02020603050405020304" pitchFamily="18" charset="0"/>
            </a:endParaRPr>
          </a:p>
        </p:txBody>
      </p:sp>
      <p:sp>
        <p:nvSpPr>
          <p:cNvPr id="66563" name="Rectangle 2">
            <a:extLst>
              <a:ext uri="{FF2B5EF4-FFF2-40B4-BE49-F238E27FC236}">
                <a16:creationId xmlns:a16="http://schemas.microsoft.com/office/drawing/2014/main" id="{63245789-F3F3-407D-D8FB-10C90575E53B}"/>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2220E1C5-A625-B3EB-180E-E92988C6FBB2}"/>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46DFBA19-E85F-1C58-5E21-BA74FFCCBA6A}"/>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22712E8-2D40-4CE6-B3AC-9D5B7850A2ED}" type="slidenum">
              <a:rPr lang="zh-TW" altLang="en-US" sz="1200" b="0">
                <a:latin typeface="Times New Roman" panose="02020603050405020304" pitchFamily="18" charset="0"/>
              </a:rPr>
              <a:pPr/>
              <a:t>27</a:t>
            </a:fld>
            <a:endParaRPr lang="en-US" altLang="zh-TW" sz="1200" b="0">
              <a:latin typeface="Times New Roman" panose="02020603050405020304" pitchFamily="18" charset="0"/>
            </a:endParaRPr>
          </a:p>
        </p:txBody>
      </p:sp>
      <p:sp>
        <p:nvSpPr>
          <p:cNvPr id="68611" name="Rectangle 2">
            <a:extLst>
              <a:ext uri="{FF2B5EF4-FFF2-40B4-BE49-F238E27FC236}">
                <a16:creationId xmlns:a16="http://schemas.microsoft.com/office/drawing/2014/main" id="{96686ADF-28FE-C106-5D4A-14BC8218E258}"/>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2B61C769-4DB8-B3B2-3B5A-9CBCD2DE0532}"/>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FF030F31-CBE5-5356-DD9E-0710BE144237}"/>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D278773-667D-46FC-A30C-D4261FC37EA0}" type="slidenum">
              <a:rPr lang="zh-TW" altLang="en-US" sz="1200" b="0">
                <a:latin typeface="Times New Roman" panose="02020603050405020304" pitchFamily="18" charset="0"/>
              </a:rPr>
              <a:pPr/>
              <a:t>28</a:t>
            </a:fld>
            <a:endParaRPr lang="en-US" altLang="zh-TW" sz="1200" b="0">
              <a:latin typeface="Times New Roman" panose="02020603050405020304" pitchFamily="18" charset="0"/>
            </a:endParaRPr>
          </a:p>
        </p:txBody>
      </p:sp>
      <p:sp>
        <p:nvSpPr>
          <p:cNvPr id="70659" name="Rectangle 2">
            <a:extLst>
              <a:ext uri="{FF2B5EF4-FFF2-40B4-BE49-F238E27FC236}">
                <a16:creationId xmlns:a16="http://schemas.microsoft.com/office/drawing/2014/main" id="{6561A0A0-0A02-E770-1902-133B808F540C}"/>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424E4B5E-507A-1ACC-5D30-0F74877F42EE}"/>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5837AF9F-B1C1-0B37-EBA8-E01F1B3111AB}"/>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93122D6-191A-4610-84CC-0604684CE7DF}" type="slidenum">
              <a:rPr lang="zh-TW" altLang="en-US" sz="1200" b="0">
                <a:latin typeface="Times New Roman" panose="02020603050405020304" pitchFamily="18" charset="0"/>
              </a:rPr>
              <a:pPr/>
              <a:t>29</a:t>
            </a:fld>
            <a:endParaRPr lang="en-US" altLang="zh-TW" sz="1200" b="0">
              <a:latin typeface="Times New Roman" panose="02020603050405020304" pitchFamily="18" charset="0"/>
            </a:endParaRPr>
          </a:p>
        </p:txBody>
      </p:sp>
      <p:sp>
        <p:nvSpPr>
          <p:cNvPr id="72707" name="Rectangle 2">
            <a:extLst>
              <a:ext uri="{FF2B5EF4-FFF2-40B4-BE49-F238E27FC236}">
                <a16:creationId xmlns:a16="http://schemas.microsoft.com/office/drawing/2014/main" id="{7138649E-76BD-A8FC-B2FE-ABE4EC8F1077}"/>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0DAEE34A-F403-BDAE-AC4A-0C8C282EFFBD}"/>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F480A7F8-4374-5F97-4A72-D081753DE697}"/>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2A50519-E8DE-4B0C-978A-E99A07DEBD57}" type="slidenum">
              <a:rPr lang="zh-TW" altLang="en-US" sz="1200" b="0">
                <a:latin typeface="Times New Roman" panose="02020603050405020304" pitchFamily="18" charset="0"/>
              </a:rPr>
              <a:pPr/>
              <a:t>30</a:t>
            </a:fld>
            <a:endParaRPr lang="en-US" altLang="zh-TW" sz="1200" b="0">
              <a:latin typeface="Times New Roman" panose="02020603050405020304" pitchFamily="18" charset="0"/>
            </a:endParaRPr>
          </a:p>
        </p:txBody>
      </p:sp>
      <p:sp>
        <p:nvSpPr>
          <p:cNvPr id="74755" name="Rectangle 2">
            <a:extLst>
              <a:ext uri="{FF2B5EF4-FFF2-40B4-BE49-F238E27FC236}">
                <a16:creationId xmlns:a16="http://schemas.microsoft.com/office/drawing/2014/main" id="{7BB3DA5C-6FB8-AF80-F00E-2B68D0F33FD1}"/>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DDB95B8E-606B-8DEA-B9C8-1D1F906A847F}"/>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952232A2-C6F4-13BC-B653-228DC40D59AF}"/>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E20F4E7-F8C2-4201-916C-8F356FAD23C2}" type="slidenum">
              <a:rPr lang="zh-TW" altLang="en-US" sz="1200" b="0">
                <a:latin typeface="Times New Roman" panose="02020603050405020304" pitchFamily="18" charset="0"/>
              </a:rPr>
              <a:pPr/>
              <a:t>31</a:t>
            </a:fld>
            <a:endParaRPr lang="en-US" altLang="zh-TW" sz="1200" b="0">
              <a:latin typeface="Times New Roman" panose="02020603050405020304" pitchFamily="18" charset="0"/>
            </a:endParaRPr>
          </a:p>
        </p:txBody>
      </p:sp>
      <p:sp>
        <p:nvSpPr>
          <p:cNvPr id="76803" name="Rectangle 2">
            <a:extLst>
              <a:ext uri="{FF2B5EF4-FFF2-40B4-BE49-F238E27FC236}">
                <a16:creationId xmlns:a16="http://schemas.microsoft.com/office/drawing/2014/main" id="{46DB056E-78FE-8AC9-E2D7-1DB3EA11E69B}"/>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16312709-1D89-7963-0EDF-9E3D37151196}"/>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282BD47F-4AA9-B7A1-C8EE-818AAF0B6EC7}"/>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18B6388D-B066-4659-97E9-9E9CCA911B5F}" type="slidenum">
              <a:rPr lang="zh-TW" altLang="en-US" sz="1200" b="0">
                <a:latin typeface="Times New Roman" panose="02020603050405020304" pitchFamily="18" charset="0"/>
              </a:rPr>
              <a:pPr/>
              <a:t>32</a:t>
            </a:fld>
            <a:endParaRPr lang="en-US" altLang="zh-TW" sz="1200" b="0">
              <a:latin typeface="Times New Roman" panose="02020603050405020304" pitchFamily="18" charset="0"/>
            </a:endParaRPr>
          </a:p>
        </p:txBody>
      </p:sp>
      <p:sp>
        <p:nvSpPr>
          <p:cNvPr id="78851" name="Rectangle 2">
            <a:extLst>
              <a:ext uri="{FF2B5EF4-FFF2-40B4-BE49-F238E27FC236}">
                <a16:creationId xmlns:a16="http://schemas.microsoft.com/office/drawing/2014/main" id="{3CEF726B-37A9-EB7C-E9D1-E083781BA074}"/>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98CAF344-423F-3892-1B90-316D67F758A4}"/>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681CC366-65D1-F19C-2711-16288056CDE7}"/>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2FCE3BFA-1A46-4461-8E37-024538819E46}" type="slidenum">
              <a:rPr lang="zh-TW" altLang="en-US" sz="1200" b="0">
                <a:latin typeface="Times New Roman" panose="02020603050405020304" pitchFamily="18" charset="0"/>
              </a:rPr>
              <a:pPr/>
              <a:t>33</a:t>
            </a:fld>
            <a:endParaRPr lang="en-US" altLang="zh-TW" sz="1200" b="0">
              <a:latin typeface="Times New Roman" panose="02020603050405020304" pitchFamily="18" charset="0"/>
            </a:endParaRPr>
          </a:p>
        </p:txBody>
      </p:sp>
      <p:sp>
        <p:nvSpPr>
          <p:cNvPr id="80899" name="Rectangle 2">
            <a:extLst>
              <a:ext uri="{FF2B5EF4-FFF2-40B4-BE49-F238E27FC236}">
                <a16:creationId xmlns:a16="http://schemas.microsoft.com/office/drawing/2014/main" id="{12409ADE-FE81-3713-749C-818659FFA8C7}"/>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7B6C55AE-0975-B745-D808-851454CEF3C8}"/>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33EE6A53-29D3-97D9-F03D-5C57B24BF379}"/>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C9A2096F-C00D-46F0-A805-F38DBBB5371B}" type="slidenum">
              <a:rPr lang="zh-TW" altLang="en-US" sz="1200" b="0">
                <a:latin typeface="Times New Roman" panose="02020603050405020304" pitchFamily="18" charset="0"/>
              </a:rPr>
              <a:pPr/>
              <a:t>34</a:t>
            </a:fld>
            <a:endParaRPr lang="en-US" altLang="zh-TW" sz="1200" b="0">
              <a:latin typeface="Times New Roman" panose="02020603050405020304" pitchFamily="18" charset="0"/>
            </a:endParaRPr>
          </a:p>
        </p:txBody>
      </p:sp>
      <p:sp>
        <p:nvSpPr>
          <p:cNvPr id="82947" name="Rectangle 2">
            <a:extLst>
              <a:ext uri="{FF2B5EF4-FFF2-40B4-BE49-F238E27FC236}">
                <a16:creationId xmlns:a16="http://schemas.microsoft.com/office/drawing/2014/main" id="{C7E0385B-C989-44C0-F62D-585AECB302CC}"/>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0DB7B41E-4EEB-55B2-690E-46D250A84485}"/>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016DFBD9-7D38-BBCB-2587-9DDFA45C37D5}"/>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DEA8BC4-3B35-4B8A-8B41-453A1493B343}" type="slidenum">
              <a:rPr lang="zh-TW" altLang="en-US" sz="1200" b="0">
                <a:latin typeface="Times New Roman" panose="02020603050405020304" pitchFamily="18" charset="0"/>
              </a:rPr>
              <a:pPr/>
              <a:t>35</a:t>
            </a:fld>
            <a:endParaRPr lang="en-US" altLang="zh-TW" sz="1200" b="0">
              <a:latin typeface="Times New Roman" panose="02020603050405020304" pitchFamily="18" charset="0"/>
            </a:endParaRPr>
          </a:p>
        </p:txBody>
      </p:sp>
      <p:sp>
        <p:nvSpPr>
          <p:cNvPr id="84995" name="Rectangle 2">
            <a:extLst>
              <a:ext uri="{FF2B5EF4-FFF2-40B4-BE49-F238E27FC236}">
                <a16:creationId xmlns:a16="http://schemas.microsoft.com/office/drawing/2014/main" id="{0D143CE0-3588-3D5A-C8AC-F93C65E274AE}"/>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BD0A5383-1843-B7C3-4FEA-8E4A230A5EF4}"/>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82B34A6B-9FDE-00D8-4F51-E43FCF0ABC92}"/>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37CDBFB-16DD-4F41-967C-C92D237ED8AB}" type="slidenum">
              <a:rPr lang="zh-TW" altLang="en-US" sz="1200" b="0">
                <a:latin typeface="Times New Roman" panose="02020603050405020304" pitchFamily="18" charset="0"/>
              </a:rPr>
              <a:pPr/>
              <a:t>36</a:t>
            </a:fld>
            <a:endParaRPr lang="en-US" altLang="zh-TW" sz="1200" b="0">
              <a:latin typeface="Times New Roman" panose="02020603050405020304" pitchFamily="18" charset="0"/>
            </a:endParaRPr>
          </a:p>
        </p:txBody>
      </p:sp>
      <p:sp>
        <p:nvSpPr>
          <p:cNvPr id="87043" name="Rectangle 2">
            <a:extLst>
              <a:ext uri="{FF2B5EF4-FFF2-40B4-BE49-F238E27FC236}">
                <a16:creationId xmlns:a16="http://schemas.microsoft.com/office/drawing/2014/main" id="{A4F7E281-E898-DE1B-CE3E-0CDF6A88A0C4}"/>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ED21F637-BDF6-EF98-7976-4A0F67C55515}"/>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9DF7E810-7E7E-7197-68BB-AEFF968C0F1F}"/>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2083ACD7-B427-4408-A0E8-531411DD8C93}" type="slidenum">
              <a:rPr lang="zh-TW" altLang="en-US" sz="1200" b="0">
                <a:latin typeface="Times New Roman" panose="02020603050405020304" pitchFamily="18" charset="0"/>
              </a:rPr>
              <a:pPr/>
              <a:t>37</a:t>
            </a:fld>
            <a:endParaRPr lang="en-US" altLang="zh-TW" sz="1200" b="0">
              <a:latin typeface="Times New Roman" panose="02020603050405020304" pitchFamily="18" charset="0"/>
            </a:endParaRPr>
          </a:p>
        </p:txBody>
      </p:sp>
      <p:sp>
        <p:nvSpPr>
          <p:cNvPr id="89091" name="Rectangle 2">
            <a:extLst>
              <a:ext uri="{FF2B5EF4-FFF2-40B4-BE49-F238E27FC236}">
                <a16:creationId xmlns:a16="http://schemas.microsoft.com/office/drawing/2014/main" id="{AFF481E9-43FA-0F05-2FF9-CAE99C7E39A0}"/>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256EC6A2-EDCA-4ED1-186D-5B38A9C5A2A5}"/>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FA10448A-D59F-7053-5C36-1DC95C1F74EC}"/>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4C10462-1C97-4460-AA72-514841D773EA}" type="slidenum">
              <a:rPr lang="zh-TW" altLang="en-US" sz="1200" b="0">
                <a:latin typeface="Times New Roman" panose="02020603050405020304" pitchFamily="18" charset="0"/>
              </a:rPr>
              <a:pPr/>
              <a:t>38</a:t>
            </a:fld>
            <a:endParaRPr lang="en-US" altLang="zh-TW" sz="1200" b="0">
              <a:latin typeface="Times New Roman" panose="02020603050405020304" pitchFamily="18" charset="0"/>
            </a:endParaRPr>
          </a:p>
        </p:txBody>
      </p:sp>
      <p:sp>
        <p:nvSpPr>
          <p:cNvPr id="91139" name="Rectangle 2">
            <a:extLst>
              <a:ext uri="{FF2B5EF4-FFF2-40B4-BE49-F238E27FC236}">
                <a16:creationId xmlns:a16="http://schemas.microsoft.com/office/drawing/2014/main" id="{81FF41A4-898F-A30A-B105-50105F1EC380}"/>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98483453-8845-CC9A-5116-BD13564F67DD}"/>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8E9B803A-7495-41E0-483F-C97799B4719C}"/>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23A0DF30-D492-4B08-94DA-5225382D2F10}" type="slidenum">
              <a:rPr lang="zh-TW" altLang="en-US" sz="1200" b="0">
                <a:latin typeface="Times New Roman" panose="02020603050405020304" pitchFamily="18" charset="0"/>
              </a:rPr>
              <a:pPr/>
              <a:t>39</a:t>
            </a:fld>
            <a:endParaRPr lang="en-US" altLang="zh-TW" sz="1200" b="0">
              <a:latin typeface="Times New Roman" panose="02020603050405020304" pitchFamily="18" charset="0"/>
            </a:endParaRPr>
          </a:p>
        </p:txBody>
      </p:sp>
      <p:sp>
        <p:nvSpPr>
          <p:cNvPr id="93187" name="Rectangle 2">
            <a:extLst>
              <a:ext uri="{FF2B5EF4-FFF2-40B4-BE49-F238E27FC236}">
                <a16:creationId xmlns:a16="http://schemas.microsoft.com/office/drawing/2014/main" id="{C8828579-AC0E-E50A-5068-7BE957596D7A}"/>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C7BA25C6-FCCA-4B7C-CD63-AF4F0FD6F383}"/>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4B085B39-7A5B-A8FA-2C63-BB82E385BBB7}"/>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0456826A-DD07-442D-AB1A-F525E7BBC9DF}" type="slidenum">
              <a:rPr lang="zh-TW" altLang="en-US" sz="1200" b="0">
                <a:latin typeface="Times New Roman" panose="02020603050405020304" pitchFamily="18" charset="0"/>
              </a:rPr>
              <a:pPr/>
              <a:t>40</a:t>
            </a:fld>
            <a:endParaRPr lang="en-US" altLang="zh-TW" sz="1200" b="0">
              <a:latin typeface="Times New Roman" panose="02020603050405020304" pitchFamily="18" charset="0"/>
            </a:endParaRPr>
          </a:p>
        </p:txBody>
      </p:sp>
      <p:sp>
        <p:nvSpPr>
          <p:cNvPr id="95235" name="Rectangle 2">
            <a:extLst>
              <a:ext uri="{FF2B5EF4-FFF2-40B4-BE49-F238E27FC236}">
                <a16:creationId xmlns:a16="http://schemas.microsoft.com/office/drawing/2014/main" id="{6A64148D-A114-4467-D250-98F52C1A9D98}"/>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9598AD3E-F46A-3467-E7D4-6D64CF320D8E}"/>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92B9FCCB-A329-143C-7ED5-5ED6910B0336}"/>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A1226EF-B037-43BA-913C-8317607671FA}" type="slidenum">
              <a:rPr lang="zh-TW" altLang="en-US" sz="1200" b="0">
                <a:latin typeface="Times New Roman" panose="02020603050405020304" pitchFamily="18" charset="0"/>
              </a:rPr>
              <a:pPr/>
              <a:t>41</a:t>
            </a:fld>
            <a:endParaRPr lang="en-US" altLang="zh-TW" sz="1200" b="0">
              <a:latin typeface="Times New Roman" panose="02020603050405020304" pitchFamily="18" charset="0"/>
            </a:endParaRPr>
          </a:p>
        </p:txBody>
      </p:sp>
      <p:sp>
        <p:nvSpPr>
          <p:cNvPr id="97283" name="Rectangle 2">
            <a:extLst>
              <a:ext uri="{FF2B5EF4-FFF2-40B4-BE49-F238E27FC236}">
                <a16:creationId xmlns:a16="http://schemas.microsoft.com/office/drawing/2014/main" id="{55B640E0-4476-2F47-DE1C-0E1AD1CAF358}"/>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99679401-2F34-D1E6-B516-47C026FCB5E9}"/>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CE5F592-DD02-88A9-6866-F10F931842EA}"/>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986B914-B544-4DD4-9584-60A2FC8B286B}" type="slidenum">
              <a:rPr lang="zh-TW" altLang="en-US" sz="1200" b="0">
                <a:latin typeface="Times New Roman" panose="02020603050405020304" pitchFamily="18" charset="0"/>
              </a:rPr>
              <a:pPr/>
              <a:t>42</a:t>
            </a:fld>
            <a:endParaRPr lang="en-US" altLang="zh-TW" sz="1200" b="0">
              <a:latin typeface="Times New Roman" panose="02020603050405020304" pitchFamily="18" charset="0"/>
            </a:endParaRPr>
          </a:p>
        </p:txBody>
      </p:sp>
      <p:sp>
        <p:nvSpPr>
          <p:cNvPr id="99331" name="Rectangle 2">
            <a:extLst>
              <a:ext uri="{FF2B5EF4-FFF2-40B4-BE49-F238E27FC236}">
                <a16:creationId xmlns:a16="http://schemas.microsoft.com/office/drawing/2014/main" id="{2B19AF60-4D3C-B02E-DFA7-82F3D4E8DF71}"/>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11840E44-E8CF-2ABC-9C27-B4C6DA4825DC}"/>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A745D06E-99A6-C714-175D-8434F0191905}"/>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1812D92A-F27E-4948-82C7-8BEA9C189B7C}" type="slidenum">
              <a:rPr lang="zh-TW" altLang="en-US" sz="1200" b="0">
                <a:latin typeface="Times New Roman" panose="02020603050405020304" pitchFamily="18" charset="0"/>
              </a:rPr>
              <a:pPr/>
              <a:t>43</a:t>
            </a:fld>
            <a:endParaRPr lang="en-US" altLang="zh-TW" sz="1200" b="0">
              <a:latin typeface="Times New Roman" panose="02020603050405020304" pitchFamily="18" charset="0"/>
            </a:endParaRPr>
          </a:p>
        </p:txBody>
      </p:sp>
      <p:sp>
        <p:nvSpPr>
          <p:cNvPr id="101379" name="Rectangle 2">
            <a:extLst>
              <a:ext uri="{FF2B5EF4-FFF2-40B4-BE49-F238E27FC236}">
                <a16:creationId xmlns:a16="http://schemas.microsoft.com/office/drawing/2014/main" id="{D0D0A016-AA90-E811-20B3-969599952272}"/>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481CBC00-D15A-5876-AA61-211358155DEB}"/>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06917394-DD6B-9915-E7C1-B590940F3E33}"/>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0BD414F-5D5B-4FEF-BA8B-508EC7FF2FB0}" type="slidenum">
              <a:rPr lang="zh-TW" altLang="en-US" sz="1200" b="0">
                <a:latin typeface="Times New Roman" panose="02020603050405020304" pitchFamily="18" charset="0"/>
              </a:rPr>
              <a:pPr/>
              <a:t>44</a:t>
            </a:fld>
            <a:endParaRPr lang="en-US" altLang="zh-TW" sz="1200" b="0">
              <a:latin typeface="Times New Roman" panose="02020603050405020304" pitchFamily="18" charset="0"/>
            </a:endParaRPr>
          </a:p>
        </p:txBody>
      </p:sp>
      <p:sp>
        <p:nvSpPr>
          <p:cNvPr id="103427" name="Rectangle 2">
            <a:extLst>
              <a:ext uri="{FF2B5EF4-FFF2-40B4-BE49-F238E27FC236}">
                <a16:creationId xmlns:a16="http://schemas.microsoft.com/office/drawing/2014/main" id="{227EF05A-284B-BC32-7D64-95D48B0ED110}"/>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F8A07B14-67A4-E6A8-000A-9DF1A579050B}"/>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5A19D680-9BF9-FE4E-1332-C3886B084DCF}"/>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2ECB993-D350-437C-9E89-CCD00DBDE512}" type="slidenum">
              <a:rPr lang="zh-TW" altLang="en-US" sz="1200" b="0">
                <a:latin typeface="Times New Roman" panose="02020603050405020304" pitchFamily="18" charset="0"/>
              </a:rPr>
              <a:pPr/>
              <a:t>45</a:t>
            </a:fld>
            <a:endParaRPr lang="en-US" altLang="zh-TW" sz="1200" b="0">
              <a:latin typeface="Times New Roman" panose="02020603050405020304" pitchFamily="18" charset="0"/>
            </a:endParaRPr>
          </a:p>
        </p:txBody>
      </p:sp>
      <p:sp>
        <p:nvSpPr>
          <p:cNvPr id="105475" name="Rectangle 2">
            <a:extLst>
              <a:ext uri="{FF2B5EF4-FFF2-40B4-BE49-F238E27FC236}">
                <a16:creationId xmlns:a16="http://schemas.microsoft.com/office/drawing/2014/main" id="{2C5DC32A-D98B-67C3-23B8-A68333595D93}"/>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B2518CCE-890A-164D-1DBC-78093268D1C0}"/>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1A678F35-DC51-998A-0C29-F6BA0CF26D5A}"/>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C275432-EF90-4EE0-9C30-79E9AD9A1D1D}" type="slidenum">
              <a:rPr lang="zh-TW" altLang="en-US" sz="1200" b="0">
                <a:latin typeface="Times New Roman" panose="02020603050405020304" pitchFamily="18" charset="0"/>
              </a:rPr>
              <a:pPr/>
              <a:t>46</a:t>
            </a:fld>
            <a:endParaRPr lang="en-US" altLang="zh-TW" sz="1200" b="0">
              <a:latin typeface="Times New Roman" panose="02020603050405020304" pitchFamily="18" charset="0"/>
            </a:endParaRPr>
          </a:p>
        </p:txBody>
      </p:sp>
      <p:sp>
        <p:nvSpPr>
          <p:cNvPr id="107523" name="Rectangle 2">
            <a:extLst>
              <a:ext uri="{FF2B5EF4-FFF2-40B4-BE49-F238E27FC236}">
                <a16:creationId xmlns:a16="http://schemas.microsoft.com/office/drawing/2014/main" id="{F26D0151-4979-C5B6-D4D0-DCA0B130EC22}"/>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0E2DCC14-6E53-DD12-E559-2A262A3AD97F}"/>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1DA162B5-6A81-C6D3-053A-CDA02ABC7CA9}"/>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1694F65-CBDF-4FE2-A6C3-F02B6FEE3C19}" type="slidenum">
              <a:rPr lang="zh-TW" altLang="en-US" sz="1200" b="0">
                <a:latin typeface="Times New Roman" panose="02020603050405020304" pitchFamily="18" charset="0"/>
              </a:rPr>
              <a:pPr/>
              <a:t>47</a:t>
            </a:fld>
            <a:endParaRPr lang="en-US" altLang="zh-TW" sz="1200" b="0">
              <a:latin typeface="Times New Roman" panose="02020603050405020304" pitchFamily="18" charset="0"/>
            </a:endParaRPr>
          </a:p>
        </p:txBody>
      </p:sp>
      <p:sp>
        <p:nvSpPr>
          <p:cNvPr id="109571" name="Rectangle 2">
            <a:extLst>
              <a:ext uri="{FF2B5EF4-FFF2-40B4-BE49-F238E27FC236}">
                <a16:creationId xmlns:a16="http://schemas.microsoft.com/office/drawing/2014/main" id="{3537F85A-2291-5BE6-06A8-6026A34E44BD}"/>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59F8E6B7-CFAB-9A48-F0B5-BEE38FDA2690}"/>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F28BBF7C-41CB-026B-55F0-3023A5C2E340}"/>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88442A9-2304-440E-A8FB-0D09718E78C0}" type="slidenum">
              <a:rPr lang="zh-TW" altLang="en-US" sz="1200" b="0">
                <a:latin typeface="Times New Roman" panose="02020603050405020304" pitchFamily="18" charset="0"/>
              </a:rPr>
              <a:pPr/>
              <a:t>48</a:t>
            </a:fld>
            <a:endParaRPr lang="en-US" altLang="zh-TW" sz="1200" b="0">
              <a:latin typeface="Times New Roman" panose="02020603050405020304" pitchFamily="18" charset="0"/>
            </a:endParaRPr>
          </a:p>
        </p:txBody>
      </p:sp>
      <p:sp>
        <p:nvSpPr>
          <p:cNvPr id="111619" name="Rectangle 2">
            <a:extLst>
              <a:ext uri="{FF2B5EF4-FFF2-40B4-BE49-F238E27FC236}">
                <a16:creationId xmlns:a16="http://schemas.microsoft.com/office/drawing/2014/main" id="{2C7C7214-235A-614B-0DAE-B042E87D1354}"/>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DC44564B-A8B6-49F5-B03C-EE007AC0B685}"/>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65F9723F-BA84-1F35-9D4F-B0A53BFD2DF9}"/>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D233826-5550-4160-B10A-20F0B0AC028F}" type="slidenum">
              <a:rPr lang="zh-TW" altLang="en-US" sz="1200" b="0">
                <a:latin typeface="Times New Roman" panose="02020603050405020304" pitchFamily="18" charset="0"/>
              </a:rPr>
              <a:pPr/>
              <a:t>49</a:t>
            </a:fld>
            <a:endParaRPr lang="en-US" altLang="zh-TW" sz="1200" b="0">
              <a:latin typeface="Times New Roman" panose="02020603050405020304" pitchFamily="18" charset="0"/>
            </a:endParaRPr>
          </a:p>
        </p:txBody>
      </p:sp>
      <p:sp>
        <p:nvSpPr>
          <p:cNvPr id="113667" name="Rectangle 2">
            <a:extLst>
              <a:ext uri="{FF2B5EF4-FFF2-40B4-BE49-F238E27FC236}">
                <a16:creationId xmlns:a16="http://schemas.microsoft.com/office/drawing/2014/main" id="{B48C1471-7AC4-404F-1849-CC6FBA21656F}"/>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C611AB93-E678-B5B9-B075-4E441278CCA4}"/>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8D1C0AA2-0026-CB27-371D-9DC5D3CED222}"/>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09160FDC-C8AF-4E8F-B853-A098B767D276}" type="slidenum">
              <a:rPr lang="zh-TW" altLang="en-US" sz="1200" b="0">
                <a:latin typeface="Times New Roman" panose="02020603050405020304" pitchFamily="18" charset="0"/>
              </a:rPr>
              <a:pPr/>
              <a:t>50</a:t>
            </a:fld>
            <a:endParaRPr lang="en-US" altLang="zh-TW" sz="1200" b="0">
              <a:latin typeface="Times New Roman" panose="02020603050405020304" pitchFamily="18" charset="0"/>
            </a:endParaRPr>
          </a:p>
        </p:txBody>
      </p:sp>
      <p:sp>
        <p:nvSpPr>
          <p:cNvPr id="115715" name="Rectangle 2">
            <a:extLst>
              <a:ext uri="{FF2B5EF4-FFF2-40B4-BE49-F238E27FC236}">
                <a16:creationId xmlns:a16="http://schemas.microsoft.com/office/drawing/2014/main" id="{932BA0B9-4BFD-FE44-6F12-58289F800325}"/>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E63F395B-1CF9-06D0-45C2-65EEA58FDFC7}"/>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1F0BD59A-64D1-1B83-35A5-C435E6AE794B}"/>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95A80A5F-A0E3-44E4-A07A-E075435DFE2E}" type="slidenum">
              <a:rPr lang="zh-TW" altLang="en-US" sz="1200" b="0">
                <a:latin typeface="Times New Roman" panose="02020603050405020304" pitchFamily="18" charset="0"/>
              </a:rPr>
              <a:pPr/>
              <a:t>51</a:t>
            </a:fld>
            <a:endParaRPr lang="en-US" altLang="zh-TW" sz="1200" b="0">
              <a:latin typeface="Times New Roman" panose="02020603050405020304" pitchFamily="18" charset="0"/>
            </a:endParaRPr>
          </a:p>
        </p:txBody>
      </p:sp>
      <p:sp>
        <p:nvSpPr>
          <p:cNvPr id="117763" name="Rectangle 2">
            <a:extLst>
              <a:ext uri="{FF2B5EF4-FFF2-40B4-BE49-F238E27FC236}">
                <a16:creationId xmlns:a16="http://schemas.microsoft.com/office/drawing/2014/main" id="{9769DEAB-AAB3-DB49-59BE-8E453C9A32BE}"/>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D84B9592-65E9-41B1-151E-BC0E2AA02CAE}"/>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8B215F26-1276-A8FB-D02D-260C03A40AEF}"/>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1B1ACA2D-5911-4A1F-BC06-3E43930C588F}" type="slidenum">
              <a:rPr lang="zh-TW" altLang="en-US" sz="1200" b="0">
                <a:latin typeface="Times New Roman" panose="02020603050405020304" pitchFamily="18" charset="0"/>
              </a:rPr>
              <a:pPr/>
              <a:t>52</a:t>
            </a:fld>
            <a:endParaRPr lang="en-US" altLang="zh-TW" sz="1200" b="0">
              <a:latin typeface="Times New Roman" panose="02020603050405020304" pitchFamily="18" charset="0"/>
            </a:endParaRPr>
          </a:p>
        </p:txBody>
      </p:sp>
      <p:sp>
        <p:nvSpPr>
          <p:cNvPr id="119811" name="Rectangle 2">
            <a:extLst>
              <a:ext uri="{FF2B5EF4-FFF2-40B4-BE49-F238E27FC236}">
                <a16:creationId xmlns:a16="http://schemas.microsoft.com/office/drawing/2014/main" id="{0C91A2CD-0A49-CE4C-26E2-32D6B5EB6A39}"/>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BA6A9533-7DDC-A77A-9105-64CEA3DB5D18}"/>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5AC0BF4C-1496-E8E0-7350-E23296370FAF}"/>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57DF42C-A453-4182-B1C6-383092A7A9A9}" type="slidenum">
              <a:rPr lang="zh-TW" altLang="en-US" sz="1200" b="0">
                <a:latin typeface="Times New Roman" panose="02020603050405020304" pitchFamily="18" charset="0"/>
              </a:rPr>
              <a:pPr/>
              <a:t>53</a:t>
            </a:fld>
            <a:endParaRPr lang="en-US" altLang="zh-TW" sz="1200" b="0">
              <a:latin typeface="Times New Roman" panose="02020603050405020304" pitchFamily="18" charset="0"/>
            </a:endParaRPr>
          </a:p>
        </p:txBody>
      </p:sp>
      <p:sp>
        <p:nvSpPr>
          <p:cNvPr id="121859" name="Rectangle 2">
            <a:extLst>
              <a:ext uri="{FF2B5EF4-FFF2-40B4-BE49-F238E27FC236}">
                <a16:creationId xmlns:a16="http://schemas.microsoft.com/office/drawing/2014/main" id="{64A3B210-C397-BB66-FF7B-9E58C3A31F76}"/>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8029A8E0-703F-8A18-C3DE-354B680DB65C}"/>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B044B883-6C0B-0D0F-B2AE-D935E7D8303D}"/>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4666E567-CF46-4505-B824-6B83F88D52D1}" type="slidenum">
              <a:rPr lang="zh-TW" altLang="en-US" sz="1200" b="0">
                <a:latin typeface="Times New Roman" panose="02020603050405020304" pitchFamily="18" charset="0"/>
              </a:rPr>
              <a:pPr/>
              <a:t>54</a:t>
            </a:fld>
            <a:endParaRPr lang="en-US" altLang="zh-TW" sz="1200" b="0">
              <a:latin typeface="Times New Roman" panose="02020603050405020304" pitchFamily="18" charset="0"/>
            </a:endParaRPr>
          </a:p>
        </p:txBody>
      </p:sp>
      <p:sp>
        <p:nvSpPr>
          <p:cNvPr id="123907" name="Rectangle 2">
            <a:extLst>
              <a:ext uri="{FF2B5EF4-FFF2-40B4-BE49-F238E27FC236}">
                <a16:creationId xmlns:a16="http://schemas.microsoft.com/office/drawing/2014/main" id="{D41E5C80-A060-4059-98DA-7B8936F85EBB}"/>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969530E5-21A9-5E10-15F4-7B7A34405E96}"/>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A217F4E3-445A-07A6-8AEC-7BD78EFFA450}"/>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7423BD4-DC77-4769-AFFB-9A83F68792B2}" type="slidenum">
              <a:rPr lang="zh-TW" altLang="en-US" sz="1200" b="0">
                <a:latin typeface="Times New Roman" panose="02020603050405020304" pitchFamily="18" charset="0"/>
              </a:rPr>
              <a:pPr/>
              <a:t>55</a:t>
            </a:fld>
            <a:endParaRPr lang="en-US" altLang="zh-TW" sz="1200" b="0">
              <a:latin typeface="Times New Roman" panose="02020603050405020304" pitchFamily="18" charset="0"/>
            </a:endParaRPr>
          </a:p>
        </p:txBody>
      </p:sp>
      <p:sp>
        <p:nvSpPr>
          <p:cNvPr id="125955" name="Rectangle 2">
            <a:extLst>
              <a:ext uri="{FF2B5EF4-FFF2-40B4-BE49-F238E27FC236}">
                <a16:creationId xmlns:a16="http://schemas.microsoft.com/office/drawing/2014/main" id="{9B10AF7F-DCB4-2095-C86A-746D8545BAC4}"/>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6384D93A-F17D-7B8D-93C1-16C9C7B186A9}"/>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EE633338-DB6E-B424-BF14-26F7052AE448}"/>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EDF5CB5-2932-49CF-88FE-28B71203E740}" type="slidenum">
              <a:rPr lang="zh-TW" altLang="en-US" sz="1200" b="0">
                <a:latin typeface="Times New Roman" panose="02020603050405020304" pitchFamily="18" charset="0"/>
              </a:rPr>
              <a:pPr/>
              <a:t>56</a:t>
            </a:fld>
            <a:endParaRPr lang="en-US" altLang="zh-TW" sz="1200" b="0">
              <a:latin typeface="Times New Roman" panose="02020603050405020304" pitchFamily="18" charset="0"/>
            </a:endParaRPr>
          </a:p>
        </p:txBody>
      </p:sp>
      <p:sp>
        <p:nvSpPr>
          <p:cNvPr id="128003" name="Rectangle 2">
            <a:extLst>
              <a:ext uri="{FF2B5EF4-FFF2-40B4-BE49-F238E27FC236}">
                <a16:creationId xmlns:a16="http://schemas.microsoft.com/office/drawing/2014/main" id="{E98F1609-EF3D-7D50-BBDE-47EA10E44C1D}"/>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D713654C-65BE-DC4D-3519-0D6F635278F2}"/>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6498A545-9E3C-E5B6-1405-FC7D16077F0B}"/>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0EF3224C-CACA-4BCA-BAF9-1D03A80B9F9B}" type="slidenum">
              <a:rPr lang="zh-TW" altLang="en-US" sz="1200" b="0">
                <a:latin typeface="Times New Roman" panose="02020603050405020304" pitchFamily="18" charset="0"/>
              </a:rPr>
              <a:pPr/>
              <a:t>57</a:t>
            </a:fld>
            <a:endParaRPr lang="en-US" altLang="zh-TW" sz="1200" b="0">
              <a:latin typeface="Times New Roman" panose="02020603050405020304" pitchFamily="18" charset="0"/>
            </a:endParaRPr>
          </a:p>
        </p:txBody>
      </p:sp>
      <p:sp>
        <p:nvSpPr>
          <p:cNvPr id="130051" name="Rectangle 2">
            <a:extLst>
              <a:ext uri="{FF2B5EF4-FFF2-40B4-BE49-F238E27FC236}">
                <a16:creationId xmlns:a16="http://schemas.microsoft.com/office/drawing/2014/main" id="{9396A201-2EDB-4DDD-6D9E-7F1379A05A65}"/>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2ED779EB-8551-1CD9-F1FB-05782968CB03}"/>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AF86058A-6782-B3BB-4201-5E164243DA93}"/>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E4BC28B-8602-414D-BFA4-AF447BEFBC3D}" type="slidenum">
              <a:rPr lang="zh-TW" altLang="en-US" sz="1200" b="0">
                <a:latin typeface="Times New Roman" panose="02020603050405020304" pitchFamily="18" charset="0"/>
              </a:rPr>
              <a:pPr/>
              <a:t>58</a:t>
            </a:fld>
            <a:endParaRPr lang="en-US" altLang="zh-TW" sz="1200" b="0">
              <a:latin typeface="Times New Roman" panose="02020603050405020304" pitchFamily="18" charset="0"/>
            </a:endParaRPr>
          </a:p>
        </p:txBody>
      </p:sp>
      <p:sp>
        <p:nvSpPr>
          <p:cNvPr id="132099" name="Rectangle 2">
            <a:extLst>
              <a:ext uri="{FF2B5EF4-FFF2-40B4-BE49-F238E27FC236}">
                <a16:creationId xmlns:a16="http://schemas.microsoft.com/office/drawing/2014/main" id="{B9A01703-7A48-0C99-9E7F-DB659BACFD8A}"/>
              </a:ext>
            </a:extLst>
          </p:cNvPr>
          <p:cNvSpPr>
            <a:spLocks noGrp="1" noRot="1" noChangeAspect="1" noChangeArrowheads="1" noTextEdit="1"/>
          </p:cNvSpPr>
          <p:nvPr>
            <p:ph type="sldImg"/>
          </p:nvPr>
        </p:nvSpPr>
        <p:spPr>
          <a:ln/>
        </p:spPr>
      </p:sp>
      <p:sp>
        <p:nvSpPr>
          <p:cNvPr id="132100" name="Rectangle 3">
            <a:extLst>
              <a:ext uri="{FF2B5EF4-FFF2-40B4-BE49-F238E27FC236}">
                <a16:creationId xmlns:a16="http://schemas.microsoft.com/office/drawing/2014/main" id="{42A41899-F0E4-9026-7ECB-3BC1497E69DC}"/>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2C21DA9F-D2EC-AACB-A26E-90F6B4D95931}"/>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31A73BE3-2696-4798-8F60-8C0E381F0D8E}" type="slidenum">
              <a:rPr lang="zh-TW" altLang="en-US" sz="1200" b="0">
                <a:latin typeface="Times New Roman" panose="02020603050405020304" pitchFamily="18" charset="0"/>
              </a:rPr>
              <a:pPr/>
              <a:t>59</a:t>
            </a:fld>
            <a:endParaRPr lang="en-US" altLang="zh-TW" sz="1200" b="0">
              <a:latin typeface="Times New Roman" panose="02020603050405020304" pitchFamily="18" charset="0"/>
            </a:endParaRPr>
          </a:p>
        </p:txBody>
      </p:sp>
      <p:sp>
        <p:nvSpPr>
          <p:cNvPr id="134147" name="Rectangle 2">
            <a:extLst>
              <a:ext uri="{FF2B5EF4-FFF2-40B4-BE49-F238E27FC236}">
                <a16:creationId xmlns:a16="http://schemas.microsoft.com/office/drawing/2014/main" id="{265B2A88-25BA-5346-3B7C-D2796A82560B}"/>
              </a:ext>
            </a:extLst>
          </p:cNvPr>
          <p:cNvSpPr>
            <a:spLocks noGrp="1" noRot="1" noChangeAspect="1" noChangeArrowheads="1" noTextEdit="1"/>
          </p:cNvSpPr>
          <p:nvPr>
            <p:ph type="sldImg"/>
          </p:nvPr>
        </p:nvSpPr>
        <p:spPr>
          <a:ln/>
        </p:spPr>
      </p:sp>
      <p:sp>
        <p:nvSpPr>
          <p:cNvPr id="134148" name="Rectangle 3">
            <a:extLst>
              <a:ext uri="{FF2B5EF4-FFF2-40B4-BE49-F238E27FC236}">
                <a16:creationId xmlns:a16="http://schemas.microsoft.com/office/drawing/2014/main" id="{F3115005-8B21-EC6D-AD42-A4D81DC331AF}"/>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3C924027-48E5-1FCA-09CC-AB1ACB9FC825}"/>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C02FA933-2F26-4914-B85B-08DEDEFB5484}" type="slidenum">
              <a:rPr lang="zh-TW" altLang="en-US" sz="1200" b="0">
                <a:latin typeface="Times New Roman" panose="02020603050405020304" pitchFamily="18" charset="0"/>
              </a:rPr>
              <a:pPr/>
              <a:t>60</a:t>
            </a:fld>
            <a:endParaRPr lang="en-US" altLang="zh-TW" sz="1200" b="0">
              <a:latin typeface="Times New Roman" panose="02020603050405020304" pitchFamily="18" charset="0"/>
            </a:endParaRPr>
          </a:p>
        </p:txBody>
      </p:sp>
      <p:sp>
        <p:nvSpPr>
          <p:cNvPr id="136195" name="Rectangle 2">
            <a:extLst>
              <a:ext uri="{FF2B5EF4-FFF2-40B4-BE49-F238E27FC236}">
                <a16:creationId xmlns:a16="http://schemas.microsoft.com/office/drawing/2014/main" id="{4B423602-67BC-9F25-D337-82924E6E92B2}"/>
              </a:ext>
            </a:extLst>
          </p:cNvPr>
          <p:cNvSpPr>
            <a:spLocks noGrp="1" noRot="1" noChangeAspect="1" noChangeArrowheads="1" noTextEdit="1"/>
          </p:cNvSpPr>
          <p:nvPr>
            <p:ph type="sldImg"/>
          </p:nvPr>
        </p:nvSpPr>
        <p:spPr>
          <a:ln/>
        </p:spPr>
      </p:sp>
      <p:sp>
        <p:nvSpPr>
          <p:cNvPr id="136196" name="Rectangle 3">
            <a:extLst>
              <a:ext uri="{FF2B5EF4-FFF2-40B4-BE49-F238E27FC236}">
                <a16:creationId xmlns:a16="http://schemas.microsoft.com/office/drawing/2014/main" id="{2F1432FE-EA72-FA50-F9C2-BBA58507ABA4}"/>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BB67CCE0-6FBB-F3E7-C6B2-47007404DBEA}"/>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52C110F-521D-47F6-933E-1BC0BCF476EE}" type="slidenum">
              <a:rPr lang="zh-TW" altLang="en-US" sz="1200" b="0">
                <a:latin typeface="Times New Roman" panose="02020603050405020304" pitchFamily="18" charset="0"/>
              </a:rPr>
              <a:pPr/>
              <a:t>61</a:t>
            </a:fld>
            <a:endParaRPr lang="en-US" altLang="zh-TW" sz="1200" b="0">
              <a:latin typeface="Times New Roman" panose="02020603050405020304" pitchFamily="18" charset="0"/>
            </a:endParaRPr>
          </a:p>
        </p:txBody>
      </p:sp>
      <p:sp>
        <p:nvSpPr>
          <p:cNvPr id="138243" name="Rectangle 2">
            <a:extLst>
              <a:ext uri="{FF2B5EF4-FFF2-40B4-BE49-F238E27FC236}">
                <a16:creationId xmlns:a16="http://schemas.microsoft.com/office/drawing/2014/main" id="{F4CB6AF5-4BBD-CBC3-2DB0-272C32269B8D}"/>
              </a:ext>
            </a:extLst>
          </p:cNvPr>
          <p:cNvSpPr>
            <a:spLocks noGrp="1" noRot="1" noChangeAspect="1" noChangeArrowheads="1" noTextEdit="1"/>
          </p:cNvSpPr>
          <p:nvPr>
            <p:ph type="sldImg"/>
          </p:nvPr>
        </p:nvSpPr>
        <p:spPr>
          <a:ln/>
        </p:spPr>
      </p:sp>
      <p:sp>
        <p:nvSpPr>
          <p:cNvPr id="138244" name="Rectangle 3">
            <a:extLst>
              <a:ext uri="{FF2B5EF4-FFF2-40B4-BE49-F238E27FC236}">
                <a16:creationId xmlns:a16="http://schemas.microsoft.com/office/drawing/2014/main" id="{5D17D0C6-950A-4329-3C6D-39335C79509A}"/>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AF691367-DE6F-3F22-6EDF-4F4D265820B4}"/>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6A1A2A4-FDC6-411A-A450-C4DBE04D0058}" type="slidenum">
              <a:rPr lang="zh-TW" altLang="en-US" sz="1200" b="0">
                <a:latin typeface="Times New Roman" panose="02020603050405020304" pitchFamily="18" charset="0"/>
              </a:rPr>
              <a:pPr/>
              <a:t>62</a:t>
            </a:fld>
            <a:endParaRPr lang="en-US" altLang="zh-TW" sz="1200" b="0">
              <a:latin typeface="Times New Roman" panose="02020603050405020304" pitchFamily="18" charset="0"/>
            </a:endParaRPr>
          </a:p>
        </p:txBody>
      </p:sp>
      <p:sp>
        <p:nvSpPr>
          <p:cNvPr id="140291" name="Rectangle 2">
            <a:extLst>
              <a:ext uri="{FF2B5EF4-FFF2-40B4-BE49-F238E27FC236}">
                <a16:creationId xmlns:a16="http://schemas.microsoft.com/office/drawing/2014/main" id="{80158306-8BD2-D296-E785-EB65B73731D7}"/>
              </a:ext>
            </a:extLst>
          </p:cNvPr>
          <p:cNvSpPr>
            <a:spLocks noGrp="1" noRot="1" noChangeAspect="1" noChangeArrowheads="1" noTextEdit="1"/>
          </p:cNvSpPr>
          <p:nvPr>
            <p:ph type="sldImg"/>
          </p:nvPr>
        </p:nvSpPr>
        <p:spPr>
          <a:ln/>
        </p:spPr>
      </p:sp>
      <p:sp>
        <p:nvSpPr>
          <p:cNvPr id="140292" name="Rectangle 3">
            <a:extLst>
              <a:ext uri="{FF2B5EF4-FFF2-40B4-BE49-F238E27FC236}">
                <a16:creationId xmlns:a16="http://schemas.microsoft.com/office/drawing/2014/main" id="{3925F704-FA63-5490-5F08-DAF208821634}"/>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78D90923-8393-1710-6A1F-E84C13ED2D57}"/>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256B709B-1FBD-493D-B075-7109F0BD96D6}" type="slidenum">
              <a:rPr lang="zh-TW" altLang="en-US" sz="1200" b="0">
                <a:latin typeface="Times New Roman" panose="02020603050405020304" pitchFamily="18" charset="0"/>
              </a:rPr>
              <a:pPr/>
              <a:t>63</a:t>
            </a:fld>
            <a:endParaRPr lang="en-US" altLang="zh-TW" sz="1200" b="0">
              <a:latin typeface="Times New Roman" panose="02020603050405020304" pitchFamily="18" charset="0"/>
            </a:endParaRPr>
          </a:p>
        </p:txBody>
      </p:sp>
      <p:sp>
        <p:nvSpPr>
          <p:cNvPr id="142339" name="Rectangle 2">
            <a:extLst>
              <a:ext uri="{FF2B5EF4-FFF2-40B4-BE49-F238E27FC236}">
                <a16:creationId xmlns:a16="http://schemas.microsoft.com/office/drawing/2014/main" id="{6E09B653-9AB7-380D-7529-FB924CE372A7}"/>
              </a:ext>
            </a:extLst>
          </p:cNvPr>
          <p:cNvSpPr>
            <a:spLocks noGrp="1" noRot="1" noChangeAspect="1" noChangeArrowheads="1" noTextEdit="1"/>
          </p:cNvSpPr>
          <p:nvPr>
            <p:ph type="sldImg"/>
          </p:nvPr>
        </p:nvSpPr>
        <p:spPr>
          <a:ln/>
        </p:spPr>
      </p:sp>
      <p:sp>
        <p:nvSpPr>
          <p:cNvPr id="142340" name="Rectangle 3">
            <a:extLst>
              <a:ext uri="{FF2B5EF4-FFF2-40B4-BE49-F238E27FC236}">
                <a16:creationId xmlns:a16="http://schemas.microsoft.com/office/drawing/2014/main" id="{B59ACD6F-5254-31EF-780C-4A4B8FD3FC80}"/>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32F358FA-B13F-15BA-568A-07777B1A376C}"/>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B8B15A17-0D96-4538-A01D-C433960E46AF}" type="slidenum">
              <a:rPr lang="zh-TW" altLang="en-US" sz="1200" b="0">
                <a:latin typeface="Times New Roman" panose="02020603050405020304" pitchFamily="18" charset="0"/>
              </a:rPr>
              <a:pPr/>
              <a:t>64</a:t>
            </a:fld>
            <a:endParaRPr lang="en-US" altLang="zh-TW" sz="1200" b="0">
              <a:latin typeface="Times New Roman" panose="02020603050405020304" pitchFamily="18" charset="0"/>
            </a:endParaRPr>
          </a:p>
        </p:txBody>
      </p:sp>
      <p:sp>
        <p:nvSpPr>
          <p:cNvPr id="144387" name="Rectangle 2">
            <a:extLst>
              <a:ext uri="{FF2B5EF4-FFF2-40B4-BE49-F238E27FC236}">
                <a16:creationId xmlns:a16="http://schemas.microsoft.com/office/drawing/2014/main" id="{8C607DBB-7C99-4D0E-B34B-4EE0BEF5582D}"/>
              </a:ext>
            </a:extLst>
          </p:cNvPr>
          <p:cNvSpPr>
            <a:spLocks noGrp="1" noRot="1" noChangeAspect="1" noChangeArrowheads="1" noTextEdit="1"/>
          </p:cNvSpPr>
          <p:nvPr>
            <p:ph type="sldImg"/>
          </p:nvPr>
        </p:nvSpPr>
        <p:spPr>
          <a:ln/>
        </p:spPr>
      </p:sp>
      <p:sp>
        <p:nvSpPr>
          <p:cNvPr id="144388" name="Rectangle 3">
            <a:extLst>
              <a:ext uri="{FF2B5EF4-FFF2-40B4-BE49-F238E27FC236}">
                <a16:creationId xmlns:a16="http://schemas.microsoft.com/office/drawing/2014/main" id="{AF383BDE-8305-8E9B-D095-5238C5EBBA49}"/>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7037D8B4-EE50-1940-F29F-3D369154FC22}"/>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54DA00D-D580-4452-8BC8-621EC1F98EBE}" type="slidenum">
              <a:rPr lang="zh-TW" altLang="en-US" sz="1200" b="0">
                <a:latin typeface="Times New Roman" panose="02020603050405020304" pitchFamily="18" charset="0"/>
              </a:rPr>
              <a:pPr/>
              <a:t>65</a:t>
            </a:fld>
            <a:endParaRPr lang="en-US" altLang="zh-TW" sz="1200" b="0">
              <a:latin typeface="Times New Roman" panose="02020603050405020304" pitchFamily="18" charset="0"/>
            </a:endParaRPr>
          </a:p>
        </p:txBody>
      </p:sp>
      <p:sp>
        <p:nvSpPr>
          <p:cNvPr id="146435" name="Rectangle 2">
            <a:extLst>
              <a:ext uri="{FF2B5EF4-FFF2-40B4-BE49-F238E27FC236}">
                <a16:creationId xmlns:a16="http://schemas.microsoft.com/office/drawing/2014/main" id="{55D27AAD-315B-4C58-51C3-0913426234A1}"/>
              </a:ext>
            </a:extLst>
          </p:cNvPr>
          <p:cNvSpPr>
            <a:spLocks noGrp="1" noRot="1" noChangeAspect="1" noChangeArrowheads="1" noTextEdit="1"/>
          </p:cNvSpPr>
          <p:nvPr>
            <p:ph type="sldImg"/>
          </p:nvPr>
        </p:nvSpPr>
        <p:spPr>
          <a:ln/>
        </p:spPr>
      </p:sp>
      <p:sp>
        <p:nvSpPr>
          <p:cNvPr id="146436" name="Rectangle 3">
            <a:extLst>
              <a:ext uri="{FF2B5EF4-FFF2-40B4-BE49-F238E27FC236}">
                <a16:creationId xmlns:a16="http://schemas.microsoft.com/office/drawing/2014/main" id="{42A31AEB-C1FA-F294-0258-A94CC39C572F}"/>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78AB817B-D0A1-33A9-2BD2-5EEB884ED94A}"/>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4BF15A05-EDAC-46AF-B42D-43CFD7F7A727}" type="slidenum">
              <a:rPr lang="zh-TW" altLang="en-US" sz="1200" b="0">
                <a:latin typeface="Times New Roman" panose="02020603050405020304" pitchFamily="18" charset="0"/>
              </a:rPr>
              <a:pPr/>
              <a:t>66</a:t>
            </a:fld>
            <a:endParaRPr lang="en-US" altLang="zh-TW" sz="1200" b="0">
              <a:latin typeface="Times New Roman" panose="02020603050405020304" pitchFamily="18" charset="0"/>
            </a:endParaRPr>
          </a:p>
        </p:txBody>
      </p:sp>
      <p:sp>
        <p:nvSpPr>
          <p:cNvPr id="148483" name="Rectangle 2">
            <a:extLst>
              <a:ext uri="{FF2B5EF4-FFF2-40B4-BE49-F238E27FC236}">
                <a16:creationId xmlns:a16="http://schemas.microsoft.com/office/drawing/2014/main" id="{D33A523C-143D-628C-34D6-0309A45AAA0E}"/>
              </a:ext>
            </a:extLst>
          </p:cNvPr>
          <p:cNvSpPr>
            <a:spLocks noGrp="1" noRot="1" noChangeAspect="1" noChangeArrowheads="1" noTextEdit="1"/>
          </p:cNvSpPr>
          <p:nvPr>
            <p:ph type="sldImg"/>
          </p:nvPr>
        </p:nvSpPr>
        <p:spPr>
          <a:ln/>
        </p:spPr>
      </p:sp>
      <p:sp>
        <p:nvSpPr>
          <p:cNvPr id="148484" name="Rectangle 3">
            <a:extLst>
              <a:ext uri="{FF2B5EF4-FFF2-40B4-BE49-F238E27FC236}">
                <a16:creationId xmlns:a16="http://schemas.microsoft.com/office/drawing/2014/main" id="{856D3A98-FAA2-4D8D-8BCE-B80E72F5B1FA}"/>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a:extLst>
              <a:ext uri="{FF2B5EF4-FFF2-40B4-BE49-F238E27FC236}">
                <a16:creationId xmlns:a16="http://schemas.microsoft.com/office/drawing/2014/main" id="{E6A87424-AC69-8BC5-5DC6-CDC832C3E075}"/>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8200A54-D299-49CA-92C6-162EF97FFA9E}" type="slidenum">
              <a:rPr lang="zh-TW" altLang="en-US" sz="1200" b="0">
                <a:latin typeface="Times New Roman" panose="02020603050405020304" pitchFamily="18" charset="0"/>
              </a:rPr>
              <a:pPr/>
              <a:t>67</a:t>
            </a:fld>
            <a:endParaRPr lang="en-US" altLang="zh-TW" sz="1200" b="0">
              <a:latin typeface="Times New Roman" panose="02020603050405020304" pitchFamily="18" charset="0"/>
            </a:endParaRPr>
          </a:p>
        </p:txBody>
      </p:sp>
      <p:sp>
        <p:nvSpPr>
          <p:cNvPr id="150531" name="Rectangle 2">
            <a:extLst>
              <a:ext uri="{FF2B5EF4-FFF2-40B4-BE49-F238E27FC236}">
                <a16:creationId xmlns:a16="http://schemas.microsoft.com/office/drawing/2014/main" id="{DE325402-1561-AE18-6C06-7DBBF02E67EC}"/>
              </a:ext>
            </a:extLst>
          </p:cNvPr>
          <p:cNvSpPr>
            <a:spLocks noGrp="1" noRot="1" noChangeAspect="1" noChangeArrowheads="1" noTextEdit="1"/>
          </p:cNvSpPr>
          <p:nvPr>
            <p:ph type="sldImg"/>
          </p:nvPr>
        </p:nvSpPr>
        <p:spPr>
          <a:ln/>
        </p:spPr>
      </p:sp>
      <p:sp>
        <p:nvSpPr>
          <p:cNvPr id="150532" name="Rectangle 3">
            <a:extLst>
              <a:ext uri="{FF2B5EF4-FFF2-40B4-BE49-F238E27FC236}">
                <a16:creationId xmlns:a16="http://schemas.microsoft.com/office/drawing/2014/main" id="{D5BBB4C2-4AC6-ED63-1E14-71B35CAEDC83}"/>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a:extLst>
              <a:ext uri="{FF2B5EF4-FFF2-40B4-BE49-F238E27FC236}">
                <a16:creationId xmlns:a16="http://schemas.microsoft.com/office/drawing/2014/main" id="{FCBD6213-C48B-E5D8-6412-CD2CBAB0165C}"/>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C6BEE66-C15F-476A-8FE4-99DBC925CDEF}" type="slidenum">
              <a:rPr lang="zh-TW" altLang="en-US" sz="1200" b="0">
                <a:latin typeface="Times New Roman" panose="02020603050405020304" pitchFamily="18" charset="0"/>
              </a:rPr>
              <a:pPr/>
              <a:t>68</a:t>
            </a:fld>
            <a:endParaRPr lang="en-US" altLang="zh-TW" sz="1200" b="0">
              <a:latin typeface="Times New Roman" panose="02020603050405020304" pitchFamily="18" charset="0"/>
            </a:endParaRPr>
          </a:p>
        </p:txBody>
      </p:sp>
      <p:sp>
        <p:nvSpPr>
          <p:cNvPr id="152579" name="Rectangle 2">
            <a:extLst>
              <a:ext uri="{FF2B5EF4-FFF2-40B4-BE49-F238E27FC236}">
                <a16:creationId xmlns:a16="http://schemas.microsoft.com/office/drawing/2014/main" id="{C7D2D574-CD47-9921-614D-879B1F55EA5F}"/>
              </a:ext>
            </a:extLst>
          </p:cNvPr>
          <p:cNvSpPr>
            <a:spLocks noGrp="1" noRot="1" noChangeAspect="1" noChangeArrowheads="1" noTextEdit="1"/>
          </p:cNvSpPr>
          <p:nvPr>
            <p:ph type="sldImg"/>
          </p:nvPr>
        </p:nvSpPr>
        <p:spPr>
          <a:ln/>
        </p:spPr>
      </p:sp>
      <p:sp>
        <p:nvSpPr>
          <p:cNvPr id="152580" name="Rectangle 3">
            <a:extLst>
              <a:ext uri="{FF2B5EF4-FFF2-40B4-BE49-F238E27FC236}">
                <a16:creationId xmlns:a16="http://schemas.microsoft.com/office/drawing/2014/main" id="{165BE33D-6ED0-9B23-0940-44528A690F98}"/>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1319392D-D7E2-E2C2-8157-FDC3193B44C5}"/>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D6C4FA4-016D-455E-B79B-99AFD273E159}" type="slidenum">
              <a:rPr lang="zh-TW" altLang="en-US" sz="1200" b="0">
                <a:latin typeface="Times New Roman" panose="02020603050405020304" pitchFamily="18" charset="0"/>
              </a:rPr>
              <a:pPr/>
              <a:t>69</a:t>
            </a:fld>
            <a:endParaRPr lang="en-US" altLang="zh-TW" sz="1200" b="0">
              <a:latin typeface="Times New Roman" panose="02020603050405020304" pitchFamily="18" charset="0"/>
            </a:endParaRPr>
          </a:p>
        </p:txBody>
      </p:sp>
      <p:sp>
        <p:nvSpPr>
          <p:cNvPr id="154627" name="Rectangle 2">
            <a:extLst>
              <a:ext uri="{FF2B5EF4-FFF2-40B4-BE49-F238E27FC236}">
                <a16:creationId xmlns:a16="http://schemas.microsoft.com/office/drawing/2014/main" id="{4E9CE5B1-FC52-F848-0F17-1B81EB3BF181}"/>
              </a:ext>
            </a:extLst>
          </p:cNvPr>
          <p:cNvSpPr>
            <a:spLocks noGrp="1" noRot="1" noChangeAspect="1" noChangeArrowheads="1" noTextEdit="1"/>
          </p:cNvSpPr>
          <p:nvPr>
            <p:ph type="sldImg"/>
          </p:nvPr>
        </p:nvSpPr>
        <p:spPr>
          <a:ln/>
        </p:spPr>
      </p:sp>
      <p:sp>
        <p:nvSpPr>
          <p:cNvPr id="154628" name="Rectangle 3">
            <a:extLst>
              <a:ext uri="{FF2B5EF4-FFF2-40B4-BE49-F238E27FC236}">
                <a16:creationId xmlns:a16="http://schemas.microsoft.com/office/drawing/2014/main" id="{91D91DA6-BEE2-BCB6-7DFD-879BA8B235DA}"/>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a:extLst>
              <a:ext uri="{FF2B5EF4-FFF2-40B4-BE49-F238E27FC236}">
                <a16:creationId xmlns:a16="http://schemas.microsoft.com/office/drawing/2014/main" id="{0560576B-E33D-4AB6-2DBC-98206A77AE3B}"/>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2B41AE1-250C-460C-A226-28E182877484}" type="slidenum">
              <a:rPr lang="zh-TW" altLang="en-US" sz="1200" b="0">
                <a:latin typeface="Times New Roman" panose="02020603050405020304" pitchFamily="18" charset="0"/>
              </a:rPr>
              <a:pPr/>
              <a:t>70</a:t>
            </a:fld>
            <a:endParaRPr lang="en-US" altLang="zh-TW" sz="1200" b="0">
              <a:latin typeface="Times New Roman" panose="02020603050405020304" pitchFamily="18" charset="0"/>
            </a:endParaRPr>
          </a:p>
        </p:txBody>
      </p:sp>
      <p:sp>
        <p:nvSpPr>
          <p:cNvPr id="156675" name="Rectangle 2">
            <a:extLst>
              <a:ext uri="{FF2B5EF4-FFF2-40B4-BE49-F238E27FC236}">
                <a16:creationId xmlns:a16="http://schemas.microsoft.com/office/drawing/2014/main" id="{7AEB4371-57FD-1D17-8A56-ABFA9A71595C}"/>
              </a:ext>
            </a:extLst>
          </p:cNvPr>
          <p:cNvSpPr>
            <a:spLocks noGrp="1" noRot="1" noChangeAspect="1" noChangeArrowheads="1" noTextEdit="1"/>
          </p:cNvSpPr>
          <p:nvPr>
            <p:ph type="sldImg"/>
          </p:nvPr>
        </p:nvSpPr>
        <p:spPr>
          <a:ln/>
        </p:spPr>
      </p:sp>
      <p:sp>
        <p:nvSpPr>
          <p:cNvPr id="156676" name="Rectangle 3">
            <a:extLst>
              <a:ext uri="{FF2B5EF4-FFF2-40B4-BE49-F238E27FC236}">
                <a16:creationId xmlns:a16="http://schemas.microsoft.com/office/drawing/2014/main" id="{8CE9AFED-D0D9-F3B4-C92F-65EC807F6BAE}"/>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A5FBE1C3-4FD4-9297-88FD-550D343FF993}"/>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5E4D3A2-5B6B-4870-A8C6-90CAB73688AA}" type="slidenum">
              <a:rPr lang="zh-TW" altLang="en-US" sz="1200" b="0">
                <a:latin typeface="Times New Roman" panose="02020603050405020304" pitchFamily="18" charset="0"/>
              </a:rPr>
              <a:pPr/>
              <a:t>71</a:t>
            </a:fld>
            <a:endParaRPr lang="en-US" altLang="zh-TW" sz="1200" b="0">
              <a:latin typeface="Times New Roman" panose="02020603050405020304" pitchFamily="18" charset="0"/>
            </a:endParaRPr>
          </a:p>
        </p:txBody>
      </p:sp>
      <p:sp>
        <p:nvSpPr>
          <p:cNvPr id="158723" name="Rectangle 2">
            <a:extLst>
              <a:ext uri="{FF2B5EF4-FFF2-40B4-BE49-F238E27FC236}">
                <a16:creationId xmlns:a16="http://schemas.microsoft.com/office/drawing/2014/main" id="{B51ACFCE-64EA-596F-370A-9ACF08730C15}"/>
              </a:ext>
            </a:extLst>
          </p:cNvPr>
          <p:cNvSpPr>
            <a:spLocks noGrp="1" noRot="1" noChangeAspect="1" noChangeArrowheads="1" noTextEdit="1"/>
          </p:cNvSpPr>
          <p:nvPr>
            <p:ph type="sldImg"/>
          </p:nvPr>
        </p:nvSpPr>
        <p:spPr>
          <a:ln/>
        </p:spPr>
      </p:sp>
      <p:sp>
        <p:nvSpPr>
          <p:cNvPr id="158724" name="Rectangle 3">
            <a:extLst>
              <a:ext uri="{FF2B5EF4-FFF2-40B4-BE49-F238E27FC236}">
                <a16:creationId xmlns:a16="http://schemas.microsoft.com/office/drawing/2014/main" id="{54A81A41-A874-B5AA-E435-030004BF12DC}"/>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a:extLst>
              <a:ext uri="{FF2B5EF4-FFF2-40B4-BE49-F238E27FC236}">
                <a16:creationId xmlns:a16="http://schemas.microsoft.com/office/drawing/2014/main" id="{9E90BD24-BFA8-BDAF-1C37-21ADCC997063}"/>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0F960435-8C64-49B2-B488-575D82D0460F}" type="slidenum">
              <a:rPr lang="zh-TW" altLang="en-US" sz="1200" b="0">
                <a:latin typeface="Times New Roman" panose="02020603050405020304" pitchFamily="18" charset="0"/>
              </a:rPr>
              <a:pPr/>
              <a:t>72</a:t>
            </a:fld>
            <a:endParaRPr lang="en-US" altLang="zh-TW" sz="1200" b="0">
              <a:latin typeface="Times New Roman" panose="02020603050405020304" pitchFamily="18" charset="0"/>
            </a:endParaRPr>
          </a:p>
        </p:txBody>
      </p:sp>
      <p:sp>
        <p:nvSpPr>
          <p:cNvPr id="160771" name="Rectangle 2">
            <a:extLst>
              <a:ext uri="{FF2B5EF4-FFF2-40B4-BE49-F238E27FC236}">
                <a16:creationId xmlns:a16="http://schemas.microsoft.com/office/drawing/2014/main" id="{6C92A95E-2776-D1C5-2AE1-753B77512522}"/>
              </a:ext>
            </a:extLst>
          </p:cNvPr>
          <p:cNvSpPr>
            <a:spLocks noGrp="1" noRot="1" noChangeAspect="1" noChangeArrowheads="1" noTextEdit="1"/>
          </p:cNvSpPr>
          <p:nvPr>
            <p:ph type="sldImg"/>
          </p:nvPr>
        </p:nvSpPr>
        <p:spPr>
          <a:ln/>
        </p:spPr>
      </p:sp>
      <p:sp>
        <p:nvSpPr>
          <p:cNvPr id="160772" name="Rectangle 3">
            <a:extLst>
              <a:ext uri="{FF2B5EF4-FFF2-40B4-BE49-F238E27FC236}">
                <a16:creationId xmlns:a16="http://schemas.microsoft.com/office/drawing/2014/main" id="{C8D1CB8A-234D-D0F1-BE1C-8207B26B6E39}"/>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a:extLst>
              <a:ext uri="{FF2B5EF4-FFF2-40B4-BE49-F238E27FC236}">
                <a16:creationId xmlns:a16="http://schemas.microsoft.com/office/drawing/2014/main" id="{9214569F-CBB7-D083-DC94-4B19BAC4988F}"/>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8EDE4C0-65AD-44D2-A03A-717E48737CCE}" type="slidenum">
              <a:rPr lang="zh-TW" altLang="en-US" sz="1200" b="0">
                <a:latin typeface="Times New Roman" panose="02020603050405020304" pitchFamily="18" charset="0"/>
              </a:rPr>
              <a:pPr/>
              <a:t>73</a:t>
            </a:fld>
            <a:endParaRPr lang="en-US" altLang="zh-TW" sz="1200" b="0">
              <a:latin typeface="Times New Roman" panose="02020603050405020304" pitchFamily="18" charset="0"/>
            </a:endParaRPr>
          </a:p>
        </p:txBody>
      </p:sp>
      <p:sp>
        <p:nvSpPr>
          <p:cNvPr id="162819" name="Rectangle 2">
            <a:extLst>
              <a:ext uri="{FF2B5EF4-FFF2-40B4-BE49-F238E27FC236}">
                <a16:creationId xmlns:a16="http://schemas.microsoft.com/office/drawing/2014/main" id="{8120A421-3534-35E2-0077-A6D7D27DAE6E}"/>
              </a:ext>
            </a:extLst>
          </p:cNvPr>
          <p:cNvSpPr>
            <a:spLocks noGrp="1" noRot="1" noChangeAspect="1" noChangeArrowheads="1" noTextEdit="1"/>
          </p:cNvSpPr>
          <p:nvPr>
            <p:ph type="sldImg"/>
          </p:nvPr>
        </p:nvSpPr>
        <p:spPr>
          <a:ln/>
        </p:spPr>
      </p:sp>
      <p:sp>
        <p:nvSpPr>
          <p:cNvPr id="162820" name="Rectangle 3">
            <a:extLst>
              <a:ext uri="{FF2B5EF4-FFF2-40B4-BE49-F238E27FC236}">
                <a16:creationId xmlns:a16="http://schemas.microsoft.com/office/drawing/2014/main" id="{B3CA4948-A87F-E991-5A4E-C72DA2194559}"/>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a:extLst>
              <a:ext uri="{FF2B5EF4-FFF2-40B4-BE49-F238E27FC236}">
                <a16:creationId xmlns:a16="http://schemas.microsoft.com/office/drawing/2014/main" id="{57A3D2A4-FD87-3971-AF35-44AD4D536CCD}"/>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DC7000B-2A49-4174-87B2-1003CBA025F1}" type="slidenum">
              <a:rPr lang="zh-TW" altLang="en-US" sz="1200" b="0">
                <a:latin typeface="Times New Roman" panose="02020603050405020304" pitchFamily="18" charset="0"/>
              </a:rPr>
              <a:pPr/>
              <a:t>74</a:t>
            </a:fld>
            <a:endParaRPr lang="en-US" altLang="zh-TW" sz="1200" b="0">
              <a:latin typeface="Times New Roman" panose="02020603050405020304" pitchFamily="18" charset="0"/>
            </a:endParaRPr>
          </a:p>
        </p:txBody>
      </p:sp>
      <p:sp>
        <p:nvSpPr>
          <p:cNvPr id="164867" name="Rectangle 2">
            <a:extLst>
              <a:ext uri="{FF2B5EF4-FFF2-40B4-BE49-F238E27FC236}">
                <a16:creationId xmlns:a16="http://schemas.microsoft.com/office/drawing/2014/main" id="{F76DAA17-4374-61B2-872D-99022C456845}"/>
              </a:ext>
            </a:extLst>
          </p:cNvPr>
          <p:cNvSpPr>
            <a:spLocks noGrp="1" noRot="1" noChangeAspect="1" noChangeArrowheads="1" noTextEdit="1"/>
          </p:cNvSpPr>
          <p:nvPr>
            <p:ph type="sldImg"/>
          </p:nvPr>
        </p:nvSpPr>
        <p:spPr>
          <a:ln/>
        </p:spPr>
      </p:sp>
      <p:sp>
        <p:nvSpPr>
          <p:cNvPr id="164868" name="Rectangle 3">
            <a:extLst>
              <a:ext uri="{FF2B5EF4-FFF2-40B4-BE49-F238E27FC236}">
                <a16:creationId xmlns:a16="http://schemas.microsoft.com/office/drawing/2014/main" id="{BE40CECD-A51A-0BBE-6081-7F543F50A0B4}"/>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a:extLst>
              <a:ext uri="{FF2B5EF4-FFF2-40B4-BE49-F238E27FC236}">
                <a16:creationId xmlns:a16="http://schemas.microsoft.com/office/drawing/2014/main" id="{40A06733-B874-3D64-2234-F49815429C76}"/>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B8497D06-EF1A-4B7C-AA7B-181E4E89F4D2}" type="slidenum">
              <a:rPr lang="zh-TW" altLang="en-US" sz="1200" b="0">
                <a:latin typeface="Times New Roman" panose="02020603050405020304" pitchFamily="18" charset="0"/>
              </a:rPr>
              <a:pPr/>
              <a:t>75</a:t>
            </a:fld>
            <a:endParaRPr lang="en-US" altLang="zh-TW" sz="1200" b="0">
              <a:latin typeface="Times New Roman" panose="02020603050405020304" pitchFamily="18" charset="0"/>
            </a:endParaRPr>
          </a:p>
        </p:txBody>
      </p:sp>
      <p:sp>
        <p:nvSpPr>
          <p:cNvPr id="166915" name="Rectangle 2">
            <a:extLst>
              <a:ext uri="{FF2B5EF4-FFF2-40B4-BE49-F238E27FC236}">
                <a16:creationId xmlns:a16="http://schemas.microsoft.com/office/drawing/2014/main" id="{B07AB433-34C9-9900-99A3-AD50DEA41F72}"/>
              </a:ext>
            </a:extLst>
          </p:cNvPr>
          <p:cNvSpPr>
            <a:spLocks noGrp="1" noRot="1" noChangeAspect="1" noChangeArrowheads="1" noTextEdit="1"/>
          </p:cNvSpPr>
          <p:nvPr>
            <p:ph type="sldImg"/>
          </p:nvPr>
        </p:nvSpPr>
        <p:spPr>
          <a:ln/>
        </p:spPr>
      </p:sp>
      <p:sp>
        <p:nvSpPr>
          <p:cNvPr id="166916" name="Rectangle 3">
            <a:extLst>
              <a:ext uri="{FF2B5EF4-FFF2-40B4-BE49-F238E27FC236}">
                <a16:creationId xmlns:a16="http://schemas.microsoft.com/office/drawing/2014/main" id="{6BB25890-F7F0-23B8-E954-63F3B9E30E11}"/>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a:extLst>
              <a:ext uri="{FF2B5EF4-FFF2-40B4-BE49-F238E27FC236}">
                <a16:creationId xmlns:a16="http://schemas.microsoft.com/office/drawing/2014/main" id="{206DF913-FB24-2AFE-3381-86659A170ADB}"/>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677B2DE-ED4A-4699-B7A6-667F93584A4E}" type="slidenum">
              <a:rPr lang="zh-TW" altLang="en-US" sz="1200" b="0">
                <a:latin typeface="Times New Roman" panose="02020603050405020304" pitchFamily="18" charset="0"/>
              </a:rPr>
              <a:pPr/>
              <a:t>76</a:t>
            </a:fld>
            <a:endParaRPr lang="en-US" altLang="zh-TW" sz="1200" b="0">
              <a:latin typeface="Times New Roman" panose="02020603050405020304" pitchFamily="18" charset="0"/>
            </a:endParaRPr>
          </a:p>
        </p:txBody>
      </p:sp>
      <p:sp>
        <p:nvSpPr>
          <p:cNvPr id="168963" name="Rectangle 2">
            <a:extLst>
              <a:ext uri="{FF2B5EF4-FFF2-40B4-BE49-F238E27FC236}">
                <a16:creationId xmlns:a16="http://schemas.microsoft.com/office/drawing/2014/main" id="{1E0B8E13-7ED4-4570-1BFC-BDD40F7B5BF3}"/>
              </a:ext>
            </a:extLst>
          </p:cNvPr>
          <p:cNvSpPr>
            <a:spLocks noGrp="1" noRot="1" noChangeAspect="1" noChangeArrowheads="1" noTextEdit="1"/>
          </p:cNvSpPr>
          <p:nvPr>
            <p:ph type="sldImg"/>
          </p:nvPr>
        </p:nvSpPr>
        <p:spPr>
          <a:ln/>
        </p:spPr>
      </p:sp>
      <p:sp>
        <p:nvSpPr>
          <p:cNvPr id="168964" name="Rectangle 3">
            <a:extLst>
              <a:ext uri="{FF2B5EF4-FFF2-40B4-BE49-F238E27FC236}">
                <a16:creationId xmlns:a16="http://schemas.microsoft.com/office/drawing/2014/main" id="{48CA90BC-600A-956B-EE44-86C4D71AFE0D}"/>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a:extLst>
              <a:ext uri="{FF2B5EF4-FFF2-40B4-BE49-F238E27FC236}">
                <a16:creationId xmlns:a16="http://schemas.microsoft.com/office/drawing/2014/main" id="{BC0CEA2D-DF57-39BF-6C1D-1450171F39AC}"/>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B76A74CF-C28D-4D54-AACE-636E689FCD37}" type="slidenum">
              <a:rPr lang="zh-TW" altLang="en-US" sz="1200" b="0">
                <a:latin typeface="Times New Roman" panose="02020603050405020304" pitchFamily="18" charset="0"/>
              </a:rPr>
              <a:pPr/>
              <a:t>77</a:t>
            </a:fld>
            <a:endParaRPr lang="en-US" altLang="zh-TW" sz="1200" b="0">
              <a:latin typeface="Times New Roman" panose="02020603050405020304" pitchFamily="18" charset="0"/>
            </a:endParaRPr>
          </a:p>
        </p:txBody>
      </p:sp>
      <p:sp>
        <p:nvSpPr>
          <p:cNvPr id="171011" name="Rectangle 2">
            <a:extLst>
              <a:ext uri="{FF2B5EF4-FFF2-40B4-BE49-F238E27FC236}">
                <a16:creationId xmlns:a16="http://schemas.microsoft.com/office/drawing/2014/main" id="{FEFF5211-0805-3198-AFB1-5B7F25ECC832}"/>
              </a:ext>
            </a:extLst>
          </p:cNvPr>
          <p:cNvSpPr>
            <a:spLocks noGrp="1" noRot="1" noChangeAspect="1" noChangeArrowheads="1" noTextEdit="1"/>
          </p:cNvSpPr>
          <p:nvPr>
            <p:ph type="sldImg"/>
          </p:nvPr>
        </p:nvSpPr>
        <p:spPr>
          <a:ln/>
        </p:spPr>
      </p:sp>
      <p:sp>
        <p:nvSpPr>
          <p:cNvPr id="171012" name="Rectangle 3">
            <a:extLst>
              <a:ext uri="{FF2B5EF4-FFF2-40B4-BE49-F238E27FC236}">
                <a16:creationId xmlns:a16="http://schemas.microsoft.com/office/drawing/2014/main" id="{1CE787B4-D4DE-51A0-212E-74B7702B0C80}"/>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a:extLst>
              <a:ext uri="{FF2B5EF4-FFF2-40B4-BE49-F238E27FC236}">
                <a16:creationId xmlns:a16="http://schemas.microsoft.com/office/drawing/2014/main" id="{5FEB8793-37ED-98E2-D949-3D25FD6A7E52}"/>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AF2D6DC-B988-4E5D-96C0-F6BFDDD2DDBC}" type="slidenum">
              <a:rPr lang="zh-TW" altLang="en-US" sz="1200" b="0">
                <a:latin typeface="Times New Roman" panose="02020603050405020304" pitchFamily="18" charset="0"/>
              </a:rPr>
              <a:pPr/>
              <a:t>78</a:t>
            </a:fld>
            <a:endParaRPr lang="en-US" altLang="zh-TW" sz="1200" b="0">
              <a:latin typeface="Times New Roman" panose="02020603050405020304" pitchFamily="18" charset="0"/>
            </a:endParaRPr>
          </a:p>
        </p:txBody>
      </p:sp>
      <p:sp>
        <p:nvSpPr>
          <p:cNvPr id="173059" name="Rectangle 2">
            <a:extLst>
              <a:ext uri="{FF2B5EF4-FFF2-40B4-BE49-F238E27FC236}">
                <a16:creationId xmlns:a16="http://schemas.microsoft.com/office/drawing/2014/main" id="{B823FC6C-77BC-DF8B-D664-FED41800AD75}"/>
              </a:ext>
            </a:extLst>
          </p:cNvPr>
          <p:cNvSpPr>
            <a:spLocks noGrp="1" noRot="1" noChangeAspect="1" noChangeArrowheads="1" noTextEdit="1"/>
          </p:cNvSpPr>
          <p:nvPr>
            <p:ph type="sldImg"/>
          </p:nvPr>
        </p:nvSpPr>
        <p:spPr>
          <a:ln/>
        </p:spPr>
      </p:sp>
      <p:sp>
        <p:nvSpPr>
          <p:cNvPr id="173060" name="Rectangle 3">
            <a:extLst>
              <a:ext uri="{FF2B5EF4-FFF2-40B4-BE49-F238E27FC236}">
                <a16:creationId xmlns:a16="http://schemas.microsoft.com/office/drawing/2014/main" id="{351AA267-35CC-23E3-29AD-6F34D8224543}"/>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a:extLst>
              <a:ext uri="{FF2B5EF4-FFF2-40B4-BE49-F238E27FC236}">
                <a16:creationId xmlns:a16="http://schemas.microsoft.com/office/drawing/2014/main" id="{82A89138-830B-6E92-8C98-8FFB0C5AFDC4}"/>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28C65312-070F-45C8-B4BC-6F3D92349A87}" type="slidenum">
              <a:rPr lang="zh-TW" altLang="en-US" sz="1200" b="0">
                <a:latin typeface="Times New Roman" panose="02020603050405020304" pitchFamily="18" charset="0"/>
              </a:rPr>
              <a:pPr/>
              <a:t>79</a:t>
            </a:fld>
            <a:endParaRPr lang="en-US" altLang="zh-TW" sz="1200" b="0">
              <a:latin typeface="Times New Roman" panose="02020603050405020304" pitchFamily="18" charset="0"/>
            </a:endParaRPr>
          </a:p>
        </p:txBody>
      </p:sp>
      <p:sp>
        <p:nvSpPr>
          <p:cNvPr id="175107" name="Rectangle 2">
            <a:extLst>
              <a:ext uri="{FF2B5EF4-FFF2-40B4-BE49-F238E27FC236}">
                <a16:creationId xmlns:a16="http://schemas.microsoft.com/office/drawing/2014/main" id="{153677E4-55B0-6B1F-5960-967BC7B5185C}"/>
              </a:ext>
            </a:extLst>
          </p:cNvPr>
          <p:cNvSpPr>
            <a:spLocks noGrp="1" noRot="1" noChangeAspect="1" noChangeArrowheads="1" noTextEdit="1"/>
          </p:cNvSpPr>
          <p:nvPr>
            <p:ph type="sldImg"/>
          </p:nvPr>
        </p:nvSpPr>
        <p:spPr>
          <a:ln/>
        </p:spPr>
      </p:sp>
      <p:sp>
        <p:nvSpPr>
          <p:cNvPr id="175108" name="Rectangle 3">
            <a:extLst>
              <a:ext uri="{FF2B5EF4-FFF2-40B4-BE49-F238E27FC236}">
                <a16:creationId xmlns:a16="http://schemas.microsoft.com/office/drawing/2014/main" id="{0F96694E-B503-E9B2-1EA9-073988B067F7}"/>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a:extLst>
              <a:ext uri="{FF2B5EF4-FFF2-40B4-BE49-F238E27FC236}">
                <a16:creationId xmlns:a16="http://schemas.microsoft.com/office/drawing/2014/main" id="{F1BD7CE1-B87C-A46F-CD4E-B9C5C60769B2}"/>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80F6D84-5494-47CD-A24B-840A2EFFA4B7}" type="slidenum">
              <a:rPr lang="zh-TW" altLang="en-US" sz="1200" b="0">
                <a:latin typeface="Times New Roman" panose="02020603050405020304" pitchFamily="18" charset="0"/>
              </a:rPr>
              <a:pPr/>
              <a:t>80</a:t>
            </a:fld>
            <a:endParaRPr lang="en-US" altLang="zh-TW" sz="1200" b="0">
              <a:latin typeface="Times New Roman" panose="02020603050405020304" pitchFamily="18" charset="0"/>
            </a:endParaRPr>
          </a:p>
        </p:txBody>
      </p:sp>
      <p:sp>
        <p:nvSpPr>
          <p:cNvPr id="177155" name="Rectangle 2">
            <a:extLst>
              <a:ext uri="{FF2B5EF4-FFF2-40B4-BE49-F238E27FC236}">
                <a16:creationId xmlns:a16="http://schemas.microsoft.com/office/drawing/2014/main" id="{E117F11B-4CCC-48A6-8AD2-5ABB0996824C}"/>
              </a:ext>
            </a:extLst>
          </p:cNvPr>
          <p:cNvSpPr>
            <a:spLocks noGrp="1" noRot="1" noChangeAspect="1" noChangeArrowheads="1" noTextEdit="1"/>
          </p:cNvSpPr>
          <p:nvPr>
            <p:ph type="sldImg"/>
          </p:nvPr>
        </p:nvSpPr>
        <p:spPr>
          <a:ln/>
        </p:spPr>
      </p:sp>
      <p:sp>
        <p:nvSpPr>
          <p:cNvPr id="177156" name="Rectangle 3">
            <a:extLst>
              <a:ext uri="{FF2B5EF4-FFF2-40B4-BE49-F238E27FC236}">
                <a16:creationId xmlns:a16="http://schemas.microsoft.com/office/drawing/2014/main" id="{40779D97-4DF2-D15B-F8CD-370A27A60782}"/>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a:extLst>
              <a:ext uri="{FF2B5EF4-FFF2-40B4-BE49-F238E27FC236}">
                <a16:creationId xmlns:a16="http://schemas.microsoft.com/office/drawing/2014/main" id="{BBBEC420-F275-009B-9779-8790893566C3}"/>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0DA224A-46EF-4ED6-B774-7DB118632640}" type="slidenum">
              <a:rPr lang="zh-TW" altLang="en-US" sz="1200" b="0">
                <a:latin typeface="Times New Roman" panose="02020603050405020304" pitchFamily="18" charset="0"/>
              </a:rPr>
              <a:pPr/>
              <a:t>81</a:t>
            </a:fld>
            <a:endParaRPr lang="en-US" altLang="zh-TW" sz="1200" b="0">
              <a:latin typeface="Times New Roman" panose="02020603050405020304" pitchFamily="18" charset="0"/>
            </a:endParaRPr>
          </a:p>
        </p:txBody>
      </p:sp>
      <p:sp>
        <p:nvSpPr>
          <p:cNvPr id="179203" name="Rectangle 2">
            <a:extLst>
              <a:ext uri="{FF2B5EF4-FFF2-40B4-BE49-F238E27FC236}">
                <a16:creationId xmlns:a16="http://schemas.microsoft.com/office/drawing/2014/main" id="{18A18B4E-9BE1-6881-EE04-47CA906E79C5}"/>
              </a:ext>
            </a:extLst>
          </p:cNvPr>
          <p:cNvSpPr>
            <a:spLocks noGrp="1" noRot="1" noChangeAspect="1" noChangeArrowheads="1" noTextEdit="1"/>
          </p:cNvSpPr>
          <p:nvPr>
            <p:ph type="sldImg"/>
          </p:nvPr>
        </p:nvSpPr>
        <p:spPr>
          <a:ln/>
        </p:spPr>
      </p:sp>
      <p:sp>
        <p:nvSpPr>
          <p:cNvPr id="179204" name="Rectangle 3">
            <a:extLst>
              <a:ext uri="{FF2B5EF4-FFF2-40B4-BE49-F238E27FC236}">
                <a16:creationId xmlns:a16="http://schemas.microsoft.com/office/drawing/2014/main" id="{5E536D34-3A6E-3EAB-22C4-3D39E4E5C38D}"/>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a:extLst>
              <a:ext uri="{FF2B5EF4-FFF2-40B4-BE49-F238E27FC236}">
                <a16:creationId xmlns:a16="http://schemas.microsoft.com/office/drawing/2014/main" id="{DCEBCB4E-7AC2-3070-094C-143BD96AACEB}"/>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89C9398-4738-4DA0-A215-BA7BD7E11B00}" type="slidenum">
              <a:rPr lang="zh-TW" altLang="en-US" sz="1200" b="0">
                <a:latin typeface="Times New Roman" panose="02020603050405020304" pitchFamily="18" charset="0"/>
              </a:rPr>
              <a:pPr/>
              <a:t>82</a:t>
            </a:fld>
            <a:endParaRPr lang="en-US" altLang="zh-TW" sz="1200" b="0">
              <a:latin typeface="Times New Roman" panose="02020603050405020304" pitchFamily="18" charset="0"/>
            </a:endParaRPr>
          </a:p>
        </p:txBody>
      </p:sp>
      <p:sp>
        <p:nvSpPr>
          <p:cNvPr id="181251" name="Rectangle 2">
            <a:extLst>
              <a:ext uri="{FF2B5EF4-FFF2-40B4-BE49-F238E27FC236}">
                <a16:creationId xmlns:a16="http://schemas.microsoft.com/office/drawing/2014/main" id="{96A38E61-ACC5-DCF0-5168-33ACBE75EF8F}"/>
              </a:ext>
            </a:extLst>
          </p:cNvPr>
          <p:cNvSpPr>
            <a:spLocks noGrp="1" noRot="1" noChangeAspect="1" noChangeArrowheads="1" noTextEdit="1"/>
          </p:cNvSpPr>
          <p:nvPr>
            <p:ph type="sldImg"/>
          </p:nvPr>
        </p:nvSpPr>
        <p:spPr>
          <a:ln/>
        </p:spPr>
      </p:sp>
      <p:sp>
        <p:nvSpPr>
          <p:cNvPr id="181252" name="Rectangle 3">
            <a:extLst>
              <a:ext uri="{FF2B5EF4-FFF2-40B4-BE49-F238E27FC236}">
                <a16:creationId xmlns:a16="http://schemas.microsoft.com/office/drawing/2014/main" id="{AB980839-580A-7C12-4D3C-AC43A4894C80}"/>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a:extLst>
              <a:ext uri="{FF2B5EF4-FFF2-40B4-BE49-F238E27FC236}">
                <a16:creationId xmlns:a16="http://schemas.microsoft.com/office/drawing/2014/main" id="{9483EA24-084A-35F5-3BC8-5991F954D1FF}"/>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5540C74-7903-4AEA-ABC4-F1633A8C334A}" type="slidenum">
              <a:rPr lang="zh-TW" altLang="en-US" sz="1200" b="0">
                <a:latin typeface="Times New Roman" panose="02020603050405020304" pitchFamily="18" charset="0"/>
              </a:rPr>
              <a:pPr/>
              <a:t>83</a:t>
            </a:fld>
            <a:endParaRPr lang="en-US" altLang="zh-TW" sz="1200" b="0">
              <a:latin typeface="Times New Roman" panose="02020603050405020304" pitchFamily="18" charset="0"/>
            </a:endParaRPr>
          </a:p>
        </p:txBody>
      </p:sp>
      <p:sp>
        <p:nvSpPr>
          <p:cNvPr id="183299" name="Rectangle 2">
            <a:extLst>
              <a:ext uri="{FF2B5EF4-FFF2-40B4-BE49-F238E27FC236}">
                <a16:creationId xmlns:a16="http://schemas.microsoft.com/office/drawing/2014/main" id="{058DF985-6367-7DF8-A795-D86F4C72F140}"/>
              </a:ext>
            </a:extLst>
          </p:cNvPr>
          <p:cNvSpPr>
            <a:spLocks noGrp="1" noRot="1" noChangeAspect="1" noChangeArrowheads="1" noTextEdit="1"/>
          </p:cNvSpPr>
          <p:nvPr>
            <p:ph type="sldImg"/>
          </p:nvPr>
        </p:nvSpPr>
        <p:spPr>
          <a:ln/>
        </p:spPr>
      </p:sp>
      <p:sp>
        <p:nvSpPr>
          <p:cNvPr id="183300" name="Rectangle 3">
            <a:extLst>
              <a:ext uri="{FF2B5EF4-FFF2-40B4-BE49-F238E27FC236}">
                <a16:creationId xmlns:a16="http://schemas.microsoft.com/office/drawing/2014/main" id="{266A75CB-872D-FDED-B59C-1C12DBE2C643}"/>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a:extLst>
              <a:ext uri="{FF2B5EF4-FFF2-40B4-BE49-F238E27FC236}">
                <a16:creationId xmlns:a16="http://schemas.microsoft.com/office/drawing/2014/main" id="{230A19E3-7CCB-5E4F-2D04-ADE57C6EA097}"/>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9C1ABA6-B88C-4657-A504-73006287203E}" type="slidenum">
              <a:rPr lang="zh-TW" altLang="en-US" sz="1200" b="0">
                <a:latin typeface="Times New Roman" panose="02020603050405020304" pitchFamily="18" charset="0"/>
              </a:rPr>
              <a:pPr/>
              <a:t>84</a:t>
            </a:fld>
            <a:endParaRPr lang="en-US" altLang="zh-TW" sz="1200" b="0">
              <a:latin typeface="Times New Roman" panose="02020603050405020304" pitchFamily="18" charset="0"/>
            </a:endParaRPr>
          </a:p>
        </p:txBody>
      </p:sp>
      <p:sp>
        <p:nvSpPr>
          <p:cNvPr id="185347" name="Rectangle 2">
            <a:extLst>
              <a:ext uri="{FF2B5EF4-FFF2-40B4-BE49-F238E27FC236}">
                <a16:creationId xmlns:a16="http://schemas.microsoft.com/office/drawing/2014/main" id="{A6CC6CFC-3D9D-3A90-7801-7136DA481D7A}"/>
              </a:ext>
            </a:extLst>
          </p:cNvPr>
          <p:cNvSpPr>
            <a:spLocks noGrp="1" noRot="1" noChangeAspect="1" noChangeArrowheads="1" noTextEdit="1"/>
          </p:cNvSpPr>
          <p:nvPr>
            <p:ph type="sldImg"/>
          </p:nvPr>
        </p:nvSpPr>
        <p:spPr>
          <a:ln/>
        </p:spPr>
      </p:sp>
      <p:sp>
        <p:nvSpPr>
          <p:cNvPr id="185348" name="Rectangle 3">
            <a:extLst>
              <a:ext uri="{FF2B5EF4-FFF2-40B4-BE49-F238E27FC236}">
                <a16:creationId xmlns:a16="http://schemas.microsoft.com/office/drawing/2014/main" id="{76E81DB8-9476-3C3B-1122-17F1DD7E6D1E}"/>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a:extLst>
              <a:ext uri="{FF2B5EF4-FFF2-40B4-BE49-F238E27FC236}">
                <a16:creationId xmlns:a16="http://schemas.microsoft.com/office/drawing/2014/main" id="{8FDAE6EF-BE0D-0BC7-BD43-231B7244D177}"/>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D4F2348-338E-42C4-8952-15C144BC3FDE}" type="slidenum">
              <a:rPr lang="zh-TW" altLang="en-US" sz="1200" b="0">
                <a:latin typeface="Times New Roman" panose="02020603050405020304" pitchFamily="18" charset="0"/>
              </a:rPr>
              <a:pPr/>
              <a:t>85</a:t>
            </a:fld>
            <a:endParaRPr lang="en-US" altLang="zh-TW" sz="1200" b="0">
              <a:latin typeface="Times New Roman" panose="02020603050405020304" pitchFamily="18" charset="0"/>
            </a:endParaRPr>
          </a:p>
        </p:txBody>
      </p:sp>
      <p:sp>
        <p:nvSpPr>
          <p:cNvPr id="187395" name="Rectangle 2">
            <a:extLst>
              <a:ext uri="{FF2B5EF4-FFF2-40B4-BE49-F238E27FC236}">
                <a16:creationId xmlns:a16="http://schemas.microsoft.com/office/drawing/2014/main" id="{03093E38-E479-C3C4-90B6-F87DE5C47DDB}"/>
              </a:ext>
            </a:extLst>
          </p:cNvPr>
          <p:cNvSpPr>
            <a:spLocks noGrp="1" noRot="1" noChangeAspect="1" noChangeArrowheads="1" noTextEdit="1"/>
          </p:cNvSpPr>
          <p:nvPr>
            <p:ph type="sldImg"/>
          </p:nvPr>
        </p:nvSpPr>
        <p:spPr>
          <a:ln/>
        </p:spPr>
      </p:sp>
      <p:sp>
        <p:nvSpPr>
          <p:cNvPr id="187396" name="Rectangle 3">
            <a:extLst>
              <a:ext uri="{FF2B5EF4-FFF2-40B4-BE49-F238E27FC236}">
                <a16:creationId xmlns:a16="http://schemas.microsoft.com/office/drawing/2014/main" id="{237CCE85-2526-2BDC-9C82-D33D5AEFB015}"/>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a:extLst>
              <a:ext uri="{FF2B5EF4-FFF2-40B4-BE49-F238E27FC236}">
                <a16:creationId xmlns:a16="http://schemas.microsoft.com/office/drawing/2014/main" id="{1A363385-243F-02B6-EFE7-E93638078A3D}"/>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43E2AF65-BA63-4E10-8E81-0A4337B7DB0A}" type="slidenum">
              <a:rPr lang="zh-TW" altLang="en-US" sz="1200" b="0">
                <a:latin typeface="Times New Roman" panose="02020603050405020304" pitchFamily="18" charset="0"/>
              </a:rPr>
              <a:pPr/>
              <a:t>86</a:t>
            </a:fld>
            <a:endParaRPr lang="en-US" altLang="zh-TW" sz="1200" b="0">
              <a:latin typeface="Times New Roman" panose="02020603050405020304" pitchFamily="18" charset="0"/>
            </a:endParaRPr>
          </a:p>
        </p:txBody>
      </p:sp>
      <p:sp>
        <p:nvSpPr>
          <p:cNvPr id="189443" name="Rectangle 2">
            <a:extLst>
              <a:ext uri="{FF2B5EF4-FFF2-40B4-BE49-F238E27FC236}">
                <a16:creationId xmlns:a16="http://schemas.microsoft.com/office/drawing/2014/main" id="{48B9867C-2CD6-B9E7-BA6B-B766504B74FF}"/>
              </a:ext>
            </a:extLst>
          </p:cNvPr>
          <p:cNvSpPr>
            <a:spLocks noGrp="1" noRot="1" noChangeAspect="1" noChangeArrowheads="1" noTextEdit="1"/>
          </p:cNvSpPr>
          <p:nvPr>
            <p:ph type="sldImg"/>
          </p:nvPr>
        </p:nvSpPr>
        <p:spPr>
          <a:ln/>
        </p:spPr>
      </p:sp>
      <p:sp>
        <p:nvSpPr>
          <p:cNvPr id="189444" name="Rectangle 3">
            <a:extLst>
              <a:ext uri="{FF2B5EF4-FFF2-40B4-BE49-F238E27FC236}">
                <a16:creationId xmlns:a16="http://schemas.microsoft.com/office/drawing/2014/main" id="{7B9DA766-0E12-909E-700A-91EA7914A40F}"/>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a:extLst>
              <a:ext uri="{FF2B5EF4-FFF2-40B4-BE49-F238E27FC236}">
                <a16:creationId xmlns:a16="http://schemas.microsoft.com/office/drawing/2014/main" id="{53D04C76-D8C3-AE2A-CF2B-9C6E51EA5616}"/>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95C55CF6-CCFE-4C47-974B-DD6DE1BB3A7B}" type="slidenum">
              <a:rPr lang="zh-TW" altLang="en-US" sz="1200" b="0">
                <a:latin typeface="Times New Roman" panose="02020603050405020304" pitchFamily="18" charset="0"/>
              </a:rPr>
              <a:pPr/>
              <a:t>87</a:t>
            </a:fld>
            <a:endParaRPr lang="en-US" altLang="zh-TW" sz="1200" b="0">
              <a:latin typeface="Times New Roman" panose="02020603050405020304" pitchFamily="18" charset="0"/>
            </a:endParaRPr>
          </a:p>
        </p:txBody>
      </p:sp>
      <p:sp>
        <p:nvSpPr>
          <p:cNvPr id="191491" name="Rectangle 2">
            <a:extLst>
              <a:ext uri="{FF2B5EF4-FFF2-40B4-BE49-F238E27FC236}">
                <a16:creationId xmlns:a16="http://schemas.microsoft.com/office/drawing/2014/main" id="{ACE020B1-C044-FD72-1096-6787ED41BDCE}"/>
              </a:ext>
            </a:extLst>
          </p:cNvPr>
          <p:cNvSpPr>
            <a:spLocks noGrp="1" noRot="1" noChangeAspect="1" noChangeArrowheads="1" noTextEdit="1"/>
          </p:cNvSpPr>
          <p:nvPr>
            <p:ph type="sldImg"/>
          </p:nvPr>
        </p:nvSpPr>
        <p:spPr>
          <a:ln/>
        </p:spPr>
      </p:sp>
      <p:sp>
        <p:nvSpPr>
          <p:cNvPr id="191492" name="Rectangle 3">
            <a:extLst>
              <a:ext uri="{FF2B5EF4-FFF2-40B4-BE49-F238E27FC236}">
                <a16:creationId xmlns:a16="http://schemas.microsoft.com/office/drawing/2014/main" id="{99684DE6-DA01-CF62-D104-3A7EDA7D7869}"/>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a:extLst>
              <a:ext uri="{FF2B5EF4-FFF2-40B4-BE49-F238E27FC236}">
                <a16:creationId xmlns:a16="http://schemas.microsoft.com/office/drawing/2014/main" id="{ACF223F3-67FD-0984-7149-D84F4EA814B6}"/>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CF2A9783-79B1-4951-BBDC-5F6A61BE4F50}" type="slidenum">
              <a:rPr lang="zh-TW" altLang="en-US" sz="1200" b="0">
                <a:latin typeface="Times New Roman" panose="02020603050405020304" pitchFamily="18" charset="0"/>
              </a:rPr>
              <a:pPr/>
              <a:t>88</a:t>
            </a:fld>
            <a:endParaRPr lang="en-US" altLang="zh-TW" sz="1200" b="0">
              <a:latin typeface="Times New Roman" panose="02020603050405020304" pitchFamily="18" charset="0"/>
            </a:endParaRPr>
          </a:p>
        </p:txBody>
      </p:sp>
      <p:sp>
        <p:nvSpPr>
          <p:cNvPr id="193539" name="Rectangle 2">
            <a:extLst>
              <a:ext uri="{FF2B5EF4-FFF2-40B4-BE49-F238E27FC236}">
                <a16:creationId xmlns:a16="http://schemas.microsoft.com/office/drawing/2014/main" id="{A3913E71-F553-C9EC-7634-E626DAA66770}"/>
              </a:ext>
            </a:extLst>
          </p:cNvPr>
          <p:cNvSpPr>
            <a:spLocks noGrp="1" noRot="1" noChangeAspect="1" noChangeArrowheads="1" noTextEdit="1"/>
          </p:cNvSpPr>
          <p:nvPr>
            <p:ph type="sldImg"/>
          </p:nvPr>
        </p:nvSpPr>
        <p:spPr>
          <a:ln/>
        </p:spPr>
      </p:sp>
      <p:sp>
        <p:nvSpPr>
          <p:cNvPr id="193540" name="Rectangle 3">
            <a:extLst>
              <a:ext uri="{FF2B5EF4-FFF2-40B4-BE49-F238E27FC236}">
                <a16:creationId xmlns:a16="http://schemas.microsoft.com/office/drawing/2014/main" id="{8E967EB2-7ECF-B1CA-5D95-2F82D7D6F687}"/>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a:extLst>
              <a:ext uri="{FF2B5EF4-FFF2-40B4-BE49-F238E27FC236}">
                <a16:creationId xmlns:a16="http://schemas.microsoft.com/office/drawing/2014/main" id="{2F54ABC4-C720-5AEE-7491-8BC135EC4CD3}"/>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2C6BA3E-AD9D-479E-AEE2-B8CD41D29FB9}" type="slidenum">
              <a:rPr lang="zh-TW" altLang="en-US" sz="1200" b="0">
                <a:latin typeface="Times New Roman" panose="02020603050405020304" pitchFamily="18" charset="0"/>
              </a:rPr>
              <a:pPr/>
              <a:t>89</a:t>
            </a:fld>
            <a:endParaRPr lang="en-US" altLang="zh-TW" sz="1200" b="0">
              <a:latin typeface="Times New Roman" panose="02020603050405020304" pitchFamily="18" charset="0"/>
            </a:endParaRPr>
          </a:p>
        </p:txBody>
      </p:sp>
      <p:sp>
        <p:nvSpPr>
          <p:cNvPr id="195587" name="Rectangle 2">
            <a:extLst>
              <a:ext uri="{FF2B5EF4-FFF2-40B4-BE49-F238E27FC236}">
                <a16:creationId xmlns:a16="http://schemas.microsoft.com/office/drawing/2014/main" id="{E2921952-6C11-08ED-A25B-4C6A0A50FD13}"/>
              </a:ext>
            </a:extLst>
          </p:cNvPr>
          <p:cNvSpPr>
            <a:spLocks noGrp="1" noRot="1" noChangeAspect="1" noChangeArrowheads="1" noTextEdit="1"/>
          </p:cNvSpPr>
          <p:nvPr>
            <p:ph type="sldImg"/>
          </p:nvPr>
        </p:nvSpPr>
        <p:spPr>
          <a:ln/>
        </p:spPr>
      </p:sp>
      <p:sp>
        <p:nvSpPr>
          <p:cNvPr id="195588" name="Rectangle 3">
            <a:extLst>
              <a:ext uri="{FF2B5EF4-FFF2-40B4-BE49-F238E27FC236}">
                <a16:creationId xmlns:a16="http://schemas.microsoft.com/office/drawing/2014/main" id="{95353F1E-2624-3993-D70D-F85E458F7458}"/>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Line 4">
            <a:extLst>
              <a:ext uri="{FF2B5EF4-FFF2-40B4-BE49-F238E27FC236}">
                <a16:creationId xmlns:a16="http://schemas.microsoft.com/office/drawing/2014/main" id="{FE8E7DE0-DDFC-0BB4-C9C1-704242629224}"/>
              </a:ext>
            </a:extLst>
          </p:cNvPr>
          <p:cNvSpPr>
            <a:spLocks noChangeShapeType="1"/>
          </p:cNvSpPr>
          <p:nvPr/>
        </p:nvSpPr>
        <p:spPr bwMode="auto">
          <a:xfrm>
            <a:off x="152400" y="152400"/>
            <a:ext cx="87630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Line 5">
            <a:extLst>
              <a:ext uri="{FF2B5EF4-FFF2-40B4-BE49-F238E27FC236}">
                <a16:creationId xmlns:a16="http://schemas.microsoft.com/office/drawing/2014/main" id="{65CC9CD9-6D98-810E-1059-05275C8502CC}"/>
              </a:ext>
            </a:extLst>
          </p:cNvPr>
          <p:cNvSpPr>
            <a:spLocks noChangeShapeType="1"/>
          </p:cNvSpPr>
          <p:nvPr/>
        </p:nvSpPr>
        <p:spPr bwMode="auto">
          <a:xfrm>
            <a:off x="152400" y="6400800"/>
            <a:ext cx="87630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6" name="Content Placeholder 4" descr="A book cover with a planet earth&#10;&#10;Description automatically generated">
            <a:extLst>
              <a:ext uri="{FF2B5EF4-FFF2-40B4-BE49-F238E27FC236}">
                <a16:creationId xmlns:a16="http://schemas.microsoft.com/office/drawing/2014/main" id="{64F95E4C-20D7-2AA4-9949-262D6214DA7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5699" r="10246"/>
          <a:stretch>
            <a:fillRect/>
          </a:stretch>
        </p:blipFill>
        <p:spPr>
          <a:xfrm>
            <a:off x="179056" y="304800"/>
            <a:ext cx="4213888" cy="5867396"/>
          </a:xfrm>
          <a:prstGeom prst="rect">
            <a:avLst/>
          </a:prstGeom>
        </p:spPr>
      </p:pic>
      <p:sp>
        <p:nvSpPr>
          <p:cNvPr id="7" name="Date Placeholder 6">
            <a:extLst>
              <a:ext uri="{FF2B5EF4-FFF2-40B4-BE49-F238E27FC236}">
                <a16:creationId xmlns:a16="http://schemas.microsoft.com/office/drawing/2014/main" id="{5CBE6EA9-9FCD-98D2-A29F-6636341FA222}"/>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pPr>
              <a:defRPr/>
            </a:pPr>
            <a:r>
              <a:rPr lang="en-US" altLang="zh-TW"/>
              <a:t>28 July 2025</a:t>
            </a:r>
            <a:endParaRPr lang="en-US" altLang="zh-TW" dirty="0"/>
          </a:p>
        </p:txBody>
      </p:sp>
      <p:sp>
        <p:nvSpPr>
          <p:cNvPr id="8" name="Footer Placeholder 7">
            <a:extLst>
              <a:ext uri="{FF2B5EF4-FFF2-40B4-BE49-F238E27FC236}">
                <a16:creationId xmlns:a16="http://schemas.microsoft.com/office/drawing/2014/main" id="{23F295B8-CA5A-4214-EFFC-C8FD903F4C9A}"/>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pPr>
              <a:defRPr/>
            </a:pPr>
            <a:endParaRPr lang="en-US" altLang="zh-TW" dirty="0"/>
          </a:p>
        </p:txBody>
      </p:sp>
      <p:sp>
        <p:nvSpPr>
          <p:cNvPr id="9" name="Slide Number Placeholder 8">
            <a:extLst>
              <a:ext uri="{FF2B5EF4-FFF2-40B4-BE49-F238E27FC236}">
                <a16:creationId xmlns:a16="http://schemas.microsoft.com/office/drawing/2014/main" id="{4C8BF045-27A4-962F-A573-25BFF0D6C347}"/>
              </a:ext>
            </a:extLst>
          </p:cNvPr>
          <p:cNvSpPr>
            <a:spLocks noGrp="1"/>
          </p:cNvSpPr>
          <p:nvPr>
            <p:ph type="sldNum" sz="quarter" idx="12"/>
          </p:nvPr>
        </p:nvSpPr>
        <p:spPr/>
        <p:txBody>
          <a:bodyPr anchor="ctr"/>
          <a:lstStyle>
            <a:lvl1pPr algn="l">
              <a:defRPr b="0">
                <a:latin typeface="Times New Roman" panose="02020603050405020304" pitchFamily="18" charset="0"/>
                <a:cs typeface="Times New Roman" panose="02020603050405020304" pitchFamily="18" charset="0"/>
              </a:defRPr>
            </a:lvl1pPr>
          </a:lstStyle>
          <a:p>
            <a:fld id="{D8D38EA0-56CB-4772-89F6-6249299AA9EB}" type="slidenum">
              <a:rPr lang="en-US" altLang="zh-TW" smtClean="0"/>
              <a:pPr/>
              <a:t>‹#›</a:t>
            </a:fld>
            <a:endParaRPr lang="en-US" altLang="zh-TW" dirty="0"/>
          </a:p>
        </p:txBody>
      </p:sp>
      <p:sp>
        <p:nvSpPr>
          <p:cNvPr id="10" name="Title 1">
            <a:extLst>
              <a:ext uri="{FF2B5EF4-FFF2-40B4-BE49-F238E27FC236}">
                <a16:creationId xmlns:a16="http://schemas.microsoft.com/office/drawing/2014/main" id="{50B49BCF-B36D-0F74-76D4-40E1EAE7F852}"/>
              </a:ext>
            </a:extLst>
          </p:cNvPr>
          <p:cNvSpPr>
            <a:spLocks noGrp="1"/>
          </p:cNvSpPr>
          <p:nvPr>
            <p:ph type="title"/>
          </p:nvPr>
        </p:nvSpPr>
        <p:spPr>
          <a:xfrm>
            <a:off x="4572000" y="1142999"/>
            <a:ext cx="4343400" cy="3809999"/>
          </a:xfrm>
        </p:spPr>
        <p:txBody>
          <a:bodyPr anchor="ctr"/>
          <a:lstStyle>
            <a:lvl1pPr>
              <a:defRPr sz="4800"/>
            </a:lvl1pPr>
          </a:lstStyle>
          <a:p>
            <a:r>
              <a:rPr lang="en-US" dirty="0"/>
              <a:t>Click to edit Master title style</a:t>
            </a:r>
          </a:p>
        </p:txBody>
      </p:sp>
    </p:spTree>
    <p:extLst>
      <p:ext uri="{BB962C8B-B14F-4D97-AF65-F5344CB8AC3E}">
        <p14:creationId xmlns:p14="http://schemas.microsoft.com/office/powerpoint/2010/main" val="23418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a:extLst>
              <a:ext uri="{FF2B5EF4-FFF2-40B4-BE49-F238E27FC236}">
                <a16:creationId xmlns:a16="http://schemas.microsoft.com/office/drawing/2014/main" id="{6C6AA182-9FFB-B6FB-8976-362C54B46EFB}"/>
              </a:ext>
            </a:extLst>
          </p:cNvPr>
          <p:cNvSpPr>
            <a:spLocks noGrp="1" noChangeArrowheads="1"/>
          </p:cNvSpPr>
          <p:nvPr>
            <p:ph type="dt" sz="half" idx="10"/>
          </p:nvPr>
        </p:nvSpPr>
        <p:spPr>
          <a:ln/>
        </p:spPr>
        <p:txBody>
          <a:bodyPr/>
          <a:lstStyle>
            <a:lvl1pPr>
              <a:defRPr/>
            </a:lvl1pPr>
          </a:lstStyle>
          <a:p>
            <a:pPr>
              <a:defRPr/>
            </a:pPr>
            <a:r>
              <a:rPr lang="en-US" altLang="zh-TW"/>
              <a:t>28 July 2025</a:t>
            </a:r>
          </a:p>
        </p:txBody>
      </p:sp>
      <p:sp>
        <p:nvSpPr>
          <p:cNvPr id="5" name="Rectangle 5">
            <a:extLst>
              <a:ext uri="{FF2B5EF4-FFF2-40B4-BE49-F238E27FC236}">
                <a16:creationId xmlns:a16="http://schemas.microsoft.com/office/drawing/2014/main" id="{4D8BD7BC-9C67-35BA-D471-16A2C8924959}"/>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1A839836-3992-B0C4-D728-A857768C1B85}"/>
              </a:ext>
            </a:extLst>
          </p:cNvPr>
          <p:cNvSpPr>
            <a:spLocks noGrp="1" noChangeArrowheads="1"/>
          </p:cNvSpPr>
          <p:nvPr>
            <p:ph type="sldNum" sz="quarter" idx="12"/>
          </p:nvPr>
        </p:nvSpPr>
        <p:spPr>
          <a:ln/>
        </p:spPr>
        <p:txBody>
          <a:bodyPr/>
          <a:lstStyle>
            <a:lvl1pPr>
              <a:defRPr/>
            </a:lvl1pPr>
          </a:lstStyle>
          <a:p>
            <a:fld id="{2D97ADC2-99BB-4217-8311-F00A123DE861}" type="slidenum">
              <a:rPr lang="en-US" altLang="zh-TW"/>
              <a:pPr/>
              <a:t>‹#›</a:t>
            </a:fld>
            <a:endParaRPr lang="en-US" altLang="zh-TW"/>
          </a:p>
        </p:txBody>
      </p:sp>
    </p:spTree>
    <p:extLst>
      <p:ext uri="{BB962C8B-B14F-4D97-AF65-F5344CB8AC3E}">
        <p14:creationId xmlns:p14="http://schemas.microsoft.com/office/powerpoint/2010/main" val="1542884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8844AA50-4219-3E49-8343-687EA3AC7F83}"/>
              </a:ext>
            </a:extLst>
          </p:cNvPr>
          <p:cNvSpPr>
            <a:spLocks noGrp="1" noChangeArrowheads="1"/>
          </p:cNvSpPr>
          <p:nvPr>
            <p:ph type="dt" sz="half" idx="10"/>
          </p:nvPr>
        </p:nvSpPr>
        <p:spPr>
          <a:ln/>
        </p:spPr>
        <p:txBody>
          <a:bodyPr/>
          <a:lstStyle>
            <a:lvl1pPr>
              <a:defRPr/>
            </a:lvl1pPr>
          </a:lstStyle>
          <a:p>
            <a:pPr>
              <a:defRPr/>
            </a:pPr>
            <a:r>
              <a:rPr lang="en-US" altLang="zh-TW"/>
              <a:t>28 July 2025</a:t>
            </a:r>
          </a:p>
        </p:txBody>
      </p:sp>
      <p:sp>
        <p:nvSpPr>
          <p:cNvPr id="5" name="Rectangle 5">
            <a:extLst>
              <a:ext uri="{FF2B5EF4-FFF2-40B4-BE49-F238E27FC236}">
                <a16:creationId xmlns:a16="http://schemas.microsoft.com/office/drawing/2014/main" id="{77702CD4-E131-814A-C00F-2A7929B837E5}"/>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B052CA01-D3FA-4B5C-2A2F-E2E75190B465}"/>
              </a:ext>
            </a:extLst>
          </p:cNvPr>
          <p:cNvSpPr>
            <a:spLocks noGrp="1" noChangeArrowheads="1"/>
          </p:cNvSpPr>
          <p:nvPr>
            <p:ph type="sldNum" sz="quarter" idx="12"/>
          </p:nvPr>
        </p:nvSpPr>
        <p:spPr>
          <a:ln/>
        </p:spPr>
        <p:txBody>
          <a:bodyPr/>
          <a:lstStyle>
            <a:lvl1pPr>
              <a:defRPr/>
            </a:lvl1pPr>
          </a:lstStyle>
          <a:p>
            <a:fld id="{E769E61D-55F1-4463-A7F2-F95F64229D50}" type="slidenum">
              <a:rPr lang="en-US" altLang="zh-TW"/>
              <a:pPr/>
              <a:t>‹#›</a:t>
            </a:fld>
            <a:endParaRPr lang="en-US" altLang="zh-TW"/>
          </a:p>
        </p:txBody>
      </p:sp>
    </p:spTree>
    <p:extLst>
      <p:ext uri="{BB962C8B-B14F-4D97-AF65-F5344CB8AC3E}">
        <p14:creationId xmlns:p14="http://schemas.microsoft.com/office/powerpoint/2010/main" val="2060076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990600"/>
            <a:ext cx="42291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990600"/>
            <a:ext cx="42291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4FBE1AF9-D579-B0E4-3380-36ECF51DF8F9}"/>
              </a:ext>
            </a:extLst>
          </p:cNvPr>
          <p:cNvSpPr>
            <a:spLocks noGrp="1" noChangeArrowheads="1"/>
          </p:cNvSpPr>
          <p:nvPr>
            <p:ph type="dt" sz="half" idx="10"/>
          </p:nvPr>
        </p:nvSpPr>
        <p:spPr>
          <a:ln/>
        </p:spPr>
        <p:txBody>
          <a:bodyPr/>
          <a:lstStyle>
            <a:lvl1pPr>
              <a:defRPr/>
            </a:lvl1pPr>
          </a:lstStyle>
          <a:p>
            <a:pPr>
              <a:defRPr/>
            </a:pPr>
            <a:r>
              <a:rPr lang="en-US" altLang="zh-TW"/>
              <a:t>28 July 2025</a:t>
            </a:r>
          </a:p>
        </p:txBody>
      </p:sp>
      <p:sp>
        <p:nvSpPr>
          <p:cNvPr id="6" name="Rectangle 5">
            <a:extLst>
              <a:ext uri="{FF2B5EF4-FFF2-40B4-BE49-F238E27FC236}">
                <a16:creationId xmlns:a16="http://schemas.microsoft.com/office/drawing/2014/main" id="{EEEDD4E4-ABCF-C4FF-C918-9C746DF71A5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a:extLst>
              <a:ext uri="{FF2B5EF4-FFF2-40B4-BE49-F238E27FC236}">
                <a16:creationId xmlns:a16="http://schemas.microsoft.com/office/drawing/2014/main" id="{DFDDE0C3-7595-4113-A53B-241FE4392DF9}"/>
              </a:ext>
            </a:extLst>
          </p:cNvPr>
          <p:cNvSpPr>
            <a:spLocks noGrp="1" noChangeArrowheads="1"/>
          </p:cNvSpPr>
          <p:nvPr>
            <p:ph type="sldNum" sz="quarter" idx="12"/>
          </p:nvPr>
        </p:nvSpPr>
        <p:spPr>
          <a:ln/>
        </p:spPr>
        <p:txBody>
          <a:bodyPr/>
          <a:lstStyle>
            <a:lvl1pPr>
              <a:defRPr/>
            </a:lvl1pPr>
          </a:lstStyle>
          <a:p>
            <a:fld id="{BEF1D52F-7755-4A2F-9E22-FEA3DF3F9A4A}" type="slidenum">
              <a:rPr lang="en-US" altLang="zh-TW"/>
              <a:pPr/>
              <a:t>‹#›</a:t>
            </a:fld>
            <a:endParaRPr lang="en-US" altLang="zh-TW"/>
          </a:p>
        </p:txBody>
      </p:sp>
    </p:spTree>
    <p:extLst>
      <p:ext uri="{BB962C8B-B14F-4D97-AF65-F5344CB8AC3E}">
        <p14:creationId xmlns:p14="http://schemas.microsoft.com/office/powerpoint/2010/main" val="1481321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28601"/>
            <a:ext cx="7886700" cy="685800"/>
          </a:xfrm>
        </p:spPr>
        <p:txBody>
          <a:bodyPr/>
          <a:lstStyle/>
          <a:p>
            <a:r>
              <a:rPr lang="en-US" dirty="0"/>
              <a:t>Click to edit Master title style</a:t>
            </a:r>
          </a:p>
        </p:txBody>
      </p:sp>
      <p:sp>
        <p:nvSpPr>
          <p:cNvPr id="3" name="Text Placeholder 2"/>
          <p:cNvSpPr>
            <a:spLocks noGrp="1"/>
          </p:cNvSpPr>
          <p:nvPr>
            <p:ph type="body" idx="1"/>
          </p:nvPr>
        </p:nvSpPr>
        <p:spPr>
          <a:xfrm>
            <a:off x="630238" y="928256"/>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30238" y="1752168"/>
            <a:ext cx="3868737" cy="443749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928256"/>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1752168"/>
            <a:ext cx="3887788" cy="4437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E994959B-3901-38D7-4CF7-1045B93AB4A0}"/>
              </a:ext>
            </a:extLst>
          </p:cNvPr>
          <p:cNvSpPr>
            <a:spLocks noGrp="1" noChangeArrowheads="1"/>
          </p:cNvSpPr>
          <p:nvPr>
            <p:ph type="dt" sz="half" idx="10"/>
          </p:nvPr>
        </p:nvSpPr>
        <p:spPr>
          <a:ln/>
        </p:spPr>
        <p:txBody>
          <a:bodyPr/>
          <a:lstStyle>
            <a:lvl1pPr>
              <a:defRPr/>
            </a:lvl1pPr>
          </a:lstStyle>
          <a:p>
            <a:pPr>
              <a:defRPr/>
            </a:pPr>
            <a:r>
              <a:rPr lang="en-US" altLang="zh-TW"/>
              <a:t>28 July 2025</a:t>
            </a:r>
          </a:p>
        </p:txBody>
      </p:sp>
      <p:sp>
        <p:nvSpPr>
          <p:cNvPr id="8" name="Rectangle 5">
            <a:extLst>
              <a:ext uri="{FF2B5EF4-FFF2-40B4-BE49-F238E27FC236}">
                <a16:creationId xmlns:a16="http://schemas.microsoft.com/office/drawing/2014/main" id="{1EFED398-B99E-D6F9-53A9-F2F1C41B6418}"/>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6">
            <a:extLst>
              <a:ext uri="{FF2B5EF4-FFF2-40B4-BE49-F238E27FC236}">
                <a16:creationId xmlns:a16="http://schemas.microsoft.com/office/drawing/2014/main" id="{BFFC8444-0A8D-929E-3FB6-0CC3AA4BCCD6}"/>
              </a:ext>
            </a:extLst>
          </p:cNvPr>
          <p:cNvSpPr>
            <a:spLocks noGrp="1" noChangeArrowheads="1"/>
          </p:cNvSpPr>
          <p:nvPr>
            <p:ph type="sldNum" sz="quarter" idx="12"/>
          </p:nvPr>
        </p:nvSpPr>
        <p:spPr>
          <a:ln/>
        </p:spPr>
        <p:txBody>
          <a:bodyPr/>
          <a:lstStyle>
            <a:lvl1pPr>
              <a:defRPr/>
            </a:lvl1pPr>
          </a:lstStyle>
          <a:p>
            <a:fld id="{9F55247E-549B-4C8A-8FC6-3797DD212848}" type="slidenum">
              <a:rPr lang="en-US" altLang="zh-TW"/>
              <a:pPr/>
              <a:t>‹#›</a:t>
            </a:fld>
            <a:endParaRPr lang="en-US" altLang="zh-TW"/>
          </a:p>
        </p:txBody>
      </p:sp>
    </p:spTree>
    <p:extLst>
      <p:ext uri="{BB962C8B-B14F-4D97-AF65-F5344CB8AC3E}">
        <p14:creationId xmlns:p14="http://schemas.microsoft.com/office/powerpoint/2010/main" val="3692799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07845C6-180D-764B-7D0F-575515ECADCB}"/>
              </a:ext>
            </a:extLst>
          </p:cNvPr>
          <p:cNvSpPr>
            <a:spLocks noGrp="1" noChangeArrowheads="1"/>
          </p:cNvSpPr>
          <p:nvPr>
            <p:ph type="dt" sz="half" idx="10"/>
          </p:nvPr>
        </p:nvSpPr>
        <p:spPr>
          <a:ln/>
        </p:spPr>
        <p:txBody>
          <a:bodyPr/>
          <a:lstStyle>
            <a:lvl1pPr>
              <a:defRPr/>
            </a:lvl1pPr>
          </a:lstStyle>
          <a:p>
            <a:pPr>
              <a:defRPr/>
            </a:pPr>
            <a:r>
              <a:rPr lang="en-US" altLang="zh-TW"/>
              <a:t>28 July 2025</a:t>
            </a:r>
          </a:p>
        </p:txBody>
      </p:sp>
      <p:sp>
        <p:nvSpPr>
          <p:cNvPr id="4" name="Rectangle 5">
            <a:extLst>
              <a:ext uri="{FF2B5EF4-FFF2-40B4-BE49-F238E27FC236}">
                <a16:creationId xmlns:a16="http://schemas.microsoft.com/office/drawing/2014/main" id="{021F637C-9427-1D92-7C42-F0492467A48D}"/>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6">
            <a:extLst>
              <a:ext uri="{FF2B5EF4-FFF2-40B4-BE49-F238E27FC236}">
                <a16:creationId xmlns:a16="http://schemas.microsoft.com/office/drawing/2014/main" id="{E9121BA9-9D2F-E285-5A76-96DF6E66A0C0}"/>
              </a:ext>
            </a:extLst>
          </p:cNvPr>
          <p:cNvSpPr>
            <a:spLocks noGrp="1" noChangeArrowheads="1"/>
          </p:cNvSpPr>
          <p:nvPr>
            <p:ph type="sldNum" sz="quarter" idx="12"/>
          </p:nvPr>
        </p:nvSpPr>
        <p:spPr>
          <a:ln/>
        </p:spPr>
        <p:txBody>
          <a:bodyPr/>
          <a:lstStyle>
            <a:lvl1pPr>
              <a:defRPr/>
            </a:lvl1pPr>
          </a:lstStyle>
          <a:p>
            <a:fld id="{ED69DF3C-3A7F-4BE0-9362-60EC1A639809}" type="slidenum">
              <a:rPr lang="en-US" altLang="zh-TW"/>
              <a:pPr/>
              <a:t>‹#›</a:t>
            </a:fld>
            <a:endParaRPr lang="en-US" altLang="zh-TW"/>
          </a:p>
        </p:txBody>
      </p:sp>
    </p:spTree>
    <p:extLst>
      <p:ext uri="{BB962C8B-B14F-4D97-AF65-F5344CB8AC3E}">
        <p14:creationId xmlns:p14="http://schemas.microsoft.com/office/powerpoint/2010/main" val="2170305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D04F0DE-2D0B-81FD-A3A6-64156010DAA7}"/>
              </a:ext>
            </a:extLst>
          </p:cNvPr>
          <p:cNvSpPr>
            <a:spLocks noGrp="1" noChangeArrowheads="1"/>
          </p:cNvSpPr>
          <p:nvPr>
            <p:ph type="dt" sz="half" idx="10"/>
          </p:nvPr>
        </p:nvSpPr>
        <p:spPr>
          <a:ln/>
        </p:spPr>
        <p:txBody>
          <a:bodyPr/>
          <a:lstStyle>
            <a:lvl1pPr>
              <a:defRPr/>
            </a:lvl1pPr>
          </a:lstStyle>
          <a:p>
            <a:pPr>
              <a:defRPr/>
            </a:pPr>
            <a:r>
              <a:rPr lang="en-US" altLang="zh-TW"/>
              <a:t>28 July 2025</a:t>
            </a:r>
          </a:p>
        </p:txBody>
      </p:sp>
      <p:sp>
        <p:nvSpPr>
          <p:cNvPr id="3" name="Rectangle 5">
            <a:extLst>
              <a:ext uri="{FF2B5EF4-FFF2-40B4-BE49-F238E27FC236}">
                <a16:creationId xmlns:a16="http://schemas.microsoft.com/office/drawing/2014/main" id="{05854599-CD5E-DA08-381C-DF3E9F11CE12}"/>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6">
            <a:extLst>
              <a:ext uri="{FF2B5EF4-FFF2-40B4-BE49-F238E27FC236}">
                <a16:creationId xmlns:a16="http://schemas.microsoft.com/office/drawing/2014/main" id="{5B716BF5-EA2B-534D-4646-DCFB452E97E5}"/>
              </a:ext>
            </a:extLst>
          </p:cNvPr>
          <p:cNvSpPr>
            <a:spLocks noGrp="1" noChangeArrowheads="1"/>
          </p:cNvSpPr>
          <p:nvPr>
            <p:ph type="sldNum" sz="quarter" idx="12"/>
          </p:nvPr>
        </p:nvSpPr>
        <p:spPr>
          <a:ln/>
        </p:spPr>
        <p:txBody>
          <a:bodyPr/>
          <a:lstStyle>
            <a:lvl1pPr>
              <a:defRPr/>
            </a:lvl1pPr>
          </a:lstStyle>
          <a:p>
            <a:fld id="{A3157637-000D-4CB6-B7AC-289083B3FD23}" type="slidenum">
              <a:rPr lang="en-US" altLang="zh-TW"/>
              <a:pPr/>
              <a:t>‹#›</a:t>
            </a:fld>
            <a:endParaRPr lang="en-US" altLang="zh-TW"/>
          </a:p>
        </p:txBody>
      </p:sp>
    </p:spTree>
    <p:extLst>
      <p:ext uri="{BB962C8B-B14F-4D97-AF65-F5344CB8AC3E}">
        <p14:creationId xmlns:p14="http://schemas.microsoft.com/office/powerpoint/2010/main" val="211646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7D94E039-5F70-261F-7887-C50A742B8D3F}"/>
              </a:ext>
            </a:extLst>
          </p:cNvPr>
          <p:cNvSpPr>
            <a:spLocks noGrp="1" noChangeArrowheads="1"/>
          </p:cNvSpPr>
          <p:nvPr>
            <p:ph type="dt" sz="half" idx="10"/>
          </p:nvPr>
        </p:nvSpPr>
        <p:spPr>
          <a:ln/>
        </p:spPr>
        <p:txBody>
          <a:bodyPr/>
          <a:lstStyle>
            <a:lvl1pPr>
              <a:defRPr/>
            </a:lvl1pPr>
          </a:lstStyle>
          <a:p>
            <a:pPr>
              <a:defRPr/>
            </a:pPr>
            <a:r>
              <a:rPr lang="en-US" altLang="zh-TW"/>
              <a:t>28 July 2025</a:t>
            </a:r>
          </a:p>
        </p:txBody>
      </p:sp>
      <p:sp>
        <p:nvSpPr>
          <p:cNvPr id="6" name="Rectangle 5">
            <a:extLst>
              <a:ext uri="{FF2B5EF4-FFF2-40B4-BE49-F238E27FC236}">
                <a16:creationId xmlns:a16="http://schemas.microsoft.com/office/drawing/2014/main" id="{F9144983-0A26-E024-D15D-E7866987DEFA}"/>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a:extLst>
              <a:ext uri="{FF2B5EF4-FFF2-40B4-BE49-F238E27FC236}">
                <a16:creationId xmlns:a16="http://schemas.microsoft.com/office/drawing/2014/main" id="{2E2119EF-E923-70D5-8019-FD1B2F7268E3}"/>
              </a:ext>
            </a:extLst>
          </p:cNvPr>
          <p:cNvSpPr>
            <a:spLocks noGrp="1" noChangeArrowheads="1"/>
          </p:cNvSpPr>
          <p:nvPr>
            <p:ph type="sldNum" sz="quarter" idx="12"/>
          </p:nvPr>
        </p:nvSpPr>
        <p:spPr>
          <a:ln/>
        </p:spPr>
        <p:txBody>
          <a:bodyPr/>
          <a:lstStyle>
            <a:lvl1pPr>
              <a:defRPr/>
            </a:lvl1pPr>
          </a:lstStyle>
          <a:p>
            <a:fld id="{1A61507B-CC0D-47A3-A306-1CB70BF075C7}" type="slidenum">
              <a:rPr lang="en-US" altLang="zh-TW"/>
              <a:pPr/>
              <a:t>‹#›</a:t>
            </a:fld>
            <a:endParaRPr lang="en-US" altLang="zh-TW"/>
          </a:p>
        </p:txBody>
      </p:sp>
    </p:spTree>
    <p:extLst>
      <p:ext uri="{BB962C8B-B14F-4D97-AF65-F5344CB8AC3E}">
        <p14:creationId xmlns:p14="http://schemas.microsoft.com/office/powerpoint/2010/main" val="1493947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C824A3E5-5216-6784-3CA5-CE86A16B7B33}"/>
              </a:ext>
            </a:extLst>
          </p:cNvPr>
          <p:cNvSpPr>
            <a:spLocks noGrp="1" noChangeArrowheads="1"/>
          </p:cNvSpPr>
          <p:nvPr>
            <p:ph type="dt" sz="half" idx="10"/>
          </p:nvPr>
        </p:nvSpPr>
        <p:spPr>
          <a:ln/>
        </p:spPr>
        <p:txBody>
          <a:bodyPr/>
          <a:lstStyle>
            <a:lvl1pPr>
              <a:defRPr/>
            </a:lvl1pPr>
          </a:lstStyle>
          <a:p>
            <a:pPr>
              <a:defRPr/>
            </a:pPr>
            <a:r>
              <a:rPr lang="en-US" altLang="zh-TW"/>
              <a:t>28 July 2025</a:t>
            </a:r>
          </a:p>
        </p:txBody>
      </p:sp>
      <p:sp>
        <p:nvSpPr>
          <p:cNvPr id="6" name="Rectangle 5">
            <a:extLst>
              <a:ext uri="{FF2B5EF4-FFF2-40B4-BE49-F238E27FC236}">
                <a16:creationId xmlns:a16="http://schemas.microsoft.com/office/drawing/2014/main" id="{94589F4E-8C8B-B4B5-AB46-B938E136BC2D}"/>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a:extLst>
              <a:ext uri="{FF2B5EF4-FFF2-40B4-BE49-F238E27FC236}">
                <a16:creationId xmlns:a16="http://schemas.microsoft.com/office/drawing/2014/main" id="{590DD9E6-E97C-01B5-2348-CF65A531341D}"/>
              </a:ext>
            </a:extLst>
          </p:cNvPr>
          <p:cNvSpPr>
            <a:spLocks noGrp="1" noChangeArrowheads="1"/>
          </p:cNvSpPr>
          <p:nvPr>
            <p:ph type="sldNum" sz="quarter" idx="12"/>
          </p:nvPr>
        </p:nvSpPr>
        <p:spPr>
          <a:ln/>
        </p:spPr>
        <p:txBody>
          <a:bodyPr/>
          <a:lstStyle>
            <a:lvl1pPr>
              <a:defRPr/>
            </a:lvl1pPr>
          </a:lstStyle>
          <a:p>
            <a:fld id="{50C5BB25-0AFA-41CB-857E-D41F47DA8BC8}" type="slidenum">
              <a:rPr lang="en-US" altLang="zh-TW"/>
              <a:pPr/>
              <a:t>‹#›</a:t>
            </a:fld>
            <a:endParaRPr lang="en-US" altLang="zh-TW"/>
          </a:p>
        </p:txBody>
      </p:sp>
    </p:spTree>
    <p:extLst>
      <p:ext uri="{BB962C8B-B14F-4D97-AF65-F5344CB8AC3E}">
        <p14:creationId xmlns:p14="http://schemas.microsoft.com/office/powerpoint/2010/main" val="1949412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B6F3A71-58E7-8E2C-E317-04DA7480B04D}"/>
              </a:ext>
            </a:extLst>
          </p:cNvPr>
          <p:cNvSpPr>
            <a:spLocks noGrp="1" noChangeArrowheads="1"/>
          </p:cNvSpPr>
          <p:nvPr>
            <p:ph type="dt" sz="half" idx="10"/>
          </p:nvPr>
        </p:nvSpPr>
        <p:spPr>
          <a:ln/>
        </p:spPr>
        <p:txBody>
          <a:bodyPr/>
          <a:lstStyle>
            <a:lvl1pPr>
              <a:defRPr/>
            </a:lvl1pPr>
          </a:lstStyle>
          <a:p>
            <a:pPr>
              <a:defRPr/>
            </a:pPr>
            <a:r>
              <a:rPr lang="en-US" altLang="zh-TW"/>
              <a:t>28 July 2025</a:t>
            </a:r>
          </a:p>
        </p:txBody>
      </p:sp>
      <p:sp>
        <p:nvSpPr>
          <p:cNvPr id="5" name="Rectangle 5">
            <a:extLst>
              <a:ext uri="{FF2B5EF4-FFF2-40B4-BE49-F238E27FC236}">
                <a16:creationId xmlns:a16="http://schemas.microsoft.com/office/drawing/2014/main" id="{37E57D15-C47F-15CE-D314-CE5AEE239E4A}"/>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CDC62CCD-9BCD-7C87-FFA7-2751D2704ADF}"/>
              </a:ext>
            </a:extLst>
          </p:cNvPr>
          <p:cNvSpPr>
            <a:spLocks noGrp="1" noChangeArrowheads="1"/>
          </p:cNvSpPr>
          <p:nvPr>
            <p:ph type="sldNum" sz="quarter" idx="12"/>
          </p:nvPr>
        </p:nvSpPr>
        <p:spPr>
          <a:ln/>
        </p:spPr>
        <p:txBody>
          <a:bodyPr/>
          <a:lstStyle>
            <a:lvl1pPr>
              <a:defRPr/>
            </a:lvl1pPr>
          </a:lstStyle>
          <a:p>
            <a:fld id="{5D6C8B37-C402-4CEA-9EEB-04A294E9E9E7}" type="slidenum">
              <a:rPr lang="en-US" altLang="zh-TW"/>
              <a:pPr/>
              <a:t>‹#›</a:t>
            </a:fld>
            <a:endParaRPr lang="en-US" altLang="zh-TW"/>
          </a:p>
        </p:txBody>
      </p:sp>
    </p:spTree>
    <p:extLst>
      <p:ext uri="{BB962C8B-B14F-4D97-AF65-F5344CB8AC3E}">
        <p14:creationId xmlns:p14="http://schemas.microsoft.com/office/powerpoint/2010/main" val="1070828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274638"/>
            <a:ext cx="2152650" cy="59737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74638"/>
            <a:ext cx="6305550" cy="5973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22580ED-3C35-9C87-8C6B-FE997D4422AB}"/>
              </a:ext>
            </a:extLst>
          </p:cNvPr>
          <p:cNvSpPr>
            <a:spLocks noGrp="1" noChangeArrowheads="1"/>
          </p:cNvSpPr>
          <p:nvPr>
            <p:ph type="dt" sz="half" idx="10"/>
          </p:nvPr>
        </p:nvSpPr>
        <p:spPr>
          <a:ln/>
        </p:spPr>
        <p:txBody>
          <a:bodyPr/>
          <a:lstStyle>
            <a:lvl1pPr>
              <a:defRPr/>
            </a:lvl1pPr>
          </a:lstStyle>
          <a:p>
            <a:pPr>
              <a:defRPr/>
            </a:pPr>
            <a:r>
              <a:rPr lang="en-US" altLang="zh-TW"/>
              <a:t>28 July 2025</a:t>
            </a:r>
          </a:p>
        </p:txBody>
      </p:sp>
      <p:sp>
        <p:nvSpPr>
          <p:cNvPr id="5" name="Rectangle 5">
            <a:extLst>
              <a:ext uri="{FF2B5EF4-FFF2-40B4-BE49-F238E27FC236}">
                <a16:creationId xmlns:a16="http://schemas.microsoft.com/office/drawing/2014/main" id="{4B1D9523-B712-7D9F-D41D-4986C07225A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4BEE9D21-11A9-DBA8-D3C3-5DB4388F5697}"/>
              </a:ext>
            </a:extLst>
          </p:cNvPr>
          <p:cNvSpPr>
            <a:spLocks noGrp="1" noChangeArrowheads="1"/>
          </p:cNvSpPr>
          <p:nvPr>
            <p:ph type="sldNum" sz="quarter" idx="12"/>
          </p:nvPr>
        </p:nvSpPr>
        <p:spPr>
          <a:ln/>
        </p:spPr>
        <p:txBody>
          <a:bodyPr/>
          <a:lstStyle>
            <a:lvl1pPr>
              <a:defRPr/>
            </a:lvl1pPr>
          </a:lstStyle>
          <a:p>
            <a:fld id="{601CCA80-6FF5-4321-9260-9703DAA90C46}" type="slidenum">
              <a:rPr lang="en-US" altLang="zh-TW"/>
              <a:pPr/>
              <a:t>‹#›</a:t>
            </a:fld>
            <a:endParaRPr lang="en-US" altLang="zh-TW"/>
          </a:p>
        </p:txBody>
      </p:sp>
    </p:spTree>
    <p:extLst>
      <p:ext uri="{BB962C8B-B14F-4D97-AF65-F5344CB8AC3E}">
        <p14:creationId xmlns:p14="http://schemas.microsoft.com/office/powerpoint/2010/main" val="1662170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B9008B8-9D53-ACE0-F56B-88D8CEA9A05E}"/>
              </a:ext>
            </a:extLst>
          </p:cNvPr>
          <p:cNvSpPr>
            <a:spLocks noGrp="1" noChangeArrowheads="1"/>
          </p:cNvSpPr>
          <p:nvPr>
            <p:ph type="title"/>
          </p:nvPr>
        </p:nvSpPr>
        <p:spPr bwMode="auto">
          <a:xfrm>
            <a:off x="228600" y="274638"/>
            <a:ext cx="86106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endParaRPr lang="zh-TW" altLang="en-US" dirty="0"/>
          </a:p>
        </p:txBody>
      </p:sp>
      <p:sp>
        <p:nvSpPr>
          <p:cNvPr id="1027" name="Rectangle 3">
            <a:extLst>
              <a:ext uri="{FF2B5EF4-FFF2-40B4-BE49-F238E27FC236}">
                <a16:creationId xmlns:a16="http://schemas.microsoft.com/office/drawing/2014/main" id="{89958C1E-DCD4-3333-DE58-77382E3EDA68}"/>
              </a:ext>
            </a:extLst>
          </p:cNvPr>
          <p:cNvSpPr>
            <a:spLocks noGrp="1" noChangeArrowheads="1"/>
          </p:cNvSpPr>
          <p:nvPr>
            <p:ph type="body" idx="1"/>
          </p:nvPr>
        </p:nvSpPr>
        <p:spPr bwMode="auto">
          <a:xfrm>
            <a:off x="228600" y="990600"/>
            <a:ext cx="86106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59844" name="Rectangle 4">
            <a:extLst>
              <a:ext uri="{FF2B5EF4-FFF2-40B4-BE49-F238E27FC236}">
                <a16:creationId xmlns:a16="http://schemas.microsoft.com/office/drawing/2014/main" id="{62DE3D22-1E9F-A6C4-C036-ACA5D702043D}"/>
              </a:ext>
            </a:extLst>
          </p:cNvPr>
          <p:cNvSpPr>
            <a:spLocks noGrp="1" noChangeArrowheads="1"/>
          </p:cNvSpPr>
          <p:nvPr>
            <p:ph type="dt" sz="half" idx="2"/>
          </p:nvPr>
        </p:nvSpPr>
        <p:spPr bwMode="auto">
          <a:xfrm>
            <a:off x="6781800" y="6477000"/>
            <a:ext cx="2057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b="0" smtClean="0">
                <a:latin typeface="Times New Roman" panose="02020603050405020304" pitchFamily="18" charset="0"/>
                <a:ea typeface="+mn-ea"/>
                <a:cs typeface="Times New Roman" panose="02020603050405020304" pitchFamily="18" charset="0"/>
              </a:defRPr>
            </a:lvl1pPr>
          </a:lstStyle>
          <a:p>
            <a:pPr>
              <a:defRPr/>
            </a:pPr>
            <a:r>
              <a:rPr lang="en-US" altLang="zh-TW"/>
              <a:t>28 July 2025</a:t>
            </a:r>
            <a:endParaRPr lang="en-US" altLang="zh-TW" dirty="0"/>
          </a:p>
        </p:txBody>
      </p:sp>
      <p:sp>
        <p:nvSpPr>
          <p:cNvPr id="1059845" name="Rectangle 5">
            <a:extLst>
              <a:ext uri="{FF2B5EF4-FFF2-40B4-BE49-F238E27FC236}">
                <a16:creationId xmlns:a16="http://schemas.microsoft.com/office/drawing/2014/main" id="{52E71084-7EFF-04CB-13F0-FD6BEF300A7C}"/>
              </a:ext>
            </a:extLst>
          </p:cNvPr>
          <p:cNvSpPr>
            <a:spLocks noGrp="1" noChangeArrowheads="1"/>
          </p:cNvSpPr>
          <p:nvPr>
            <p:ph type="ftr" sz="quarter" idx="3"/>
          </p:nvPr>
        </p:nvSpPr>
        <p:spPr bwMode="auto">
          <a:xfrm>
            <a:off x="2514600" y="6477000"/>
            <a:ext cx="403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b="0" smtClean="0">
                <a:latin typeface="Times New Roman" panose="02020603050405020304" pitchFamily="18" charset="0"/>
                <a:ea typeface="+mn-ea"/>
                <a:cs typeface="Times New Roman" panose="02020603050405020304" pitchFamily="18" charset="0"/>
              </a:defRPr>
            </a:lvl1pPr>
          </a:lstStyle>
          <a:p>
            <a:pPr>
              <a:defRPr/>
            </a:pPr>
            <a:endParaRPr lang="en-US" altLang="zh-TW" dirty="0"/>
          </a:p>
        </p:txBody>
      </p:sp>
      <p:sp>
        <p:nvSpPr>
          <p:cNvPr id="1059846" name="Rectangle 6">
            <a:extLst>
              <a:ext uri="{FF2B5EF4-FFF2-40B4-BE49-F238E27FC236}">
                <a16:creationId xmlns:a16="http://schemas.microsoft.com/office/drawing/2014/main" id="{6C875CB6-9ED3-5488-286B-38B0E333925A}"/>
              </a:ext>
            </a:extLst>
          </p:cNvPr>
          <p:cNvSpPr>
            <a:spLocks noGrp="1" noChangeArrowheads="1"/>
          </p:cNvSpPr>
          <p:nvPr>
            <p:ph type="sldNum" sz="quarter" idx="4"/>
          </p:nvPr>
        </p:nvSpPr>
        <p:spPr bwMode="auto">
          <a:xfrm>
            <a:off x="228600" y="6477000"/>
            <a:ext cx="2057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eaLnBrk="1" hangingPunct="1">
              <a:defRPr sz="2000" b="0">
                <a:latin typeface="Times New Roman" panose="02020603050405020304" pitchFamily="18" charset="0"/>
                <a:cs typeface="Times New Roman" panose="02020603050405020304" pitchFamily="18" charset="0"/>
              </a:defRPr>
            </a:lvl1pPr>
          </a:lstStyle>
          <a:p>
            <a:fld id="{D8D38EA0-56CB-4772-89F6-6249299AA9EB}" type="slidenum">
              <a:rPr lang="en-US" altLang="zh-TW" smtClean="0"/>
              <a:pPr/>
              <a:t>‹#›</a:t>
            </a:fld>
            <a:endParaRPr lang="en-US" altLang="zh-TW" dirty="0"/>
          </a:p>
        </p:txBody>
      </p:sp>
      <p:sp>
        <p:nvSpPr>
          <p:cNvPr id="1031" name="Line 7">
            <a:extLst>
              <a:ext uri="{FF2B5EF4-FFF2-40B4-BE49-F238E27FC236}">
                <a16:creationId xmlns:a16="http://schemas.microsoft.com/office/drawing/2014/main" id="{6185CE4B-A6D0-16F3-7CF2-7DE25A35744B}"/>
              </a:ext>
            </a:extLst>
          </p:cNvPr>
          <p:cNvSpPr>
            <a:spLocks noChangeShapeType="1"/>
          </p:cNvSpPr>
          <p:nvPr/>
        </p:nvSpPr>
        <p:spPr bwMode="auto">
          <a:xfrm>
            <a:off x="152400" y="152400"/>
            <a:ext cx="87630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2" name="Line 8">
            <a:extLst>
              <a:ext uri="{FF2B5EF4-FFF2-40B4-BE49-F238E27FC236}">
                <a16:creationId xmlns:a16="http://schemas.microsoft.com/office/drawing/2014/main" id="{AA686FE5-E185-7025-8AF4-D6A536618EE7}"/>
              </a:ext>
            </a:extLst>
          </p:cNvPr>
          <p:cNvSpPr>
            <a:spLocks noChangeShapeType="1"/>
          </p:cNvSpPr>
          <p:nvPr/>
        </p:nvSpPr>
        <p:spPr bwMode="auto">
          <a:xfrm>
            <a:off x="152400" y="6400800"/>
            <a:ext cx="87630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3" name="Line 9">
            <a:extLst>
              <a:ext uri="{FF2B5EF4-FFF2-40B4-BE49-F238E27FC236}">
                <a16:creationId xmlns:a16="http://schemas.microsoft.com/office/drawing/2014/main" id="{D336A474-88EC-BBC5-5B61-A142EEF84EB0}"/>
              </a:ext>
            </a:extLst>
          </p:cNvPr>
          <p:cNvSpPr>
            <a:spLocks noChangeShapeType="1"/>
          </p:cNvSpPr>
          <p:nvPr/>
        </p:nvSpPr>
        <p:spPr bwMode="auto">
          <a:xfrm>
            <a:off x="152400" y="914400"/>
            <a:ext cx="87630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74"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ctr" rtl="0" eaLnBrk="0" fontAlgn="base" hangingPunct="0">
        <a:spcBef>
          <a:spcPct val="0"/>
        </a:spcBef>
        <a:spcAft>
          <a:spcPct val="0"/>
        </a:spcAft>
        <a:defRPr kumimoji="1" sz="3200" kern="1200">
          <a:solidFill>
            <a:schemeClr val="tx2"/>
          </a:solidFill>
          <a:latin typeface="Times New Roman" panose="02020603050405020304" pitchFamily="18" charset="0"/>
          <a:ea typeface="+mj-ea"/>
          <a:cs typeface="Times New Roman" panose="02020603050405020304" pitchFamily="18" charset="0"/>
        </a:defRPr>
      </a:lvl1pPr>
      <a:lvl2pPr algn="ctr" rtl="0" eaLnBrk="0" fontAlgn="base" hangingPunct="0">
        <a:spcBef>
          <a:spcPct val="0"/>
        </a:spcBef>
        <a:spcAft>
          <a:spcPct val="0"/>
        </a:spcAft>
        <a:defRPr kumimoji="1" sz="3200">
          <a:solidFill>
            <a:schemeClr val="tx2"/>
          </a:solidFill>
          <a:latin typeface="Arial" panose="020B0604020202020204" pitchFamily="34" charset="0"/>
          <a:ea typeface="新細明體" pitchFamily="18" charset="-120"/>
        </a:defRPr>
      </a:lvl2pPr>
      <a:lvl3pPr algn="ctr" rtl="0" eaLnBrk="0" fontAlgn="base" hangingPunct="0">
        <a:spcBef>
          <a:spcPct val="0"/>
        </a:spcBef>
        <a:spcAft>
          <a:spcPct val="0"/>
        </a:spcAft>
        <a:defRPr kumimoji="1" sz="3200">
          <a:solidFill>
            <a:schemeClr val="tx2"/>
          </a:solidFill>
          <a:latin typeface="Arial" panose="020B0604020202020204" pitchFamily="34" charset="0"/>
          <a:ea typeface="新細明體" pitchFamily="18" charset="-120"/>
        </a:defRPr>
      </a:lvl3pPr>
      <a:lvl4pPr algn="ctr" rtl="0" eaLnBrk="0" fontAlgn="base" hangingPunct="0">
        <a:spcBef>
          <a:spcPct val="0"/>
        </a:spcBef>
        <a:spcAft>
          <a:spcPct val="0"/>
        </a:spcAft>
        <a:defRPr kumimoji="1" sz="3200">
          <a:solidFill>
            <a:schemeClr val="tx2"/>
          </a:solidFill>
          <a:latin typeface="Arial" panose="020B0604020202020204" pitchFamily="34" charset="0"/>
          <a:ea typeface="新細明體" pitchFamily="18" charset="-120"/>
        </a:defRPr>
      </a:lvl4pPr>
      <a:lvl5pPr algn="ctr" rtl="0" eaLnBrk="0" fontAlgn="base" hangingPunct="0">
        <a:spcBef>
          <a:spcPct val="0"/>
        </a:spcBef>
        <a:spcAft>
          <a:spcPct val="0"/>
        </a:spcAft>
        <a:defRPr kumimoji="1" sz="3200">
          <a:solidFill>
            <a:schemeClr val="tx2"/>
          </a:solidFill>
          <a:latin typeface="Arial" panose="020B0604020202020204" pitchFamily="34" charset="0"/>
          <a:ea typeface="新細明體" pitchFamily="18" charset="-120"/>
        </a:defRPr>
      </a:lvl5pPr>
      <a:lvl6pPr marL="457200" algn="ctr" rtl="0" fontAlgn="base">
        <a:spcBef>
          <a:spcPct val="0"/>
        </a:spcBef>
        <a:spcAft>
          <a:spcPct val="0"/>
        </a:spcAft>
        <a:defRPr kumimoji="1" sz="3200">
          <a:solidFill>
            <a:schemeClr val="tx2"/>
          </a:solidFill>
          <a:latin typeface="Arial" panose="020B0604020202020204" pitchFamily="34" charset="0"/>
          <a:ea typeface="新細明體" pitchFamily="18" charset="-120"/>
        </a:defRPr>
      </a:lvl6pPr>
      <a:lvl7pPr marL="914400" algn="ctr" rtl="0" fontAlgn="base">
        <a:spcBef>
          <a:spcPct val="0"/>
        </a:spcBef>
        <a:spcAft>
          <a:spcPct val="0"/>
        </a:spcAft>
        <a:defRPr kumimoji="1" sz="3200">
          <a:solidFill>
            <a:schemeClr val="tx2"/>
          </a:solidFill>
          <a:latin typeface="Arial" panose="020B0604020202020204" pitchFamily="34" charset="0"/>
          <a:ea typeface="新細明體" pitchFamily="18" charset="-120"/>
        </a:defRPr>
      </a:lvl7pPr>
      <a:lvl8pPr marL="1371600" algn="ctr" rtl="0" fontAlgn="base">
        <a:spcBef>
          <a:spcPct val="0"/>
        </a:spcBef>
        <a:spcAft>
          <a:spcPct val="0"/>
        </a:spcAft>
        <a:defRPr kumimoji="1" sz="3200">
          <a:solidFill>
            <a:schemeClr val="tx2"/>
          </a:solidFill>
          <a:latin typeface="Arial" panose="020B0604020202020204" pitchFamily="34" charset="0"/>
          <a:ea typeface="新細明體" pitchFamily="18" charset="-120"/>
        </a:defRPr>
      </a:lvl8pPr>
      <a:lvl9pPr marL="1828800" algn="ctr" rtl="0" fontAlgn="base">
        <a:spcBef>
          <a:spcPct val="0"/>
        </a:spcBef>
        <a:spcAft>
          <a:spcPct val="0"/>
        </a:spcAft>
        <a:defRPr kumimoji="1" sz="3200">
          <a:solidFill>
            <a:schemeClr val="tx2"/>
          </a:solidFill>
          <a:latin typeface="Arial" panose="020B0604020202020204" pitchFamily="34" charset="0"/>
          <a:ea typeface="新細明體" pitchFamily="18" charset="-120"/>
        </a:defRPr>
      </a:lvl9pPr>
    </p:titleStyle>
    <p:bodyStyle>
      <a:lvl1pPr marL="342900" indent="-34290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Char char="–"/>
        <a:defRPr kumimoji="1"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Char char="»"/>
        <a:defRPr kumimoji="1" sz="16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1.wmf"/></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a:extLst>
              <a:ext uri="{FF2B5EF4-FFF2-40B4-BE49-F238E27FC236}">
                <a16:creationId xmlns:a16="http://schemas.microsoft.com/office/drawing/2014/main" id="{2DC10564-CFEA-A7D2-BE04-F2FC4B60E05F}"/>
              </a:ext>
            </a:extLst>
          </p:cNvPr>
          <p:cNvSpPr>
            <a:spLocks noGrp="1" noChangeArrowheads="1"/>
          </p:cNvSpPr>
          <p:nvPr>
            <p:ph type="ctrTitle"/>
          </p:nvPr>
        </p:nvSpPr>
        <p:spPr>
          <a:xfrm>
            <a:off x="4572001" y="304800"/>
            <a:ext cx="4343400" cy="5867400"/>
          </a:xfrm>
        </p:spPr>
        <p:txBody>
          <a:bodyPr/>
          <a:lstStyle/>
          <a:p>
            <a:pPr eaLnBrk="1" hangingPunct="1"/>
            <a:r>
              <a:rPr kumimoji="0" lang="en-US" altLang="en-US" sz="3600" b="1" dirty="0"/>
              <a:t>Chapter 10</a:t>
            </a:r>
            <a:br>
              <a:rPr kumimoji="0" lang="en-US" altLang="en-US" sz="3600" b="1" dirty="0"/>
            </a:br>
            <a:br>
              <a:rPr kumimoji="0" lang="en-US" altLang="en-US" sz="3600" b="1" dirty="0"/>
            </a:br>
            <a:r>
              <a:rPr kumimoji="0" lang="en-US" altLang="zh-TW" sz="3600" b="1" dirty="0">
                <a:solidFill>
                  <a:schemeClr val="tx1"/>
                </a:solidFill>
              </a:rPr>
              <a:t>Error Detection </a:t>
            </a:r>
            <a:br>
              <a:rPr kumimoji="0" lang="en-US" altLang="zh-TW" sz="3600" b="1" dirty="0">
                <a:solidFill>
                  <a:schemeClr val="tx1"/>
                </a:solidFill>
              </a:rPr>
            </a:br>
            <a:r>
              <a:rPr kumimoji="0" lang="en-US" altLang="zh-TW" sz="3600" b="1" dirty="0">
                <a:solidFill>
                  <a:schemeClr val="tx1"/>
                </a:solidFill>
              </a:rPr>
              <a:t>and </a:t>
            </a:r>
            <a:br>
              <a:rPr kumimoji="0" lang="en-US" altLang="zh-TW" sz="3600" b="1" dirty="0">
                <a:solidFill>
                  <a:schemeClr val="tx1"/>
                </a:solidFill>
              </a:rPr>
            </a:br>
            <a:r>
              <a:rPr kumimoji="0" lang="en-US" altLang="zh-TW" sz="3600" b="1" dirty="0">
                <a:solidFill>
                  <a:schemeClr val="tx1"/>
                </a:solidFill>
              </a:rPr>
              <a:t>Correction</a:t>
            </a:r>
            <a:endParaRPr kumimoji="0" lang="zh-TW" altLang="en-US" sz="3600" b="1" dirty="0">
              <a:solidFill>
                <a:schemeClr val="tx1"/>
              </a:solidFill>
            </a:endParaRPr>
          </a:p>
        </p:txBody>
      </p:sp>
      <p:sp>
        <p:nvSpPr>
          <p:cNvPr id="5" name="Slide Number Placeholder 4">
            <a:extLst>
              <a:ext uri="{FF2B5EF4-FFF2-40B4-BE49-F238E27FC236}">
                <a16:creationId xmlns:a16="http://schemas.microsoft.com/office/drawing/2014/main" id="{90A5D780-6883-E955-47A1-3EF8D733A22E}"/>
              </a:ext>
            </a:extLst>
          </p:cNvPr>
          <p:cNvSpPr>
            <a:spLocks noGrp="1"/>
          </p:cNvSpPr>
          <p:nvPr>
            <p:ph type="sldNum" sz="quarter" idx="12"/>
          </p:nvPr>
        </p:nvSpPr>
        <p:spPr/>
        <p:txBody>
          <a:bodyPr/>
          <a:lstStyle/>
          <a:p>
            <a:fld id="{D8D38EA0-56CB-4772-89F6-6249299AA9EB}" type="slidenum">
              <a:rPr lang="en-US" altLang="zh-TW" smtClean="0"/>
              <a:pPr/>
              <a:t>1</a:t>
            </a:fld>
            <a:endParaRPr lang="en-US" altLang="zh-TW"/>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Slide Number Placeholder 3">
            <a:extLst>
              <a:ext uri="{FF2B5EF4-FFF2-40B4-BE49-F238E27FC236}">
                <a16:creationId xmlns:a16="http://schemas.microsoft.com/office/drawing/2014/main" id="{3A77395F-11C7-CCCA-2B0B-597E5AE6B072}"/>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4446EDE-E00B-4D3E-A4E6-2728AD192E29}" type="slidenum">
              <a:rPr lang="en-US" altLang="zh-TW" sz="2000"/>
              <a:pPr/>
              <a:t>2</a:t>
            </a:fld>
            <a:endParaRPr lang="en-US" altLang="zh-TW" sz="2000"/>
          </a:p>
        </p:txBody>
      </p:sp>
      <p:sp>
        <p:nvSpPr>
          <p:cNvPr id="6148" name="Line 9">
            <a:extLst>
              <a:ext uri="{FF2B5EF4-FFF2-40B4-BE49-F238E27FC236}">
                <a16:creationId xmlns:a16="http://schemas.microsoft.com/office/drawing/2014/main" id="{1C8C25B2-DA46-A99A-F92B-A0176B4A07AD}"/>
              </a:ext>
            </a:extLst>
          </p:cNvPr>
          <p:cNvSpPr>
            <a:spLocks noChangeShapeType="1"/>
          </p:cNvSpPr>
          <p:nvPr/>
        </p:nvSpPr>
        <p:spPr bwMode="auto">
          <a:xfrm>
            <a:off x="531813" y="1981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9" name="Line 10">
            <a:extLst>
              <a:ext uri="{FF2B5EF4-FFF2-40B4-BE49-F238E27FC236}">
                <a16:creationId xmlns:a16="http://schemas.microsoft.com/office/drawing/2014/main" id="{B667453D-0318-5C25-7201-CFED588B525F}"/>
              </a:ext>
            </a:extLst>
          </p:cNvPr>
          <p:cNvSpPr>
            <a:spLocks noChangeShapeType="1"/>
          </p:cNvSpPr>
          <p:nvPr/>
        </p:nvSpPr>
        <p:spPr bwMode="auto">
          <a:xfrm>
            <a:off x="533400" y="4724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0" name="Rectangle 11">
            <a:extLst>
              <a:ext uri="{FF2B5EF4-FFF2-40B4-BE49-F238E27FC236}">
                <a16:creationId xmlns:a16="http://schemas.microsoft.com/office/drawing/2014/main" id="{7FC1911F-D377-43E6-5738-AA6DEE480006}"/>
              </a:ext>
            </a:extLst>
          </p:cNvPr>
          <p:cNvSpPr>
            <a:spLocks noChangeArrowheads="1"/>
          </p:cNvSpPr>
          <p:nvPr/>
        </p:nvSpPr>
        <p:spPr bwMode="auto">
          <a:xfrm>
            <a:off x="569913" y="2073275"/>
            <a:ext cx="8077200" cy="255454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Data can be corrupted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during transmission.</a:t>
            </a:r>
            <a:br>
              <a:rPr lang="en-US" altLang="zh-TW" dirty="0">
                <a:latin typeface="Times New Roman" panose="02020603050405020304" pitchFamily="18" charset="0"/>
                <a:cs typeface="Times New Roman" panose="02020603050405020304" pitchFamily="18" charset="0"/>
              </a:rPr>
            </a:br>
            <a:endParaRPr lang="en-US" altLang="zh-TW" dirty="0">
              <a:latin typeface="Times New Roman" panose="02020603050405020304" pitchFamily="18" charset="0"/>
              <a:cs typeface="Times New Roman" panose="02020603050405020304" pitchFamily="18" charset="0"/>
            </a:endParaRPr>
          </a:p>
          <a:p>
            <a:pPr algn="ctr"/>
            <a:r>
              <a:rPr lang="en-US" altLang="zh-TW" dirty="0">
                <a:latin typeface="Times New Roman" panose="02020603050405020304" pitchFamily="18" charset="0"/>
                <a:cs typeface="Times New Roman" panose="02020603050405020304" pitchFamily="18" charset="0"/>
              </a:rPr>
              <a:t>Some applications require that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errors be detected and corrected.</a:t>
            </a:r>
          </a:p>
        </p:txBody>
      </p:sp>
      <p:grpSp>
        <p:nvGrpSpPr>
          <p:cNvPr id="6151" name="Group 12">
            <a:extLst>
              <a:ext uri="{FF2B5EF4-FFF2-40B4-BE49-F238E27FC236}">
                <a16:creationId xmlns:a16="http://schemas.microsoft.com/office/drawing/2014/main" id="{CBCFDDC2-391F-3F4A-20C6-99A6AFE8D6DE}"/>
              </a:ext>
            </a:extLst>
          </p:cNvPr>
          <p:cNvGrpSpPr>
            <a:grpSpLocks/>
          </p:cNvGrpSpPr>
          <p:nvPr/>
        </p:nvGrpSpPr>
        <p:grpSpPr bwMode="auto">
          <a:xfrm>
            <a:off x="533400" y="1338263"/>
            <a:ext cx="1143000" cy="566737"/>
            <a:chOff x="1200" y="1248"/>
            <a:chExt cx="720" cy="357"/>
          </a:xfrm>
        </p:grpSpPr>
        <p:pic>
          <p:nvPicPr>
            <p:cNvPr id="6152" name="Picture 13">
              <a:extLst>
                <a:ext uri="{FF2B5EF4-FFF2-40B4-BE49-F238E27FC236}">
                  <a16:creationId xmlns:a16="http://schemas.microsoft.com/office/drawing/2014/main" id="{3B9AE863-AF66-8BAD-2DA0-CB59B7DAA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53" name="Text Box 14">
              <a:extLst>
                <a:ext uri="{FF2B5EF4-FFF2-40B4-BE49-F238E27FC236}">
                  <a16:creationId xmlns:a16="http://schemas.microsoft.com/office/drawing/2014/main" id="{3CA7E37D-BADB-1C79-A977-8339F86D2F1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Slide Number Placeholder 3">
            <a:extLst>
              <a:ext uri="{FF2B5EF4-FFF2-40B4-BE49-F238E27FC236}">
                <a16:creationId xmlns:a16="http://schemas.microsoft.com/office/drawing/2014/main" id="{1E874758-C528-257A-BC0B-096B1FFF571B}"/>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BD5DEBD0-77EF-4F71-B86A-52336254A342}" type="slidenum">
              <a:rPr lang="en-US" altLang="zh-TW" sz="2000"/>
              <a:pPr/>
              <a:t>3</a:t>
            </a:fld>
            <a:endParaRPr lang="en-US" altLang="zh-TW" sz="2000"/>
          </a:p>
        </p:txBody>
      </p:sp>
      <p:sp>
        <p:nvSpPr>
          <p:cNvPr id="565250" name="Rectangle 2">
            <a:extLst>
              <a:ext uri="{FF2B5EF4-FFF2-40B4-BE49-F238E27FC236}">
                <a16:creationId xmlns:a16="http://schemas.microsoft.com/office/drawing/2014/main" id="{C0C69C1C-2182-CEEC-12C1-AD6F540EBD3A}"/>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TW" altLang="en-US">
              <a:effectLst>
                <a:outerShdw blurRad="38100" dist="38100" dir="2700000" algn="tl">
                  <a:srgbClr val="FFFFFF"/>
                </a:outerShdw>
              </a:effectLst>
              <a:latin typeface="Times New Roman" panose="02020603050405020304" pitchFamily="18" charset="0"/>
            </a:endParaRPr>
          </a:p>
        </p:txBody>
      </p:sp>
      <p:sp>
        <p:nvSpPr>
          <p:cNvPr id="565251" name="Text Box 3">
            <a:extLst>
              <a:ext uri="{FF2B5EF4-FFF2-40B4-BE49-F238E27FC236}">
                <a16:creationId xmlns:a16="http://schemas.microsoft.com/office/drawing/2014/main" id="{D241C923-BA50-C524-6121-56FC69F30D52}"/>
              </a:ext>
            </a:extLst>
          </p:cNvPr>
          <p:cNvSpPr txBox="1">
            <a:spLocks noChangeArrowheads="1"/>
          </p:cNvSpPr>
          <p:nvPr/>
        </p:nvSpPr>
        <p:spPr bwMode="auto">
          <a:xfrm>
            <a:off x="228600" y="406400"/>
            <a:ext cx="44878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TW">
                <a:effectLst>
                  <a:outerShdw blurRad="38100" dist="38100" dir="2700000" algn="tl">
                    <a:srgbClr val="C0C0C0"/>
                  </a:outerShdw>
                </a:effectLst>
                <a:latin typeface="Times" panose="02020603050405020304" pitchFamily="18" charset="0"/>
              </a:rPr>
              <a:t>10-1   INTRODUCTION</a:t>
            </a:r>
          </a:p>
        </p:txBody>
      </p:sp>
      <p:sp>
        <p:nvSpPr>
          <p:cNvPr id="8198" name="Text Box 4">
            <a:extLst>
              <a:ext uri="{FF2B5EF4-FFF2-40B4-BE49-F238E27FC236}">
                <a16:creationId xmlns:a16="http://schemas.microsoft.com/office/drawing/2014/main" id="{BCCD8E8D-FD5D-1109-F26D-BC510C16E0AF}"/>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endParaRPr lang="zh-TW" altLang="en-US" sz="1800">
              <a:latin typeface="Times New Roman" panose="02020603050405020304" pitchFamily="18" charset="0"/>
            </a:endParaRPr>
          </a:p>
        </p:txBody>
      </p:sp>
      <p:sp>
        <p:nvSpPr>
          <p:cNvPr id="565253" name="Rectangle 5">
            <a:extLst>
              <a:ext uri="{FF2B5EF4-FFF2-40B4-BE49-F238E27FC236}">
                <a16:creationId xmlns:a16="http://schemas.microsoft.com/office/drawing/2014/main" id="{AFEF3054-3B08-BAF9-A96A-F14E95BC4F3F}"/>
              </a:ext>
            </a:extLst>
          </p:cNvPr>
          <p:cNvSpPr>
            <a:spLocks noChangeArrowheads="1"/>
          </p:cNvSpPr>
          <p:nvPr/>
        </p:nvSpPr>
        <p:spPr bwMode="auto">
          <a:xfrm>
            <a:off x="304800" y="1600200"/>
            <a:ext cx="8229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zh-TW" sz="2800" i="1">
                <a:effectLst>
                  <a:outerShdw blurRad="38100" dist="38100" dir="2700000" algn="tl">
                    <a:srgbClr val="C0C0C0"/>
                  </a:outerShdw>
                </a:effectLst>
                <a:latin typeface="Times New Roman" panose="02020603050405020304" pitchFamily="18" charset="0"/>
              </a:rPr>
              <a:t>Let us first discuss some issues related, directly or indirectly, to error detection and correction.</a:t>
            </a:r>
          </a:p>
        </p:txBody>
      </p:sp>
      <p:sp>
        <p:nvSpPr>
          <p:cNvPr id="8200" name="Rectangle 29">
            <a:extLst>
              <a:ext uri="{FF2B5EF4-FFF2-40B4-BE49-F238E27FC236}">
                <a16:creationId xmlns:a16="http://schemas.microsoft.com/office/drawing/2014/main" id="{E0B6EBE2-F70C-391E-D40F-6ACF12E06CEA}"/>
              </a:ext>
            </a:extLst>
          </p:cNvPr>
          <p:cNvSpPr>
            <a:spLocks noChangeArrowheads="1"/>
          </p:cNvSpPr>
          <p:nvPr/>
        </p:nvSpPr>
        <p:spPr bwMode="auto">
          <a:xfrm>
            <a:off x="152400" y="3371850"/>
            <a:ext cx="83820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rPr>
              <a:t>Types of Errors</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Redundancy</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Detection Versus Correction</a:t>
            </a:r>
            <a:br>
              <a:rPr lang="fr-FR" altLang="en-US" sz="2400">
                <a:solidFill>
                  <a:srgbClr val="0033CC"/>
                </a:solidFill>
                <a:latin typeface="Times New Roman" panose="02020603050405020304" pitchFamily="18" charset="0"/>
              </a:rPr>
            </a:br>
            <a:r>
              <a:rPr lang="en-US" altLang="zh-TW" sz="2400">
                <a:solidFill>
                  <a:srgbClr val="0033CC"/>
                </a:solidFill>
                <a:latin typeface="Times New Roman" panose="02020603050405020304" pitchFamily="18" charset="0"/>
              </a:rPr>
              <a:t>Forward Error Correction Versus Retransmission</a:t>
            </a:r>
            <a:br>
              <a:rPr lang="en-US" altLang="zh-TW" sz="2400">
                <a:solidFill>
                  <a:srgbClr val="0033CC"/>
                </a:solidFill>
                <a:latin typeface="Times New Roman" panose="02020603050405020304" pitchFamily="18" charset="0"/>
              </a:rPr>
            </a:br>
            <a:r>
              <a:rPr lang="en-US" altLang="zh-TW" sz="2400">
                <a:solidFill>
                  <a:srgbClr val="0033CC"/>
                </a:solidFill>
                <a:latin typeface="Times New Roman" panose="02020603050405020304" pitchFamily="18" charset="0"/>
              </a:rPr>
              <a:t>Coding</a:t>
            </a:r>
          </a:p>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rPr>
              <a:t>Modular Arithmetic</a:t>
            </a:r>
          </a:p>
        </p:txBody>
      </p:sp>
      <p:sp>
        <p:nvSpPr>
          <p:cNvPr id="565278" name="Text Box 30">
            <a:extLst>
              <a:ext uri="{FF2B5EF4-FFF2-40B4-BE49-F238E27FC236}">
                <a16:creationId xmlns:a16="http://schemas.microsoft.com/office/drawing/2014/main" id="{A890B871-CA05-5D07-8E7C-5FF36362F3CD}"/>
              </a:ext>
            </a:extLst>
          </p:cNvPr>
          <p:cNvSpPr txBox="1">
            <a:spLocks noChangeArrowheads="1"/>
          </p:cNvSpPr>
          <p:nvPr/>
        </p:nvSpPr>
        <p:spPr bwMode="auto">
          <a:xfrm>
            <a:off x="165100" y="28956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TW"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Slide Number Placeholder 5">
            <a:extLst>
              <a:ext uri="{FF2B5EF4-FFF2-40B4-BE49-F238E27FC236}">
                <a16:creationId xmlns:a16="http://schemas.microsoft.com/office/drawing/2014/main" id="{48B139A4-41D9-4A98-08BE-B37A620C154A}"/>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54DD222-6D74-4A47-9FF1-57F764A7740C}" type="slidenum">
              <a:rPr lang="en-US" altLang="zh-TW" sz="2000"/>
              <a:pPr/>
              <a:t>4</a:t>
            </a:fld>
            <a:endParaRPr lang="en-US" altLang="zh-TW" sz="2000"/>
          </a:p>
        </p:txBody>
      </p:sp>
      <p:sp>
        <p:nvSpPr>
          <p:cNvPr id="10244" name="Rectangle 2">
            <a:extLst>
              <a:ext uri="{FF2B5EF4-FFF2-40B4-BE49-F238E27FC236}">
                <a16:creationId xmlns:a16="http://schemas.microsoft.com/office/drawing/2014/main" id="{D75F861E-0D7B-9E40-061C-B18BB1EA9C1D}"/>
              </a:ext>
            </a:extLst>
          </p:cNvPr>
          <p:cNvSpPr>
            <a:spLocks noGrp="1" noChangeArrowheads="1"/>
          </p:cNvSpPr>
          <p:nvPr>
            <p:ph type="title"/>
          </p:nvPr>
        </p:nvSpPr>
        <p:spPr/>
        <p:txBody>
          <a:bodyPr/>
          <a:lstStyle/>
          <a:p>
            <a:pPr eaLnBrk="1" hangingPunct="1"/>
            <a:r>
              <a:rPr lang="en-US" altLang="zh-TW"/>
              <a:t>Introduction</a:t>
            </a:r>
          </a:p>
        </p:txBody>
      </p:sp>
      <p:sp>
        <p:nvSpPr>
          <p:cNvPr id="10245" name="Rectangle 3">
            <a:extLst>
              <a:ext uri="{FF2B5EF4-FFF2-40B4-BE49-F238E27FC236}">
                <a16:creationId xmlns:a16="http://schemas.microsoft.com/office/drawing/2014/main" id="{9915C585-99D0-D68B-2701-A4C0BF42B248}"/>
              </a:ext>
            </a:extLst>
          </p:cNvPr>
          <p:cNvSpPr>
            <a:spLocks noGrp="1" noChangeArrowheads="1"/>
          </p:cNvSpPr>
          <p:nvPr>
            <p:ph type="body" idx="1"/>
          </p:nvPr>
        </p:nvSpPr>
        <p:spPr/>
        <p:txBody>
          <a:bodyPr/>
          <a:lstStyle/>
          <a:p>
            <a:pPr eaLnBrk="1" hangingPunct="1"/>
            <a:r>
              <a:rPr lang="en-US" altLang="zh-TW"/>
              <a:t>Error transmissions are caused by Interference</a:t>
            </a:r>
          </a:p>
          <a:p>
            <a:pPr eaLnBrk="1" hangingPunct="1"/>
            <a:r>
              <a:rPr lang="en-US" altLang="zh-TW"/>
              <a:t>Types of errors</a:t>
            </a:r>
          </a:p>
          <a:p>
            <a:pPr lvl="1" eaLnBrk="1" hangingPunct="1"/>
            <a:r>
              <a:rPr lang="en-US" altLang="zh-TW"/>
              <a:t>Single-bit error</a:t>
            </a:r>
          </a:p>
          <a:p>
            <a:pPr lvl="2" eaLnBrk="1" hangingPunct="1"/>
            <a:r>
              <a:rPr lang="en-US" altLang="zh-TW"/>
              <a:t>Only 1 bit of a given data unit is changed from 1 to 0 or from 0 to 1.</a:t>
            </a:r>
          </a:p>
          <a:p>
            <a:pPr lvl="1" eaLnBrk="1" hangingPunct="1"/>
            <a:r>
              <a:rPr lang="en-US" altLang="zh-TW"/>
              <a:t>Burst error</a:t>
            </a:r>
          </a:p>
          <a:p>
            <a:pPr lvl="2" eaLnBrk="1" hangingPunct="1"/>
            <a:r>
              <a:rPr lang="en-US" altLang="zh-TW"/>
              <a:t>2 or more bits in the data unit changed from 1 to 0 or from 0 to 1.</a:t>
            </a:r>
          </a:p>
          <a:p>
            <a:pPr eaLnBrk="1" hangingPunct="1"/>
            <a:r>
              <a:rPr lang="en-US" altLang="zh-TW"/>
              <a:t>Redundancy</a:t>
            </a:r>
          </a:p>
          <a:p>
            <a:pPr lvl="1" eaLnBrk="1" hangingPunct="1"/>
            <a:r>
              <a:rPr lang="en-US" altLang="zh-TW"/>
              <a:t>The central concept in detecting or correcting error is redundancy. To be able to detect or correct errors, we need to send </a:t>
            </a:r>
            <a:r>
              <a:rPr lang="en-US" altLang="zh-TW" b="1">
                <a:solidFill>
                  <a:srgbClr val="FF3300"/>
                </a:solidFill>
              </a:rPr>
              <a:t>some extra bits</a:t>
            </a:r>
            <a:r>
              <a:rPr lang="en-US" altLang="zh-TW"/>
              <a:t> with our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3">
            <a:extLst>
              <a:ext uri="{FF2B5EF4-FFF2-40B4-BE49-F238E27FC236}">
                <a16:creationId xmlns:a16="http://schemas.microsoft.com/office/drawing/2014/main" id="{C12A0F28-D504-7E87-52BE-97FD16CEB967}"/>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B0EFFCC9-90B8-4458-AD6E-FAF655EC0F58}" type="slidenum">
              <a:rPr lang="en-US" altLang="zh-TW" sz="2000"/>
              <a:pPr/>
              <a:t>5</a:t>
            </a:fld>
            <a:endParaRPr lang="en-US" altLang="zh-TW" sz="2000"/>
          </a:p>
        </p:txBody>
      </p:sp>
      <p:sp>
        <p:nvSpPr>
          <p:cNvPr id="4" name="Text Box 4">
            <a:extLst>
              <a:ext uri="{FF2B5EF4-FFF2-40B4-BE49-F238E27FC236}">
                <a16:creationId xmlns:a16="http://schemas.microsoft.com/office/drawing/2014/main" id="{13B9B5C4-6F38-E277-3E6F-712DDB760188}"/>
              </a:ext>
            </a:extLst>
          </p:cNvPr>
          <p:cNvSpPr txBox="1">
            <a:spLocks noChangeArrowheads="1"/>
          </p:cNvSpPr>
          <p:nvPr/>
        </p:nvSpPr>
        <p:spPr bwMode="auto">
          <a:xfrm>
            <a:off x="211111" y="304800"/>
            <a:ext cx="45136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dirty="0">
                <a:solidFill>
                  <a:schemeClr val="folHlink"/>
                </a:solidFill>
                <a:latin typeface="Times New Roman" panose="02020603050405020304" pitchFamily="18" charset="0"/>
              </a:rPr>
              <a:t>Figure 10.1  </a:t>
            </a:r>
            <a:r>
              <a:rPr lang="en-US" altLang="zh-TW" sz="2000" i="1" dirty="0">
                <a:latin typeface="Times New Roman" panose="02020603050405020304" pitchFamily="18" charset="0"/>
              </a:rPr>
              <a:t>Single-bit and burst error</a:t>
            </a:r>
          </a:p>
        </p:txBody>
      </p:sp>
      <p:pic>
        <p:nvPicPr>
          <p:cNvPr id="6" name="Picture 5">
            <a:extLst>
              <a:ext uri="{FF2B5EF4-FFF2-40B4-BE49-F238E27FC236}">
                <a16:creationId xmlns:a16="http://schemas.microsoft.com/office/drawing/2014/main" id="{35AE75A7-1445-EFB8-1632-00D88EBC1CAE}"/>
              </a:ext>
            </a:extLst>
          </p:cNvPr>
          <p:cNvPicPr>
            <a:picLocks noChangeAspect="1"/>
          </p:cNvPicPr>
          <p:nvPr/>
        </p:nvPicPr>
        <p:blipFill>
          <a:blip r:embed="rId3"/>
          <a:stretch>
            <a:fillRect/>
          </a:stretch>
        </p:blipFill>
        <p:spPr>
          <a:xfrm>
            <a:off x="0" y="2383117"/>
            <a:ext cx="9144000" cy="20917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3">
            <a:extLst>
              <a:ext uri="{FF2B5EF4-FFF2-40B4-BE49-F238E27FC236}">
                <a16:creationId xmlns:a16="http://schemas.microsoft.com/office/drawing/2014/main" id="{5E7074AB-7E79-6025-20AD-AE378F44D98B}"/>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93840DC5-FE98-42FF-B1BA-F94389269C2C}" type="slidenum">
              <a:rPr lang="en-US" altLang="zh-TW" sz="2000"/>
              <a:pPr/>
              <a:t>6</a:t>
            </a:fld>
            <a:endParaRPr lang="en-US" altLang="zh-TW" sz="2000"/>
          </a:p>
        </p:txBody>
      </p:sp>
      <p:sp>
        <p:nvSpPr>
          <p:cNvPr id="19460" name="Line 9">
            <a:extLst>
              <a:ext uri="{FF2B5EF4-FFF2-40B4-BE49-F238E27FC236}">
                <a16:creationId xmlns:a16="http://schemas.microsoft.com/office/drawing/2014/main" id="{CB66FA92-651B-6859-591D-1C281EAF7E92}"/>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1" name="Line 10">
            <a:extLst>
              <a:ext uri="{FF2B5EF4-FFF2-40B4-BE49-F238E27FC236}">
                <a16:creationId xmlns:a16="http://schemas.microsoft.com/office/drawing/2014/main" id="{C0568F03-E5C2-E809-0E22-9663B1E72BF1}"/>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2" name="Rectangle 11">
            <a:extLst>
              <a:ext uri="{FF2B5EF4-FFF2-40B4-BE49-F238E27FC236}">
                <a16:creationId xmlns:a16="http://schemas.microsoft.com/office/drawing/2014/main" id="{D3F986A9-302F-464F-CAC2-ECF713A01BFD}"/>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To detect or correct errors, we need to send extra (redundant) bits with data.</a:t>
            </a:r>
          </a:p>
        </p:txBody>
      </p:sp>
      <p:grpSp>
        <p:nvGrpSpPr>
          <p:cNvPr id="19463" name="Group 12">
            <a:extLst>
              <a:ext uri="{FF2B5EF4-FFF2-40B4-BE49-F238E27FC236}">
                <a16:creationId xmlns:a16="http://schemas.microsoft.com/office/drawing/2014/main" id="{D58D2BBA-3CAE-726F-F560-C06B85466D6B}"/>
              </a:ext>
            </a:extLst>
          </p:cNvPr>
          <p:cNvGrpSpPr>
            <a:grpSpLocks/>
          </p:cNvGrpSpPr>
          <p:nvPr/>
        </p:nvGrpSpPr>
        <p:grpSpPr bwMode="auto">
          <a:xfrm>
            <a:off x="533400" y="2024063"/>
            <a:ext cx="1143000" cy="566737"/>
            <a:chOff x="1200" y="1248"/>
            <a:chExt cx="720" cy="357"/>
          </a:xfrm>
        </p:grpSpPr>
        <p:pic>
          <p:nvPicPr>
            <p:cNvPr id="19464" name="Picture 13">
              <a:extLst>
                <a:ext uri="{FF2B5EF4-FFF2-40B4-BE49-F238E27FC236}">
                  <a16:creationId xmlns:a16="http://schemas.microsoft.com/office/drawing/2014/main" id="{A3FAE7DA-6211-3399-490C-C57DCD755D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65" name="Text Box 14">
              <a:extLst>
                <a:ext uri="{FF2B5EF4-FFF2-40B4-BE49-F238E27FC236}">
                  <a16:creationId xmlns:a16="http://schemas.microsoft.com/office/drawing/2014/main" id="{348F440D-249D-AB24-D73D-64CDF2E2219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5">
            <a:extLst>
              <a:ext uri="{FF2B5EF4-FFF2-40B4-BE49-F238E27FC236}">
                <a16:creationId xmlns:a16="http://schemas.microsoft.com/office/drawing/2014/main" id="{E3EFB0D0-80E9-0D8F-0728-ACB7F66067CA}"/>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2F9332C-2454-4F5E-9D30-C47CFDDDD032}" type="slidenum">
              <a:rPr lang="en-US" altLang="zh-TW" sz="2000"/>
              <a:pPr/>
              <a:t>7</a:t>
            </a:fld>
            <a:endParaRPr lang="en-US" altLang="zh-TW" sz="2000"/>
          </a:p>
        </p:txBody>
      </p:sp>
      <p:sp>
        <p:nvSpPr>
          <p:cNvPr id="21508" name="Rectangle 2">
            <a:extLst>
              <a:ext uri="{FF2B5EF4-FFF2-40B4-BE49-F238E27FC236}">
                <a16:creationId xmlns:a16="http://schemas.microsoft.com/office/drawing/2014/main" id="{C1DF76A9-43B4-4177-86B3-481E15762FD4}"/>
              </a:ext>
            </a:extLst>
          </p:cNvPr>
          <p:cNvSpPr>
            <a:spLocks noGrp="1" noChangeArrowheads="1"/>
          </p:cNvSpPr>
          <p:nvPr>
            <p:ph type="title"/>
          </p:nvPr>
        </p:nvSpPr>
        <p:spPr/>
        <p:txBody>
          <a:bodyPr/>
          <a:lstStyle/>
          <a:p>
            <a:pPr eaLnBrk="1" hangingPunct="1"/>
            <a:r>
              <a:rPr lang="en-US" altLang="zh-TW">
                <a:solidFill>
                  <a:schemeClr val="tx1"/>
                </a:solidFill>
              </a:rPr>
              <a:t>Detection versus Correction</a:t>
            </a:r>
          </a:p>
        </p:txBody>
      </p:sp>
      <p:sp>
        <p:nvSpPr>
          <p:cNvPr id="21509" name="Rectangle 3">
            <a:extLst>
              <a:ext uri="{FF2B5EF4-FFF2-40B4-BE49-F238E27FC236}">
                <a16:creationId xmlns:a16="http://schemas.microsoft.com/office/drawing/2014/main" id="{5E34BBB6-6261-A995-ADA2-9F0D3911E4C5}"/>
              </a:ext>
            </a:extLst>
          </p:cNvPr>
          <p:cNvSpPr>
            <a:spLocks noGrp="1" noChangeArrowheads="1"/>
          </p:cNvSpPr>
          <p:nvPr>
            <p:ph type="body" idx="1"/>
          </p:nvPr>
        </p:nvSpPr>
        <p:spPr/>
        <p:txBody>
          <a:bodyPr/>
          <a:lstStyle/>
          <a:p>
            <a:pPr eaLnBrk="1" hangingPunct="1"/>
            <a:r>
              <a:rPr lang="en-US" altLang="zh-TW"/>
              <a:t>The correction of errors is more difficult than the detection.</a:t>
            </a:r>
          </a:p>
          <a:p>
            <a:pPr eaLnBrk="1" hangingPunct="1"/>
            <a:r>
              <a:rPr lang="en-US" altLang="zh-TW"/>
              <a:t>Error detection</a:t>
            </a:r>
          </a:p>
          <a:p>
            <a:pPr lvl="1" eaLnBrk="1" hangingPunct="1"/>
            <a:r>
              <a:rPr lang="en-US" altLang="zh-TW"/>
              <a:t>Looking only to see if any error has occurred</a:t>
            </a:r>
          </a:p>
          <a:p>
            <a:pPr lvl="1" eaLnBrk="1" hangingPunct="1"/>
            <a:r>
              <a:rPr lang="en-US" altLang="zh-TW"/>
              <a:t>The answer is a simple yes or no.</a:t>
            </a:r>
          </a:p>
          <a:p>
            <a:pPr eaLnBrk="1" hangingPunct="1"/>
            <a:r>
              <a:rPr lang="en-US" altLang="zh-TW"/>
              <a:t>Error correction</a:t>
            </a:r>
          </a:p>
          <a:p>
            <a:pPr lvl="1" eaLnBrk="1" hangingPunct="1"/>
            <a:r>
              <a:rPr lang="en-US" altLang="zh-TW"/>
              <a:t>Forward error correction</a:t>
            </a:r>
          </a:p>
          <a:p>
            <a:pPr lvl="2" eaLnBrk="1" hangingPunct="1"/>
            <a:r>
              <a:rPr lang="en-US" altLang="zh-TW"/>
              <a:t>The process in which the receiver tries to guess the message by using redundant bits.</a:t>
            </a:r>
          </a:p>
          <a:p>
            <a:pPr lvl="1" eaLnBrk="1" hangingPunct="1"/>
            <a:r>
              <a:rPr lang="en-US" altLang="zh-TW"/>
              <a:t>Retransmission</a:t>
            </a:r>
          </a:p>
          <a:p>
            <a:pPr lvl="2" eaLnBrk="1" hangingPunct="1"/>
            <a:r>
              <a:rPr lang="en-US" altLang="zh-TW"/>
              <a:t>The receiver detects the occurrence of an error and asks the sender to resend the message.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421E2-D87F-172C-DBF5-D9B12523129E}"/>
              </a:ext>
            </a:extLst>
          </p:cNvPr>
          <p:cNvSpPr>
            <a:spLocks noGrp="1"/>
          </p:cNvSpPr>
          <p:nvPr>
            <p:ph type="title"/>
          </p:nvPr>
        </p:nvSpPr>
        <p:spPr/>
        <p:txBody>
          <a:bodyPr/>
          <a:lstStyle/>
          <a:p>
            <a:r>
              <a:rPr lang="en-US" dirty="0"/>
              <a:t>Coding</a:t>
            </a:r>
          </a:p>
        </p:txBody>
      </p:sp>
      <p:sp>
        <p:nvSpPr>
          <p:cNvPr id="3" name="Content Placeholder 2">
            <a:extLst>
              <a:ext uri="{FF2B5EF4-FFF2-40B4-BE49-F238E27FC236}">
                <a16:creationId xmlns:a16="http://schemas.microsoft.com/office/drawing/2014/main" id="{5CB387DD-49BC-D11C-7A26-76F74463BA23}"/>
              </a:ext>
            </a:extLst>
          </p:cNvPr>
          <p:cNvSpPr>
            <a:spLocks noGrp="1"/>
          </p:cNvSpPr>
          <p:nvPr>
            <p:ph idx="1"/>
          </p:nvPr>
        </p:nvSpPr>
        <p:spPr/>
        <p:txBody>
          <a:bodyPr/>
          <a:lstStyle/>
          <a:p>
            <a:pPr algn="just"/>
            <a:r>
              <a:rPr lang="en-US" dirty="0"/>
              <a:t>Redundancy is achieved through various coding schemes.</a:t>
            </a:r>
          </a:p>
          <a:p>
            <a:pPr algn="just"/>
            <a:r>
              <a:rPr lang="en-US" dirty="0"/>
              <a:t>It creates a relationship between the redundant bits and the actual data bits.</a:t>
            </a:r>
          </a:p>
          <a:p>
            <a:pPr algn="just"/>
            <a:r>
              <a:rPr lang="en-US" dirty="0"/>
              <a:t>Two consideration</a:t>
            </a:r>
          </a:p>
          <a:p>
            <a:pPr lvl="1" algn="just"/>
            <a:r>
              <a:rPr lang="en-US" dirty="0"/>
              <a:t>The ratio of redundant bits to data bits.</a:t>
            </a:r>
          </a:p>
          <a:p>
            <a:pPr lvl="1" algn="just"/>
            <a:r>
              <a:rPr lang="en-US" dirty="0"/>
              <a:t>the robustness of the process. </a:t>
            </a:r>
          </a:p>
          <a:p>
            <a:pPr algn="just"/>
            <a:r>
              <a:rPr lang="en-US" dirty="0"/>
              <a:t>Two broad categories: </a:t>
            </a:r>
          </a:p>
          <a:p>
            <a:pPr lvl="1" algn="just"/>
            <a:r>
              <a:rPr lang="en-US" b="1" dirty="0"/>
              <a:t>Block coding </a:t>
            </a:r>
            <a:r>
              <a:rPr lang="en-US" dirty="0"/>
              <a:t>and </a:t>
            </a:r>
          </a:p>
          <a:p>
            <a:pPr lvl="1" algn="just"/>
            <a:r>
              <a:rPr lang="en-US" b="1" dirty="0"/>
              <a:t>Convolution coding</a:t>
            </a:r>
            <a:r>
              <a:rPr lang="en-US" i="1" dirty="0"/>
              <a:t>.</a:t>
            </a:r>
            <a:endParaRPr lang="en-US" dirty="0"/>
          </a:p>
        </p:txBody>
      </p:sp>
      <p:sp>
        <p:nvSpPr>
          <p:cNvPr id="4" name="Slide Number Placeholder 3">
            <a:extLst>
              <a:ext uri="{FF2B5EF4-FFF2-40B4-BE49-F238E27FC236}">
                <a16:creationId xmlns:a16="http://schemas.microsoft.com/office/drawing/2014/main" id="{D653EC5B-33FB-978F-8BC0-1D7C51B9C480}"/>
              </a:ext>
            </a:extLst>
          </p:cNvPr>
          <p:cNvSpPr>
            <a:spLocks noGrp="1"/>
          </p:cNvSpPr>
          <p:nvPr>
            <p:ph type="sldNum" sz="quarter" idx="12"/>
          </p:nvPr>
        </p:nvSpPr>
        <p:spPr/>
        <p:txBody>
          <a:bodyPr/>
          <a:lstStyle/>
          <a:p>
            <a:fld id="{2D97ADC2-99BB-4217-8311-F00A123DE861}" type="slidenum">
              <a:rPr lang="en-US" altLang="zh-TW" smtClean="0"/>
              <a:pPr/>
              <a:t>8</a:t>
            </a:fld>
            <a:endParaRPr lang="en-US" altLang="zh-TW"/>
          </a:p>
        </p:txBody>
      </p:sp>
    </p:spTree>
    <p:extLst>
      <p:ext uri="{BB962C8B-B14F-4D97-AF65-F5344CB8AC3E}">
        <p14:creationId xmlns:p14="http://schemas.microsoft.com/office/powerpoint/2010/main" val="3228437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7" name="Slide Number Placeholder 3">
            <a:extLst>
              <a:ext uri="{FF2B5EF4-FFF2-40B4-BE49-F238E27FC236}">
                <a16:creationId xmlns:a16="http://schemas.microsoft.com/office/drawing/2014/main" id="{9F6A82B8-1346-5286-7831-2BD727F09C75}"/>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235A20C6-D05F-4D2C-BAB6-EAFAA246EEF7}" type="slidenum">
              <a:rPr lang="en-US" altLang="zh-TW" sz="2000"/>
              <a:pPr/>
              <a:t>9</a:t>
            </a:fld>
            <a:endParaRPr lang="en-US" altLang="zh-TW" sz="2000"/>
          </a:p>
        </p:txBody>
      </p:sp>
      <p:sp>
        <p:nvSpPr>
          <p:cNvPr id="26628" name="Line 9">
            <a:extLst>
              <a:ext uri="{FF2B5EF4-FFF2-40B4-BE49-F238E27FC236}">
                <a16:creationId xmlns:a16="http://schemas.microsoft.com/office/drawing/2014/main" id="{B5739BA0-5D2E-3D58-B832-B2DA84330E3F}"/>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29" name="Line 10">
            <a:extLst>
              <a:ext uri="{FF2B5EF4-FFF2-40B4-BE49-F238E27FC236}">
                <a16:creationId xmlns:a16="http://schemas.microsoft.com/office/drawing/2014/main" id="{86BE909E-10E6-268D-5603-56754822F309}"/>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0" name="Rectangle 11">
            <a:extLst>
              <a:ext uri="{FF2B5EF4-FFF2-40B4-BE49-F238E27FC236}">
                <a16:creationId xmlns:a16="http://schemas.microsoft.com/office/drawing/2014/main" id="{89EAEE05-FF23-CBB2-2834-5DD2D990FB9D}"/>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In modulo-N arithmetic, we use only the integers in the range 0 to N −1, inclusive.</a:t>
            </a:r>
          </a:p>
        </p:txBody>
      </p:sp>
      <p:grpSp>
        <p:nvGrpSpPr>
          <p:cNvPr id="26631" name="Group 12">
            <a:extLst>
              <a:ext uri="{FF2B5EF4-FFF2-40B4-BE49-F238E27FC236}">
                <a16:creationId xmlns:a16="http://schemas.microsoft.com/office/drawing/2014/main" id="{4C1C37A7-BD18-0F6E-EEB6-7467C1B6B5A7}"/>
              </a:ext>
            </a:extLst>
          </p:cNvPr>
          <p:cNvGrpSpPr>
            <a:grpSpLocks/>
          </p:cNvGrpSpPr>
          <p:nvPr/>
        </p:nvGrpSpPr>
        <p:grpSpPr bwMode="auto">
          <a:xfrm>
            <a:off x="533400" y="2024063"/>
            <a:ext cx="1143000" cy="566737"/>
            <a:chOff x="1200" y="1248"/>
            <a:chExt cx="720" cy="357"/>
          </a:xfrm>
        </p:grpSpPr>
        <p:pic>
          <p:nvPicPr>
            <p:cNvPr id="26632" name="Picture 13">
              <a:extLst>
                <a:ext uri="{FF2B5EF4-FFF2-40B4-BE49-F238E27FC236}">
                  <a16:creationId xmlns:a16="http://schemas.microsoft.com/office/drawing/2014/main" id="{E779F8FD-8F6D-A360-7D42-FBAF2326B9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33" name="Text Box 14">
              <a:extLst>
                <a:ext uri="{FF2B5EF4-FFF2-40B4-BE49-F238E27FC236}">
                  <a16:creationId xmlns:a16="http://schemas.microsoft.com/office/drawing/2014/main" id="{664B09A7-D64E-73DB-9377-6C5EE0F0456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5" name="Slide Number Placeholder 3">
            <a:extLst>
              <a:ext uri="{FF2B5EF4-FFF2-40B4-BE49-F238E27FC236}">
                <a16:creationId xmlns:a16="http://schemas.microsoft.com/office/drawing/2014/main" id="{3CA4E5FF-EBE5-99DD-8D2B-71F8F5B38295}"/>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46261FC-C525-4255-BCB4-3A82D07FE77C}" type="slidenum">
              <a:rPr lang="en-US" altLang="zh-TW" sz="2000"/>
              <a:pPr/>
              <a:t>10</a:t>
            </a:fld>
            <a:endParaRPr lang="en-US" altLang="zh-TW" sz="2000"/>
          </a:p>
        </p:txBody>
      </p:sp>
      <p:sp>
        <p:nvSpPr>
          <p:cNvPr id="28676" name="Text Box 4">
            <a:extLst>
              <a:ext uri="{FF2B5EF4-FFF2-40B4-BE49-F238E27FC236}">
                <a16:creationId xmlns:a16="http://schemas.microsoft.com/office/drawing/2014/main" id="{86EE1107-0E33-E359-88D3-6FD0A4029847}"/>
              </a:ext>
            </a:extLst>
          </p:cNvPr>
          <p:cNvSpPr txBox="1">
            <a:spLocks noChangeArrowheads="1"/>
          </p:cNvSpPr>
          <p:nvPr/>
        </p:nvSpPr>
        <p:spPr bwMode="auto">
          <a:xfrm>
            <a:off x="152400" y="304800"/>
            <a:ext cx="5889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10.4  </a:t>
            </a:r>
            <a:r>
              <a:rPr lang="en-US" altLang="zh-TW" sz="2000" i="1">
                <a:latin typeface="Times New Roman" panose="02020603050405020304" pitchFamily="18" charset="0"/>
              </a:rPr>
              <a:t>XORing of two single bits or two words</a:t>
            </a:r>
          </a:p>
        </p:txBody>
      </p:sp>
      <p:pic>
        <p:nvPicPr>
          <p:cNvPr id="28677" name="Picture 6">
            <a:extLst>
              <a:ext uri="{FF2B5EF4-FFF2-40B4-BE49-F238E27FC236}">
                <a16:creationId xmlns:a16="http://schemas.microsoft.com/office/drawing/2014/main" id="{70570F4D-8E09-9B88-8967-7370A10080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713" y="2373313"/>
            <a:ext cx="8675687" cy="212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Slide Number Placeholder 3">
            <a:extLst>
              <a:ext uri="{FF2B5EF4-FFF2-40B4-BE49-F238E27FC236}">
                <a16:creationId xmlns:a16="http://schemas.microsoft.com/office/drawing/2014/main" id="{7D68BD9B-D85E-97DC-19FE-307A900D98DF}"/>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CEFD761-42CF-41FB-8BDB-1FC3DC414576}" type="slidenum">
              <a:rPr lang="en-US" altLang="zh-TW" sz="2000"/>
              <a:pPr/>
              <a:t>11</a:t>
            </a:fld>
            <a:endParaRPr lang="en-US" altLang="zh-TW" sz="2000"/>
          </a:p>
        </p:txBody>
      </p:sp>
      <p:sp>
        <p:nvSpPr>
          <p:cNvPr id="858114" name="Rectangle 2">
            <a:extLst>
              <a:ext uri="{FF2B5EF4-FFF2-40B4-BE49-F238E27FC236}">
                <a16:creationId xmlns:a16="http://schemas.microsoft.com/office/drawing/2014/main" id="{F61B5C10-5104-A198-8317-0CCF5C2A476E}"/>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TW" altLang="en-US">
              <a:effectLst>
                <a:outerShdw blurRad="38100" dist="38100" dir="2700000" algn="tl">
                  <a:srgbClr val="FFFFFF"/>
                </a:outerShdw>
              </a:effectLst>
              <a:latin typeface="Times New Roman" panose="02020603050405020304" pitchFamily="18" charset="0"/>
            </a:endParaRPr>
          </a:p>
        </p:txBody>
      </p:sp>
      <p:sp>
        <p:nvSpPr>
          <p:cNvPr id="858115" name="Text Box 3">
            <a:extLst>
              <a:ext uri="{FF2B5EF4-FFF2-40B4-BE49-F238E27FC236}">
                <a16:creationId xmlns:a16="http://schemas.microsoft.com/office/drawing/2014/main" id="{6FC185D2-DC22-2DB1-5E26-3676A4C931CF}"/>
              </a:ext>
            </a:extLst>
          </p:cNvPr>
          <p:cNvSpPr txBox="1">
            <a:spLocks noChangeArrowheads="1"/>
          </p:cNvSpPr>
          <p:nvPr/>
        </p:nvSpPr>
        <p:spPr bwMode="auto">
          <a:xfrm>
            <a:off x="228600" y="406400"/>
            <a:ext cx="4475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TW">
                <a:effectLst>
                  <a:outerShdw blurRad="38100" dist="38100" dir="2700000" algn="tl">
                    <a:srgbClr val="C0C0C0"/>
                  </a:outerShdw>
                </a:effectLst>
                <a:latin typeface="Times" panose="02020603050405020304" pitchFamily="18" charset="0"/>
              </a:rPr>
              <a:t>10-2   BLOCK CODING</a:t>
            </a:r>
          </a:p>
        </p:txBody>
      </p:sp>
      <p:sp>
        <p:nvSpPr>
          <p:cNvPr id="30726" name="Text Box 4">
            <a:extLst>
              <a:ext uri="{FF2B5EF4-FFF2-40B4-BE49-F238E27FC236}">
                <a16:creationId xmlns:a16="http://schemas.microsoft.com/office/drawing/2014/main" id="{51B4F1CC-AC4B-3D90-7AA5-E96EDDB52408}"/>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endParaRPr lang="zh-TW" altLang="en-US" sz="1800">
              <a:latin typeface="Times New Roman" panose="02020603050405020304" pitchFamily="18" charset="0"/>
            </a:endParaRPr>
          </a:p>
        </p:txBody>
      </p:sp>
      <p:sp>
        <p:nvSpPr>
          <p:cNvPr id="858117" name="Rectangle 5">
            <a:extLst>
              <a:ext uri="{FF2B5EF4-FFF2-40B4-BE49-F238E27FC236}">
                <a16:creationId xmlns:a16="http://schemas.microsoft.com/office/drawing/2014/main" id="{238EF035-6766-1F05-9BD9-8C97F93E3636}"/>
              </a:ext>
            </a:extLst>
          </p:cNvPr>
          <p:cNvSpPr>
            <a:spLocks noChangeArrowheads="1"/>
          </p:cNvSpPr>
          <p:nvPr/>
        </p:nvSpPr>
        <p:spPr bwMode="auto">
          <a:xfrm>
            <a:off x="304800" y="137795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zh-TW" sz="2800" i="1">
                <a:effectLst>
                  <a:outerShdw blurRad="38100" dist="38100" dir="2700000" algn="tl">
                    <a:srgbClr val="C0C0C0"/>
                  </a:outerShdw>
                </a:effectLst>
                <a:latin typeface="Times New Roman" panose="02020603050405020304" pitchFamily="18" charset="0"/>
              </a:rPr>
              <a:t>In block coding, we divide our message into blocks, each of k bits, called </a:t>
            </a:r>
            <a:r>
              <a:rPr lang="en-US" altLang="zh-TW" sz="2800" i="1">
                <a:solidFill>
                  <a:schemeClr val="hlink"/>
                </a:solidFill>
                <a:effectLst>
                  <a:outerShdw blurRad="38100" dist="38100" dir="2700000" algn="tl">
                    <a:srgbClr val="C0C0C0"/>
                  </a:outerShdw>
                </a:effectLst>
                <a:latin typeface="Times New Roman" panose="02020603050405020304" pitchFamily="18" charset="0"/>
              </a:rPr>
              <a:t>datawords</a:t>
            </a:r>
            <a:r>
              <a:rPr lang="en-US" altLang="zh-TW" sz="2800" i="1">
                <a:effectLst>
                  <a:outerShdw blurRad="38100" dist="38100" dir="2700000" algn="tl">
                    <a:srgbClr val="C0C0C0"/>
                  </a:outerShdw>
                </a:effectLst>
                <a:latin typeface="Times New Roman" panose="02020603050405020304" pitchFamily="18" charset="0"/>
              </a:rPr>
              <a:t>. We add r redundant bits to each block to make the length n = k + r. The resulting n-bit blocks are called </a:t>
            </a:r>
            <a:r>
              <a:rPr lang="en-US" altLang="zh-TW" sz="2800" i="1">
                <a:solidFill>
                  <a:schemeClr val="hlink"/>
                </a:solidFill>
                <a:effectLst>
                  <a:outerShdw blurRad="38100" dist="38100" dir="2700000" algn="tl">
                    <a:srgbClr val="C0C0C0"/>
                  </a:outerShdw>
                </a:effectLst>
                <a:latin typeface="Times New Roman" panose="02020603050405020304" pitchFamily="18" charset="0"/>
              </a:rPr>
              <a:t>codewords</a:t>
            </a:r>
            <a:r>
              <a:rPr lang="en-US" altLang="zh-TW" sz="2800" i="1">
                <a:effectLst>
                  <a:outerShdw blurRad="38100" dist="38100" dir="2700000" algn="tl">
                    <a:srgbClr val="C0C0C0"/>
                  </a:outerShdw>
                </a:effectLst>
                <a:latin typeface="Times New Roman" panose="02020603050405020304" pitchFamily="18" charset="0"/>
              </a:rPr>
              <a:t>.</a:t>
            </a:r>
          </a:p>
        </p:txBody>
      </p:sp>
      <p:sp>
        <p:nvSpPr>
          <p:cNvPr id="30728" name="Rectangle 6">
            <a:extLst>
              <a:ext uri="{FF2B5EF4-FFF2-40B4-BE49-F238E27FC236}">
                <a16:creationId xmlns:a16="http://schemas.microsoft.com/office/drawing/2014/main" id="{86E13AAF-B9BA-090A-932E-F43892A2A869}"/>
              </a:ext>
            </a:extLst>
          </p:cNvPr>
          <p:cNvSpPr>
            <a:spLocks noChangeArrowheads="1"/>
          </p:cNvSpPr>
          <p:nvPr/>
        </p:nvSpPr>
        <p:spPr bwMode="auto">
          <a:xfrm>
            <a:off x="152400" y="4679950"/>
            <a:ext cx="6705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rPr>
              <a:t>Error Detection</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Error Correction</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Hamming Distance</a:t>
            </a:r>
          </a:p>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rPr>
              <a:t>Minimum Hamming Distance</a:t>
            </a:r>
          </a:p>
        </p:txBody>
      </p:sp>
      <p:sp>
        <p:nvSpPr>
          <p:cNvPr id="858119" name="Text Box 7">
            <a:extLst>
              <a:ext uri="{FF2B5EF4-FFF2-40B4-BE49-F238E27FC236}">
                <a16:creationId xmlns:a16="http://schemas.microsoft.com/office/drawing/2014/main" id="{DBFDA155-DA11-5D73-F3F9-4EB0435B8CD5}"/>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TW"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Slide Number Placeholder 3">
            <a:extLst>
              <a:ext uri="{FF2B5EF4-FFF2-40B4-BE49-F238E27FC236}">
                <a16:creationId xmlns:a16="http://schemas.microsoft.com/office/drawing/2014/main" id="{29499A40-7277-54F1-9DFC-3A576BEC5A55}"/>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A259ED4-C7A0-4690-8A11-7BDE5385BF47}" type="slidenum">
              <a:rPr lang="en-US" altLang="zh-TW" sz="2000"/>
              <a:pPr/>
              <a:t>12</a:t>
            </a:fld>
            <a:endParaRPr lang="en-US" altLang="zh-TW" sz="2000"/>
          </a:p>
        </p:txBody>
      </p:sp>
      <p:sp>
        <p:nvSpPr>
          <p:cNvPr id="22532" name="Text Box 4">
            <a:extLst>
              <a:ext uri="{FF2B5EF4-FFF2-40B4-BE49-F238E27FC236}">
                <a16:creationId xmlns:a16="http://schemas.microsoft.com/office/drawing/2014/main" id="{692A12DB-E73F-7D30-E581-F6297FC1F015}"/>
              </a:ext>
            </a:extLst>
          </p:cNvPr>
          <p:cNvSpPr txBox="1">
            <a:spLocks noChangeArrowheads="1"/>
          </p:cNvSpPr>
          <p:nvPr/>
        </p:nvSpPr>
        <p:spPr bwMode="auto">
          <a:xfrm>
            <a:off x="152400" y="304800"/>
            <a:ext cx="62143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dirty="0">
                <a:solidFill>
                  <a:schemeClr val="folHlink"/>
                </a:solidFill>
                <a:latin typeface="Times New Roman" panose="02020603050405020304" pitchFamily="18" charset="0"/>
              </a:rPr>
              <a:t>Figure 10.2  </a:t>
            </a:r>
            <a:r>
              <a:rPr lang="en-US" altLang="zh-TW" sz="2000" i="1" dirty="0">
                <a:latin typeface="Times New Roman" panose="02020603050405020304" pitchFamily="18" charset="0"/>
              </a:rPr>
              <a:t>Process of error detection in block coding</a:t>
            </a:r>
          </a:p>
        </p:txBody>
      </p:sp>
      <p:pic>
        <p:nvPicPr>
          <p:cNvPr id="3" name="Picture 2">
            <a:extLst>
              <a:ext uri="{FF2B5EF4-FFF2-40B4-BE49-F238E27FC236}">
                <a16:creationId xmlns:a16="http://schemas.microsoft.com/office/drawing/2014/main" id="{7D96BFF3-CA9F-733F-9821-B9E957AE19D8}"/>
              </a:ext>
            </a:extLst>
          </p:cNvPr>
          <p:cNvPicPr>
            <a:picLocks noChangeAspect="1"/>
          </p:cNvPicPr>
          <p:nvPr/>
        </p:nvPicPr>
        <p:blipFill>
          <a:blip r:embed="rId3"/>
          <a:stretch>
            <a:fillRect/>
          </a:stretch>
        </p:blipFill>
        <p:spPr>
          <a:xfrm>
            <a:off x="737536" y="1885862"/>
            <a:ext cx="7668928" cy="30862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560BE-132F-71F2-BCF1-8AA68D891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D1F464-BFE2-6406-964C-E36978973B05}"/>
              </a:ext>
            </a:extLst>
          </p:cNvPr>
          <p:cNvSpPr>
            <a:spLocks noGrp="1"/>
          </p:cNvSpPr>
          <p:nvPr>
            <p:ph type="title"/>
          </p:nvPr>
        </p:nvSpPr>
        <p:spPr/>
        <p:txBody>
          <a:bodyPr/>
          <a:lstStyle/>
          <a:p>
            <a:r>
              <a:rPr lang="en-US" dirty="0"/>
              <a:t>Error Detection</a:t>
            </a:r>
          </a:p>
        </p:txBody>
      </p:sp>
      <p:sp>
        <p:nvSpPr>
          <p:cNvPr id="3" name="Content Placeholder 2">
            <a:extLst>
              <a:ext uri="{FF2B5EF4-FFF2-40B4-BE49-F238E27FC236}">
                <a16:creationId xmlns:a16="http://schemas.microsoft.com/office/drawing/2014/main" id="{25CD49A4-095F-FBF6-671D-C919461970FB}"/>
              </a:ext>
            </a:extLst>
          </p:cNvPr>
          <p:cNvSpPr>
            <a:spLocks noGrp="1"/>
          </p:cNvSpPr>
          <p:nvPr>
            <p:ph idx="1"/>
          </p:nvPr>
        </p:nvSpPr>
        <p:spPr/>
        <p:txBody>
          <a:bodyPr/>
          <a:lstStyle/>
          <a:p>
            <a:r>
              <a:rPr lang="en-US" dirty="0"/>
              <a:t>To detect the change in the original codeword</a:t>
            </a:r>
          </a:p>
          <a:p>
            <a:pPr lvl="1"/>
            <a:r>
              <a:rPr lang="en-US" dirty="0"/>
              <a:t>The receiver has (or can find) a list of valid codewords.</a:t>
            </a:r>
          </a:p>
          <a:p>
            <a:pPr lvl="1"/>
            <a:r>
              <a:rPr lang="en-US" dirty="0"/>
              <a:t>The original codeword has changed to an invalid one.</a:t>
            </a:r>
          </a:p>
        </p:txBody>
      </p:sp>
      <p:sp>
        <p:nvSpPr>
          <p:cNvPr id="4" name="Slide Number Placeholder 3">
            <a:extLst>
              <a:ext uri="{FF2B5EF4-FFF2-40B4-BE49-F238E27FC236}">
                <a16:creationId xmlns:a16="http://schemas.microsoft.com/office/drawing/2014/main" id="{D09C5D23-3661-4FEC-8DA1-46AF781991AD}"/>
              </a:ext>
            </a:extLst>
          </p:cNvPr>
          <p:cNvSpPr>
            <a:spLocks noGrp="1"/>
          </p:cNvSpPr>
          <p:nvPr>
            <p:ph type="sldNum" sz="quarter" idx="12"/>
          </p:nvPr>
        </p:nvSpPr>
        <p:spPr/>
        <p:txBody>
          <a:bodyPr/>
          <a:lstStyle/>
          <a:p>
            <a:fld id="{2D97ADC2-99BB-4217-8311-F00A123DE861}" type="slidenum">
              <a:rPr lang="en-US" altLang="zh-TW" smtClean="0"/>
              <a:pPr/>
              <a:t>13</a:t>
            </a:fld>
            <a:endParaRPr lang="en-US" altLang="zh-TW"/>
          </a:p>
        </p:txBody>
      </p:sp>
    </p:spTree>
    <p:extLst>
      <p:ext uri="{BB962C8B-B14F-4D97-AF65-F5344CB8AC3E}">
        <p14:creationId xmlns:p14="http://schemas.microsoft.com/office/powerpoint/2010/main" val="3470924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Slide Number Placeholder 3">
            <a:extLst>
              <a:ext uri="{FF2B5EF4-FFF2-40B4-BE49-F238E27FC236}">
                <a16:creationId xmlns:a16="http://schemas.microsoft.com/office/drawing/2014/main" id="{9A31AE25-1A57-E442-2BBD-D3061DE38EAC}"/>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B4799D12-BEB6-4D1A-A1E6-FF6D0A9BE564}" type="slidenum">
              <a:rPr lang="en-US" altLang="zh-TW" sz="2000"/>
              <a:pPr/>
              <a:t>14</a:t>
            </a:fld>
            <a:endParaRPr lang="en-US" altLang="zh-TW" sz="2000"/>
          </a:p>
        </p:txBody>
      </p:sp>
      <p:sp>
        <p:nvSpPr>
          <p:cNvPr id="32772" name="Text Box 4">
            <a:extLst>
              <a:ext uri="{FF2B5EF4-FFF2-40B4-BE49-F238E27FC236}">
                <a16:creationId xmlns:a16="http://schemas.microsoft.com/office/drawing/2014/main" id="{D96D6EE8-EE9B-C247-A434-9EBCA9ED1C0D}"/>
              </a:ext>
            </a:extLst>
          </p:cNvPr>
          <p:cNvSpPr txBox="1">
            <a:spLocks noChangeArrowheads="1"/>
          </p:cNvSpPr>
          <p:nvPr/>
        </p:nvSpPr>
        <p:spPr bwMode="auto">
          <a:xfrm>
            <a:off x="152400" y="304800"/>
            <a:ext cx="6229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10.5  </a:t>
            </a:r>
            <a:r>
              <a:rPr lang="en-US" altLang="zh-TW" sz="2000" i="1">
                <a:latin typeface="Times New Roman" panose="02020603050405020304" pitchFamily="18" charset="0"/>
              </a:rPr>
              <a:t>Datawords and codewords in block coding</a:t>
            </a:r>
          </a:p>
        </p:txBody>
      </p:sp>
      <p:pic>
        <p:nvPicPr>
          <p:cNvPr id="32773" name="Picture 6">
            <a:extLst>
              <a:ext uri="{FF2B5EF4-FFF2-40B4-BE49-F238E27FC236}">
                <a16:creationId xmlns:a16="http://schemas.microsoft.com/office/drawing/2014/main" id="{DE15B3C0-59CF-A54C-7701-C7B13D2610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988" y="2479675"/>
            <a:ext cx="7085012" cy="262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Slide Number Placeholder 3">
            <a:extLst>
              <a:ext uri="{FF2B5EF4-FFF2-40B4-BE49-F238E27FC236}">
                <a16:creationId xmlns:a16="http://schemas.microsoft.com/office/drawing/2014/main" id="{544D3256-EADB-3983-06BC-82AA23AF7FDF}"/>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11816EA6-4C74-4D2F-9B06-FF5606A4EB06}" type="slidenum">
              <a:rPr lang="en-US" altLang="zh-TW" sz="2000"/>
              <a:pPr/>
              <a:t>15</a:t>
            </a:fld>
            <a:endParaRPr lang="en-US" altLang="zh-TW" sz="2000"/>
          </a:p>
        </p:txBody>
      </p:sp>
      <p:sp>
        <p:nvSpPr>
          <p:cNvPr id="38916" name="Rectangle 9">
            <a:extLst>
              <a:ext uri="{FF2B5EF4-FFF2-40B4-BE49-F238E27FC236}">
                <a16:creationId xmlns:a16="http://schemas.microsoft.com/office/drawing/2014/main" id="{8603DC68-9426-E450-3BE5-7C0AB346FC92}"/>
              </a:ext>
            </a:extLst>
          </p:cNvPr>
          <p:cNvSpPr>
            <a:spLocks noChangeArrowheads="1"/>
          </p:cNvSpPr>
          <p:nvPr/>
        </p:nvSpPr>
        <p:spPr bwMode="auto">
          <a:xfrm>
            <a:off x="219364" y="990600"/>
            <a:ext cx="8686800" cy="526297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3200" b="1">
                <a:solidFill>
                  <a:schemeClr val="tx1"/>
                </a:solidFill>
                <a:latin typeface="Arial" panose="020B0604020202020204" pitchFamily="34" charset="0"/>
                <a:ea typeface="新細明體" panose="02020500000000000000" pitchFamily="18" charset="-120"/>
              </a:defRPr>
            </a:lvl1pPr>
            <a:lvl2pPr marL="914400" indent="-457200">
              <a:defRPr sz="3200" b="1">
                <a:solidFill>
                  <a:schemeClr val="tx1"/>
                </a:solidFill>
                <a:latin typeface="Arial" panose="020B0604020202020204" pitchFamily="34" charset="0"/>
                <a:ea typeface="新細明體" panose="02020500000000000000" pitchFamily="18" charset="-120"/>
              </a:defRPr>
            </a:lvl2pPr>
            <a:lvl3pPr marL="1371600" indent="-457200">
              <a:defRPr sz="3200" b="1">
                <a:solidFill>
                  <a:schemeClr val="tx1"/>
                </a:solidFill>
                <a:latin typeface="Arial" panose="020B0604020202020204" pitchFamily="34" charset="0"/>
                <a:ea typeface="新細明體" panose="02020500000000000000" pitchFamily="18" charset="-120"/>
              </a:defRPr>
            </a:lvl3pPr>
            <a:lvl4pPr marL="1828800" indent="-457200">
              <a:defRPr sz="3200" b="1">
                <a:solidFill>
                  <a:schemeClr val="tx1"/>
                </a:solidFill>
                <a:latin typeface="Arial" panose="020B0604020202020204" pitchFamily="34" charset="0"/>
                <a:ea typeface="新細明體" panose="02020500000000000000" pitchFamily="18" charset="-120"/>
              </a:defRPr>
            </a:lvl4pPr>
            <a:lvl5pPr marL="2286000" indent="-457200">
              <a:defRPr sz="3200" b="1">
                <a:solidFill>
                  <a:schemeClr val="tx1"/>
                </a:solidFill>
                <a:latin typeface="Arial" panose="020B0604020202020204" pitchFamily="34" charset="0"/>
                <a:ea typeface="新細明體" panose="02020500000000000000" pitchFamily="18" charset="-120"/>
              </a:defRPr>
            </a:lvl5pPr>
            <a:lvl6pPr marL="2743200" indent="-4572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3200400" indent="-4572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657600" indent="-4572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4114800" indent="-4572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dirty="0">
                <a:latin typeface="Times New Roman" panose="02020603050405020304" pitchFamily="18" charset="0"/>
              </a:rPr>
              <a:t>Let us assume that k = 2 and n = 3. Table 10.1 shows the list of </a:t>
            </a:r>
            <a:r>
              <a:rPr lang="en-US" altLang="zh-TW" sz="2800" i="1" dirty="0" err="1">
                <a:latin typeface="Times New Roman" panose="02020603050405020304" pitchFamily="18" charset="0"/>
              </a:rPr>
              <a:t>datawords</a:t>
            </a:r>
            <a:r>
              <a:rPr lang="en-US" altLang="zh-TW" sz="2800" i="1" dirty="0">
                <a:latin typeface="Times New Roman" panose="02020603050405020304" pitchFamily="18" charset="0"/>
              </a:rPr>
              <a:t> and codewords. Later, we will see how to derive a codeword from a </a:t>
            </a:r>
            <a:r>
              <a:rPr lang="en-US" altLang="zh-TW" sz="2800" i="1" dirty="0" err="1">
                <a:latin typeface="Times New Roman" panose="02020603050405020304" pitchFamily="18" charset="0"/>
              </a:rPr>
              <a:t>dataword</a:t>
            </a:r>
            <a:r>
              <a:rPr lang="en-US" altLang="zh-TW" sz="2800" i="1" dirty="0">
                <a:latin typeface="Times New Roman" panose="02020603050405020304" pitchFamily="18" charset="0"/>
              </a:rPr>
              <a:t>.</a:t>
            </a:r>
          </a:p>
          <a:p>
            <a:pPr algn="just"/>
            <a:endParaRPr lang="en-US" altLang="zh-TW" sz="2800" i="1" dirty="0">
              <a:latin typeface="Times New Roman" panose="02020603050405020304" pitchFamily="18" charset="0"/>
            </a:endParaRPr>
          </a:p>
          <a:p>
            <a:pPr algn="just"/>
            <a:r>
              <a:rPr lang="en-US" altLang="zh-TW" sz="2800" i="1" dirty="0">
                <a:latin typeface="Times New Roman" panose="02020603050405020304" pitchFamily="18" charset="0"/>
              </a:rPr>
              <a:t> </a:t>
            </a:r>
          </a:p>
          <a:p>
            <a:pPr algn="just"/>
            <a:endParaRPr lang="en-US" altLang="zh-TW" sz="2800" i="1" dirty="0">
              <a:latin typeface="Times New Roman" panose="02020603050405020304" pitchFamily="18" charset="0"/>
            </a:endParaRPr>
          </a:p>
          <a:p>
            <a:pPr algn="just"/>
            <a:endParaRPr lang="en-US" altLang="zh-TW" sz="2800" i="1" dirty="0">
              <a:latin typeface="Times New Roman" panose="02020603050405020304" pitchFamily="18" charset="0"/>
            </a:endParaRPr>
          </a:p>
          <a:p>
            <a:pPr algn="just"/>
            <a:r>
              <a:rPr lang="en-US" altLang="zh-TW" sz="2800" i="1" dirty="0">
                <a:latin typeface="Times New Roman" panose="02020603050405020304" pitchFamily="18" charset="0"/>
              </a:rPr>
              <a:t>Assume the sender encodes the </a:t>
            </a:r>
            <a:r>
              <a:rPr lang="en-US" altLang="zh-TW" sz="2800" i="1" dirty="0" err="1">
                <a:latin typeface="Times New Roman" panose="02020603050405020304" pitchFamily="18" charset="0"/>
              </a:rPr>
              <a:t>dataword</a:t>
            </a:r>
            <a:r>
              <a:rPr lang="en-US" altLang="zh-TW" sz="2800" i="1" dirty="0">
                <a:latin typeface="Times New Roman" panose="02020603050405020304" pitchFamily="18" charset="0"/>
              </a:rPr>
              <a:t> 01 as 011 and</a:t>
            </a:r>
          </a:p>
          <a:p>
            <a:pPr algn="just"/>
            <a:r>
              <a:rPr lang="en-US" altLang="zh-TW" sz="2800" i="1" dirty="0">
                <a:latin typeface="Times New Roman" panose="02020603050405020304" pitchFamily="18" charset="0"/>
              </a:rPr>
              <a:t>sends it to the receiver. Consider the following cases:</a:t>
            </a:r>
          </a:p>
          <a:p>
            <a:pPr algn="just"/>
            <a:endParaRPr lang="en-US" altLang="zh-TW" sz="2800" i="1" dirty="0">
              <a:latin typeface="Times New Roman" panose="02020603050405020304" pitchFamily="18" charset="0"/>
            </a:endParaRPr>
          </a:p>
          <a:p>
            <a:pPr algn="just"/>
            <a:r>
              <a:rPr lang="en-US" altLang="zh-TW" sz="2800" i="1" dirty="0">
                <a:solidFill>
                  <a:schemeClr val="hlink"/>
                </a:solidFill>
                <a:latin typeface="Times New Roman" panose="02020603050405020304" pitchFamily="18" charset="0"/>
              </a:rPr>
              <a:t>1.</a:t>
            </a:r>
            <a:r>
              <a:rPr lang="en-US" altLang="zh-TW" sz="2800" i="1" dirty="0">
                <a:latin typeface="Times New Roman" panose="02020603050405020304" pitchFamily="18" charset="0"/>
              </a:rPr>
              <a:t> The receiver receives 011. It is a valid codeword. The   </a:t>
            </a:r>
            <a:br>
              <a:rPr lang="en-US" altLang="zh-TW" sz="2800" i="1" dirty="0">
                <a:latin typeface="Times New Roman" panose="02020603050405020304" pitchFamily="18" charset="0"/>
              </a:rPr>
            </a:br>
            <a:r>
              <a:rPr lang="en-US" altLang="zh-TW" sz="2800" i="1" dirty="0">
                <a:latin typeface="Times New Roman" panose="02020603050405020304" pitchFamily="18" charset="0"/>
              </a:rPr>
              <a:t>receiver extracts the </a:t>
            </a:r>
            <a:r>
              <a:rPr lang="en-US" altLang="zh-TW" sz="2800" i="1" dirty="0" err="1">
                <a:latin typeface="Times New Roman" panose="02020603050405020304" pitchFamily="18" charset="0"/>
              </a:rPr>
              <a:t>dataword</a:t>
            </a:r>
            <a:r>
              <a:rPr lang="en-US" altLang="zh-TW" sz="2800" i="1" dirty="0">
                <a:latin typeface="Times New Roman" panose="02020603050405020304" pitchFamily="18" charset="0"/>
              </a:rPr>
              <a:t> 01 from it.</a:t>
            </a:r>
          </a:p>
        </p:txBody>
      </p:sp>
      <p:sp>
        <p:nvSpPr>
          <p:cNvPr id="38917" name="Text Box 11">
            <a:extLst>
              <a:ext uri="{FF2B5EF4-FFF2-40B4-BE49-F238E27FC236}">
                <a16:creationId xmlns:a16="http://schemas.microsoft.com/office/drawing/2014/main" id="{8D3B437F-F4CD-B607-4E03-98738D08FBBD}"/>
              </a:ext>
            </a:extLst>
          </p:cNvPr>
          <p:cNvSpPr txBox="1">
            <a:spLocks noChangeArrowheads="1"/>
          </p:cNvSpPr>
          <p:nvPr/>
        </p:nvSpPr>
        <p:spPr bwMode="auto">
          <a:xfrm>
            <a:off x="223982" y="228600"/>
            <a:ext cx="25106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dirty="0">
                <a:solidFill>
                  <a:schemeClr val="hlink"/>
                </a:solidFill>
                <a:latin typeface="Times New Roman" panose="02020603050405020304" pitchFamily="18" charset="0"/>
              </a:rPr>
              <a:t>Example 10.1</a:t>
            </a:r>
          </a:p>
        </p:txBody>
      </p:sp>
      <p:pic>
        <p:nvPicPr>
          <p:cNvPr id="3" name="Picture 2">
            <a:extLst>
              <a:ext uri="{FF2B5EF4-FFF2-40B4-BE49-F238E27FC236}">
                <a16:creationId xmlns:a16="http://schemas.microsoft.com/office/drawing/2014/main" id="{A11C9BC3-D004-7EFC-15DC-30F6F6230100}"/>
              </a:ext>
            </a:extLst>
          </p:cNvPr>
          <p:cNvPicPr>
            <a:picLocks noChangeAspect="1"/>
          </p:cNvPicPr>
          <p:nvPr/>
        </p:nvPicPr>
        <p:blipFill>
          <a:blip r:embed="rId3"/>
          <a:stretch>
            <a:fillRect/>
          </a:stretch>
        </p:blipFill>
        <p:spPr>
          <a:xfrm>
            <a:off x="94942" y="2514600"/>
            <a:ext cx="8954115" cy="140325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Slide Number Placeholder 3">
            <a:extLst>
              <a:ext uri="{FF2B5EF4-FFF2-40B4-BE49-F238E27FC236}">
                <a16:creationId xmlns:a16="http://schemas.microsoft.com/office/drawing/2014/main" id="{61D3BA27-A631-26AF-4C3D-792871871D2F}"/>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9D7BE88A-4423-46FF-909D-FBD13C9D879A}" type="slidenum">
              <a:rPr lang="en-US" altLang="zh-TW" sz="2000"/>
              <a:pPr/>
              <a:t>16</a:t>
            </a:fld>
            <a:endParaRPr lang="en-US" altLang="zh-TW" sz="2000"/>
          </a:p>
        </p:txBody>
      </p:sp>
      <p:sp>
        <p:nvSpPr>
          <p:cNvPr id="40964" name="Rectangle 9">
            <a:extLst>
              <a:ext uri="{FF2B5EF4-FFF2-40B4-BE49-F238E27FC236}">
                <a16:creationId xmlns:a16="http://schemas.microsoft.com/office/drawing/2014/main" id="{D8C18761-B83F-70C8-53CE-EEE2894D00CF}"/>
              </a:ext>
            </a:extLst>
          </p:cNvPr>
          <p:cNvSpPr>
            <a:spLocks noChangeArrowheads="1"/>
          </p:cNvSpPr>
          <p:nvPr/>
        </p:nvSpPr>
        <p:spPr bwMode="auto">
          <a:xfrm>
            <a:off x="228600" y="1143000"/>
            <a:ext cx="8686800" cy="35083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solidFill>
                  <a:schemeClr val="hlink"/>
                </a:solidFill>
                <a:latin typeface="Times New Roman" panose="02020603050405020304" pitchFamily="18" charset="0"/>
              </a:rPr>
              <a:t>2.</a:t>
            </a:r>
            <a:r>
              <a:rPr lang="en-US" altLang="zh-TW" sz="2800" i="1">
                <a:latin typeface="Times New Roman" panose="02020603050405020304" pitchFamily="18" charset="0"/>
              </a:rPr>
              <a:t> The codeword is corrupted during transmission, and</a:t>
            </a:r>
            <a:br>
              <a:rPr lang="en-US" altLang="zh-TW" sz="2800" i="1">
                <a:latin typeface="Times New Roman" panose="02020603050405020304" pitchFamily="18" charset="0"/>
              </a:rPr>
            </a:br>
            <a:r>
              <a:rPr lang="en-US" altLang="zh-TW" sz="2800" i="1">
                <a:latin typeface="Times New Roman" panose="02020603050405020304" pitchFamily="18" charset="0"/>
              </a:rPr>
              <a:t>     111 is received. This is not a valid codeword and is</a:t>
            </a:r>
            <a:br>
              <a:rPr lang="en-US" altLang="zh-TW" sz="2800" i="1">
                <a:latin typeface="Times New Roman" panose="02020603050405020304" pitchFamily="18" charset="0"/>
              </a:rPr>
            </a:br>
            <a:r>
              <a:rPr lang="en-US" altLang="zh-TW" sz="2800" i="1">
                <a:latin typeface="Times New Roman" panose="02020603050405020304" pitchFamily="18" charset="0"/>
              </a:rPr>
              <a:t>     discarded.</a:t>
            </a:r>
          </a:p>
          <a:p>
            <a:pPr algn="just"/>
            <a:endParaRPr lang="en-US" altLang="zh-TW" sz="2800" i="1">
              <a:latin typeface="Times New Roman" panose="02020603050405020304" pitchFamily="18" charset="0"/>
            </a:endParaRPr>
          </a:p>
          <a:p>
            <a:pPr algn="just"/>
            <a:r>
              <a:rPr lang="en-US" altLang="zh-TW" sz="2800" i="1">
                <a:solidFill>
                  <a:schemeClr val="hlink"/>
                </a:solidFill>
                <a:latin typeface="Times New Roman" panose="02020603050405020304" pitchFamily="18" charset="0"/>
              </a:rPr>
              <a:t>3.</a:t>
            </a:r>
            <a:r>
              <a:rPr lang="en-US" altLang="zh-TW" sz="2800" i="1">
                <a:latin typeface="Times New Roman" panose="02020603050405020304" pitchFamily="18" charset="0"/>
              </a:rPr>
              <a:t> The codeword is corrupted during transmission, and</a:t>
            </a:r>
            <a:br>
              <a:rPr lang="en-US" altLang="zh-TW" sz="2800" i="1">
                <a:latin typeface="Times New Roman" panose="02020603050405020304" pitchFamily="18" charset="0"/>
              </a:rPr>
            </a:br>
            <a:r>
              <a:rPr lang="en-US" altLang="zh-TW" sz="2800" i="1">
                <a:latin typeface="Times New Roman" panose="02020603050405020304" pitchFamily="18" charset="0"/>
              </a:rPr>
              <a:t>     000 is received. This is a valid codeword. The receiver</a:t>
            </a:r>
            <a:br>
              <a:rPr lang="en-US" altLang="zh-TW" sz="2800" i="1">
                <a:latin typeface="Times New Roman" panose="02020603050405020304" pitchFamily="18" charset="0"/>
              </a:rPr>
            </a:br>
            <a:r>
              <a:rPr lang="en-US" altLang="zh-TW" sz="2800" i="1">
                <a:latin typeface="Times New Roman" panose="02020603050405020304" pitchFamily="18" charset="0"/>
              </a:rPr>
              <a:t>     incorrectly extracts the dataword 00. Two corrupted</a:t>
            </a:r>
            <a:br>
              <a:rPr lang="en-US" altLang="zh-TW" sz="2800" i="1">
                <a:latin typeface="Times New Roman" panose="02020603050405020304" pitchFamily="18" charset="0"/>
              </a:rPr>
            </a:br>
            <a:r>
              <a:rPr lang="en-US" altLang="zh-TW" sz="2800" i="1">
                <a:latin typeface="Times New Roman" panose="02020603050405020304" pitchFamily="18" charset="0"/>
              </a:rPr>
              <a:t>     bits have made the error undetectable.</a:t>
            </a:r>
          </a:p>
        </p:txBody>
      </p:sp>
      <p:sp>
        <p:nvSpPr>
          <p:cNvPr id="40965" name="Text Box 10">
            <a:extLst>
              <a:ext uri="{FF2B5EF4-FFF2-40B4-BE49-F238E27FC236}">
                <a16:creationId xmlns:a16="http://schemas.microsoft.com/office/drawing/2014/main" id="{56E5E022-0051-B183-0346-40A2DFB8F7A9}"/>
              </a:ext>
            </a:extLst>
          </p:cNvPr>
          <p:cNvSpPr txBox="1">
            <a:spLocks noChangeArrowheads="1"/>
          </p:cNvSpPr>
          <p:nvPr/>
        </p:nvSpPr>
        <p:spPr bwMode="auto">
          <a:xfrm>
            <a:off x="152400" y="22860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10.2 (continued)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Slide Number Placeholder 3">
            <a:extLst>
              <a:ext uri="{FF2B5EF4-FFF2-40B4-BE49-F238E27FC236}">
                <a16:creationId xmlns:a16="http://schemas.microsoft.com/office/drawing/2014/main" id="{9B36503B-1143-1201-BE12-2AF9E5BE2FC0}"/>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3CC35B10-3B12-43FD-BC66-DBF55B3E88FB}" type="slidenum">
              <a:rPr lang="en-US" altLang="zh-TW" sz="2000"/>
              <a:pPr/>
              <a:t>17</a:t>
            </a:fld>
            <a:endParaRPr lang="en-US" altLang="zh-TW" sz="2000"/>
          </a:p>
        </p:txBody>
      </p:sp>
      <p:sp>
        <p:nvSpPr>
          <p:cNvPr id="45060" name="Line 9">
            <a:extLst>
              <a:ext uri="{FF2B5EF4-FFF2-40B4-BE49-F238E27FC236}">
                <a16:creationId xmlns:a16="http://schemas.microsoft.com/office/drawing/2014/main" id="{DC1CEDAD-E38F-589F-688C-B0AAA21F4B39}"/>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1" name="Line 10">
            <a:extLst>
              <a:ext uri="{FF2B5EF4-FFF2-40B4-BE49-F238E27FC236}">
                <a16:creationId xmlns:a16="http://schemas.microsoft.com/office/drawing/2014/main" id="{BAC88A33-899B-B00D-497F-C842C8BC9498}"/>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2" name="Rectangle 11">
            <a:extLst>
              <a:ext uri="{FF2B5EF4-FFF2-40B4-BE49-F238E27FC236}">
                <a16:creationId xmlns:a16="http://schemas.microsoft.com/office/drawing/2014/main" id="{95BEC375-9066-7D40-7D70-84C331A2743E}"/>
              </a:ext>
            </a:extLst>
          </p:cNvPr>
          <p:cNvSpPr>
            <a:spLocks noChangeArrowheads="1"/>
          </p:cNvSpPr>
          <p:nvPr/>
        </p:nvSpPr>
        <p:spPr bwMode="auto">
          <a:xfrm>
            <a:off x="495300" y="2759075"/>
            <a:ext cx="8077200" cy="206210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An error-detecting code can detect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only the types of errors for which it is designed; other types of errors may remain undetected.</a:t>
            </a:r>
          </a:p>
        </p:txBody>
      </p:sp>
      <p:grpSp>
        <p:nvGrpSpPr>
          <p:cNvPr id="45063" name="Group 12">
            <a:extLst>
              <a:ext uri="{FF2B5EF4-FFF2-40B4-BE49-F238E27FC236}">
                <a16:creationId xmlns:a16="http://schemas.microsoft.com/office/drawing/2014/main" id="{62059F78-7B46-5CB0-DFBC-548DD8992C06}"/>
              </a:ext>
            </a:extLst>
          </p:cNvPr>
          <p:cNvGrpSpPr>
            <a:grpSpLocks/>
          </p:cNvGrpSpPr>
          <p:nvPr/>
        </p:nvGrpSpPr>
        <p:grpSpPr bwMode="auto">
          <a:xfrm>
            <a:off x="533400" y="2024063"/>
            <a:ext cx="1143000" cy="566737"/>
            <a:chOff x="1200" y="1248"/>
            <a:chExt cx="720" cy="357"/>
          </a:xfrm>
        </p:grpSpPr>
        <p:pic>
          <p:nvPicPr>
            <p:cNvPr id="45064" name="Picture 13">
              <a:extLst>
                <a:ext uri="{FF2B5EF4-FFF2-40B4-BE49-F238E27FC236}">
                  <a16:creationId xmlns:a16="http://schemas.microsoft.com/office/drawing/2014/main" id="{7BD2FABD-36FD-D5EC-A398-7F7D6617C0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65" name="Text Box 14">
              <a:extLst>
                <a:ext uri="{FF2B5EF4-FFF2-40B4-BE49-F238E27FC236}">
                  <a16:creationId xmlns:a16="http://schemas.microsoft.com/office/drawing/2014/main" id="{37F04953-381E-3F95-BE27-5017D315356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Slide Number Placeholder 3">
            <a:extLst>
              <a:ext uri="{FF2B5EF4-FFF2-40B4-BE49-F238E27FC236}">
                <a16:creationId xmlns:a16="http://schemas.microsoft.com/office/drawing/2014/main" id="{19D51B6B-A45D-B45D-373F-9E5FD6A94C91}"/>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5727B4B-FE24-48A8-B0DF-E58886DEE1F1}" type="slidenum">
              <a:rPr lang="en-US" altLang="zh-TW" sz="2000"/>
              <a:pPr/>
              <a:t>18</a:t>
            </a:fld>
            <a:endParaRPr lang="en-US" altLang="zh-TW" sz="2000"/>
          </a:p>
        </p:txBody>
      </p:sp>
      <p:sp>
        <p:nvSpPr>
          <p:cNvPr id="49156" name="Rectangle 9">
            <a:extLst>
              <a:ext uri="{FF2B5EF4-FFF2-40B4-BE49-F238E27FC236}">
                <a16:creationId xmlns:a16="http://schemas.microsoft.com/office/drawing/2014/main" id="{6B0F0BA1-8287-88CF-8B3D-4B1FD94276D2}"/>
              </a:ext>
            </a:extLst>
          </p:cNvPr>
          <p:cNvSpPr>
            <a:spLocks noChangeArrowheads="1"/>
          </p:cNvSpPr>
          <p:nvPr/>
        </p:nvSpPr>
        <p:spPr bwMode="auto">
          <a:xfrm>
            <a:off x="228600" y="1143000"/>
            <a:ext cx="8686800" cy="47894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Let us add more redundant bits to Example 10.2 to see if the receiver can correct an error without knowing what was actually sent. We add 3 redundant bits to the 2-bit dataword to make 5-bit codewords. Table 10.2 shows the datawords and codewords. Assume the dataword is 01. The sender creates the codeword 01011. The codeword is corrupted during transmission, and 01001 is received. First, the receiver finds that the received codeword is not in the table. This means an error has occurred. The receiver, assuming that there is only 1 bit corrupted, uses the following strategy to guess the correct dataword.</a:t>
            </a:r>
          </a:p>
        </p:txBody>
      </p:sp>
      <p:sp>
        <p:nvSpPr>
          <p:cNvPr id="49157" name="Text Box 11">
            <a:extLst>
              <a:ext uri="{FF2B5EF4-FFF2-40B4-BE49-F238E27FC236}">
                <a16:creationId xmlns:a16="http://schemas.microsoft.com/office/drawing/2014/main" id="{4824A505-BC97-1141-C58C-96BFE866C835}"/>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Slide Number Placeholder 3">
            <a:extLst>
              <a:ext uri="{FF2B5EF4-FFF2-40B4-BE49-F238E27FC236}">
                <a16:creationId xmlns:a16="http://schemas.microsoft.com/office/drawing/2014/main" id="{27273A39-2B3E-417D-7D7B-3FD74AC4C6C4}"/>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BA3F69E4-05A4-4D62-8389-276784FF0EA7}" type="slidenum">
              <a:rPr lang="en-US" altLang="zh-TW" sz="2000"/>
              <a:pPr/>
              <a:t>19</a:t>
            </a:fld>
            <a:endParaRPr lang="en-US" altLang="zh-TW" sz="2000"/>
          </a:p>
        </p:txBody>
      </p:sp>
      <p:sp>
        <p:nvSpPr>
          <p:cNvPr id="51204" name="Rectangle 9">
            <a:extLst>
              <a:ext uri="{FF2B5EF4-FFF2-40B4-BE49-F238E27FC236}">
                <a16:creationId xmlns:a16="http://schemas.microsoft.com/office/drawing/2014/main" id="{3F74BCF7-0748-CA05-3C23-1EB501C9E589}"/>
              </a:ext>
            </a:extLst>
          </p:cNvPr>
          <p:cNvSpPr>
            <a:spLocks noChangeArrowheads="1"/>
          </p:cNvSpPr>
          <p:nvPr/>
        </p:nvSpPr>
        <p:spPr bwMode="auto">
          <a:xfrm>
            <a:off x="228600" y="1219200"/>
            <a:ext cx="8686800" cy="4473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3200" b="1">
                <a:solidFill>
                  <a:schemeClr val="tx1"/>
                </a:solidFill>
                <a:latin typeface="Arial" panose="020B0604020202020204" pitchFamily="34" charset="0"/>
                <a:ea typeface="新細明體" panose="02020500000000000000" pitchFamily="18" charset="-120"/>
              </a:defRPr>
            </a:lvl1pPr>
            <a:lvl2pPr marL="914400" indent="-457200">
              <a:defRPr sz="3200" b="1">
                <a:solidFill>
                  <a:schemeClr val="tx1"/>
                </a:solidFill>
                <a:latin typeface="Arial" panose="020B0604020202020204" pitchFamily="34" charset="0"/>
                <a:ea typeface="新細明體" panose="02020500000000000000" pitchFamily="18" charset="-120"/>
              </a:defRPr>
            </a:lvl2pPr>
            <a:lvl3pPr marL="1371600" indent="-457200">
              <a:defRPr sz="3200" b="1">
                <a:solidFill>
                  <a:schemeClr val="tx1"/>
                </a:solidFill>
                <a:latin typeface="Arial" panose="020B0604020202020204" pitchFamily="34" charset="0"/>
                <a:ea typeface="新細明體" panose="02020500000000000000" pitchFamily="18" charset="-120"/>
              </a:defRPr>
            </a:lvl3pPr>
            <a:lvl4pPr marL="1828800" indent="-457200">
              <a:defRPr sz="3200" b="1">
                <a:solidFill>
                  <a:schemeClr val="tx1"/>
                </a:solidFill>
                <a:latin typeface="Arial" panose="020B0604020202020204" pitchFamily="34" charset="0"/>
                <a:ea typeface="新細明體" panose="02020500000000000000" pitchFamily="18" charset="-120"/>
              </a:defRPr>
            </a:lvl4pPr>
            <a:lvl5pPr marL="2286000" indent="-457200">
              <a:defRPr sz="3200" b="1">
                <a:solidFill>
                  <a:schemeClr val="tx1"/>
                </a:solidFill>
                <a:latin typeface="Arial" panose="020B0604020202020204" pitchFamily="34" charset="0"/>
                <a:ea typeface="新細明體" panose="02020500000000000000" pitchFamily="18" charset="-120"/>
              </a:defRPr>
            </a:lvl5pPr>
            <a:lvl6pPr marL="2743200" indent="-4572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3200400" indent="-4572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657600" indent="-4572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4114800" indent="-4572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400" i="1">
                <a:solidFill>
                  <a:schemeClr val="hlink"/>
                </a:solidFill>
                <a:latin typeface="Times New Roman" panose="02020603050405020304" pitchFamily="18" charset="0"/>
              </a:rPr>
              <a:t>1.</a:t>
            </a:r>
            <a:r>
              <a:rPr lang="en-US" altLang="zh-TW" sz="2400" i="1">
                <a:latin typeface="Times New Roman" panose="02020603050405020304" pitchFamily="18" charset="0"/>
              </a:rPr>
              <a:t> Comparing the received codeword with the first codeword in the table (01001 versus 00000), the receiver decides that the first codeword is not the one that was sent because there are two different bits.</a:t>
            </a:r>
          </a:p>
          <a:p>
            <a:pPr algn="just">
              <a:buFontTx/>
              <a:buChar char="•"/>
            </a:pPr>
            <a:endParaRPr lang="en-US" altLang="zh-TW" sz="2400" i="1">
              <a:latin typeface="Times New Roman" panose="02020603050405020304" pitchFamily="18" charset="0"/>
            </a:endParaRPr>
          </a:p>
          <a:p>
            <a:pPr algn="just"/>
            <a:r>
              <a:rPr lang="en-US" altLang="zh-TW" sz="2400" i="1">
                <a:solidFill>
                  <a:schemeClr val="hlink"/>
                </a:solidFill>
                <a:latin typeface="Times New Roman" panose="02020603050405020304" pitchFamily="18" charset="0"/>
              </a:rPr>
              <a:t>2.</a:t>
            </a:r>
            <a:r>
              <a:rPr lang="en-US" altLang="zh-TW" sz="2400" i="1">
                <a:latin typeface="Times New Roman" panose="02020603050405020304" pitchFamily="18" charset="0"/>
              </a:rPr>
              <a:t> By the same reasoning, the original codeword cannot be the third or fourth one in the table.</a:t>
            </a:r>
          </a:p>
          <a:p>
            <a:pPr algn="just"/>
            <a:endParaRPr lang="en-US" altLang="zh-TW" sz="2400" i="1">
              <a:latin typeface="Times New Roman" panose="02020603050405020304" pitchFamily="18" charset="0"/>
            </a:endParaRPr>
          </a:p>
          <a:p>
            <a:pPr algn="just"/>
            <a:r>
              <a:rPr lang="en-US" altLang="zh-TW" sz="2400" i="1">
                <a:solidFill>
                  <a:schemeClr val="hlink"/>
                </a:solidFill>
                <a:latin typeface="Times New Roman" panose="02020603050405020304" pitchFamily="18" charset="0"/>
              </a:rPr>
              <a:t>3.</a:t>
            </a:r>
            <a:r>
              <a:rPr lang="en-US" altLang="zh-TW" sz="2400" i="1">
                <a:latin typeface="Times New Roman" panose="02020603050405020304" pitchFamily="18" charset="0"/>
              </a:rPr>
              <a:t> The original codeword must be the second one in the table because this is the only one that differs from the received codeword by 1 bit. The receiver replaces 01001 with 01011 and consults the table to find the dataword  01.</a:t>
            </a:r>
          </a:p>
        </p:txBody>
      </p:sp>
      <p:sp>
        <p:nvSpPr>
          <p:cNvPr id="51205" name="Text Box 10">
            <a:extLst>
              <a:ext uri="{FF2B5EF4-FFF2-40B4-BE49-F238E27FC236}">
                <a16:creationId xmlns:a16="http://schemas.microsoft.com/office/drawing/2014/main" id="{C66C6E7F-D4F6-89DA-8664-C839410B796B}"/>
              </a:ext>
            </a:extLst>
          </p:cNvPr>
          <p:cNvSpPr txBox="1">
            <a:spLocks noChangeArrowheads="1"/>
          </p:cNvSpPr>
          <p:nvPr/>
        </p:nvSpPr>
        <p:spPr bwMode="auto">
          <a:xfrm>
            <a:off x="228600" y="22860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10.3 (continued)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Slide Number Placeholder 3">
            <a:extLst>
              <a:ext uri="{FF2B5EF4-FFF2-40B4-BE49-F238E27FC236}">
                <a16:creationId xmlns:a16="http://schemas.microsoft.com/office/drawing/2014/main" id="{02E88022-3015-B6C4-9CDC-1889DEBF6F6F}"/>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9EA6650-8D97-4BE5-A696-3CA9D4791F7D}" type="slidenum">
              <a:rPr lang="en-US" altLang="zh-TW" sz="2000"/>
              <a:pPr/>
              <a:t>20</a:t>
            </a:fld>
            <a:endParaRPr lang="en-US" altLang="zh-TW" sz="2000"/>
          </a:p>
        </p:txBody>
      </p:sp>
      <p:sp>
        <p:nvSpPr>
          <p:cNvPr id="53252" name="Text Box 2">
            <a:extLst>
              <a:ext uri="{FF2B5EF4-FFF2-40B4-BE49-F238E27FC236}">
                <a16:creationId xmlns:a16="http://schemas.microsoft.com/office/drawing/2014/main" id="{A2678087-946E-3A0A-B5B6-9B1AD19DDB6A}"/>
              </a:ext>
            </a:extLst>
          </p:cNvPr>
          <p:cNvSpPr txBox="1">
            <a:spLocks noChangeArrowheads="1"/>
          </p:cNvSpPr>
          <p:nvPr/>
        </p:nvSpPr>
        <p:spPr bwMode="auto">
          <a:xfrm>
            <a:off x="533400" y="1295400"/>
            <a:ext cx="617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Table 10.2  </a:t>
            </a:r>
            <a:r>
              <a:rPr lang="en-US" altLang="zh-TW" sz="2000" i="1">
                <a:latin typeface="Times New Roman" panose="02020603050405020304" pitchFamily="18" charset="0"/>
              </a:rPr>
              <a:t>A code for error correction (Example 10.3)</a:t>
            </a:r>
          </a:p>
        </p:txBody>
      </p:sp>
      <p:pic>
        <p:nvPicPr>
          <p:cNvPr id="53253" name="Picture 4">
            <a:extLst>
              <a:ext uri="{FF2B5EF4-FFF2-40B4-BE49-F238E27FC236}">
                <a16:creationId xmlns:a16="http://schemas.microsoft.com/office/drawing/2014/main" id="{999532F3-7586-1458-244F-597A8A913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1728788"/>
            <a:ext cx="8410575" cy="314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Slide Number Placeholder 3">
            <a:extLst>
              <a:ext uri="{FF2B5EF4-FFF2-40B4-BE49-F238E27FC236}">
                <a16:creationId xmlns:a16="http://schemas.microsoft.com/office/drawing/2014/main" id="{F8BA0E30-32D2-1DC1-3EC5-897F51EBB1E6}"/>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C099CD7-D198-4EC9-9441-ADAC6E98A64B}" type="slidenum">
              <a:rPr lang="en-US" altLang="zh-TW" sz="2000"/>
              <a:pPr/>
              <a:t>21</a:t>
            </a:fld>
            <a:endParaRPr lang="en-US" altLang="zh-TW" sz="2000"/>
          </a:p>
        </p:txBody>
      </p:sp>
      <p:sp>
        <p:nvSpPr>
          <p:cNvPr id="55300" name="Line 9">
            <a:extLst>
              <a:ext uri="{FF2B5EF4-FFF2-40B4-BE49-F238E27FC236}">
                <a16:creationId xmlns:a16="http://schemas.microsoft.com/office/drawing/2014/main" id="{82D19720-DF2E-2AB8-F75A-EF8655798FAE}"/>
              </a:ext>
            </a:extLst>
          </p:cNvPr>
          <p:cNvSpPr>
            <a:spLocks noChangeShapeType="1"/>
          </p:cNvSpPr>
          <p:nvPr/>
        </p:nvSpPr>
        <p:spPr bwMode="auto">
          <a:xfrm>
            <a:off x="495300" y="1584325"/>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1" name="Line 10">
            <a:extLst>
              <a:ext uri="{FF2B5EF4-FFF2-40B4-BE49-F238E27FC236}">
                <a16:creationId xmlns:a16="http://schemas.microsoft.com/office/drawing/2014/main" id="{39DA5B0F-1E35-C6D4-D094-1C6C31834335}"/>
              </a:ext>
            </a:extLst>
          </p:cNvPr>
          <p:cNvSpPr>
            <a:spLocks noChangeShapeType="1"/>
          </p:cNvSpPr>
          <p:nvPr/>
        </p:nvSpPr>
        <p:spPr bwMode="auto">
          <a:xfrm>
            <a:off x="496888" y="3336925"/>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2" name="Rectangle 11">
            <a:extLst>
              <a:ext uri="{FF2B5EF4-FFF2-40B4-BE49-F238E27FC236}">
                <a16:creationId xmlns:a16="http://schemas.microsoft.com/office/drawing/2014/main" id="{B7AF2966-435D-9737-A9D4-39256A877E6C}"/>
              </a:ext>
            </a:extLst>
          </p:cNvPr>
          <p:cNvSpPr>
            <a:spLocks noChangeArrowheads="1"/>
          </p:cNvSpPr>
          <p:nvPr/>
        </p:nvSpPr>
        <p:spPr bwMode="auto">
          <a:xfrm>
            <a:off x="533400" y="1676400"/>
            <a:ext cx="8077200" cy="156966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The Hamming distance between two words is the number of differences between corresponding bits.</a:t>
            </a:r>
          </a:p>
        </p:txBody>
      </p:sp>
      <p:grpSp>
        <p:nvGrpSpPr>
          <p:cNvPr id="55303" name="Group 12">
            <a:extLst>
              <a:ext uri="{FF2B5EF4-FFF2-40B4-BE49-F238E27FC236}">
                <a16:creationId xmlns:a16="http://schemas.microsoft.com/office/drawing/2014/main" id="{12837023-3EA5-0A31-62B2-C605EDEE63EC}"/>
              </a:ext>
            </a:extLst>
          </p:cNvPr>
          <p:cNvGrpSpPr>
            <a:grpSpLocks/>
          </p:cNvGrpSpPr>
          <p:nvPr/>
        </p:nvGrpSpPr>
        <p:grpSpPr bwMode="auto">
          <a:xfrm>
            <a:off x="571500" y="941388"/>
            <a:ext cx="1143000" cy="566737"/>
            <a:chOff x="1200" y="1248"/>
            <a:chExt cx="720" cy="357"/>
          </a:xfrm>
        </p:grpSpPr>
        <p:pic>
          <p:nvPicPr>
            <p:cNvPr id="55304" name="Picture 13">
              <a:extLst>
                <a:ext uri="{FF2B5EF4-FFF2-40B4-BE49-F238E27FC236}">
                  <a16:creationId xmlns:a16="http://schemas.microsoft.com/office/drawing/2014/main" id="{4CD5508E-0B46-90F5-790A-DD697A8584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05" name="Text Box 14">
              <a:extLst>
                <a:ext uri="{FF2B5EF4-FFF2-40B4-BE49-F238E27FC236}">
                  <a16:creationId xmlns:a16="http://schemas.microsoft.com/office/drawing/2014/main" id="{443958DD-0DC4-CD6F-AF2E-54AC5965F09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pic>
        <p:nvPicPr>
          <p:cNvPr id="3" name="Picture 2">
            <a:extLst>
              <a:ext uri="{FF2B5EF4-FFF2-40B4-BE49-F238E27FC236}">
                <a16:creationId xmlns:a16="http://schemas.microsoft.com/office/drawing/2014/main" id="{C72EA8A2-4074-8CB5-A43B-8335F7DE5A61}"/>
              </a:ext>
            </a:extLst>
          </p:cNvPr>
          <p:cNvPicPr>
            <a:picLocks noChangeAspect="1"/>
          </p:cNvPicPr>
          <p:nvPr/>
        </p:nvPicPr>
        <p:blipFill>
          <a:blip r:embed="rId4"/>
          <a:stretch>
            <a:fillRect/>
          </a:stretch>
        </p:blipFill>
        <p:spPr>
          <a:xfrm>
            <a:off x="1167606" y="3601856"/>
            <a:ext cx="6725589" cy="261021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Slide Number Placeholder 3">
            <a:extLst>
              <a:ext uri="{FF2B5EF4-FFF2-40B4-BE49-F238E27FC236}">
                <a16:creationId xmlns:a16="http://schemas.microsoft.com/office/drawing/2014/main" id="{E6D218C7-41DF-12DB-39CE-7A61567141ED}"/>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96883DA-72CA-4639-BE1E-EFCA78E30D96}" type="slidenum">
              <a:rPr lang="en-US" altLang="zh-TW" sz="2000"/>
              <a:pPr/>
              <a:t>22</a:t>
            </a:fld>
            <a:endParaRPr lang="en-US" altLang="zh-TW" sz="2000"/>
          </a:p>
        </p:txBody>
      </p:sp>
      <p:sp>
        <p:nvSpPr>
          <p:cNvPr id="57348" name="Rectangle 9">
            <a:extLst>
              <a:ext uri="{FF2B5EF4-FFF2-40B4-BE49-F238E27FC236}">
                <a16:creationId xmlns:a16="http://schemas.microsoft.com/office/drawing/2014/main" id="{284AA8C6-4EE6-EE44-6BD6-15600BFD9E78}"/>
              </a:ext>
            </a:extLst>
          </p:cNvPr>
          <p:cNvSpPr>
            <a:spLocks noChangeArrowheads="1"/>
          </p:cNvSpPr>
          <p:nvPr/>
        </p:nvSpPr>
        <p:spPr bwMode="auto">
          <a:xfrm>
            <a:off x="228600" y="1143000"/>
            <a:ext cx="8686800" cy="2227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Let us find the Hamming distance between two pairs of words.</a:t>
            </a:r>
          </a:p>
          <a:p>
            <a:pPr algn="just"/>
            <a:endParaRPr lang="en-US" altLang="zh-TW" sz="2800" i="1">
              <a:latin typeface="Times New Roman" panose="02020603050405020304" pitchFamily="18" charset="0"/>
            </a:endParaRPr>
          </a:p>
          <a:p>
            <a:pPr algn="just"/>
            <a:r>
              <a:rPr lang="en-US" altLang="zh-TW" sz="2800" i="1">
                <a:solidFill>
                  <a:schemeClr val="hlink"/>
                </a:solidFill>
                <a:latin typeface="Times New Roman" panose="02020603050405020304" pitchFamily="18" charset="0"/>
              </a:rPr>
              <a:t>1</a:t>
            </a:r>
            <a:r>
              <a:rPr lang="en-US" altLang="zh-TW" sz="2800" i="1">
                <a:latin typeface="Times New Roman" panose="02020603050405020304" pitchFamily="18" charset="0"/>
              </a:rPr>
              <a:t>. The Hamming distance d(000, 011) is 2 because </a:t>
            </a:r>
            <a:br>
              <a:rPr lang="en-US" altLang="zh-TW" sz="2800" i="1">
                <a:latin typeface="Times New Roman" panose="02020603050405020304" pitchFamily="18" charset="0"/>
              </a:rPr>
            </a:br>
            <a:r>
              <a:rPr lang="en-US" altLang="zh-TW" sz="2800" i="1">
                <a:latin typeface="Times New Roman" panose="02020603050405020304" pitchFamily="18" charset="0"/>
              </a:rPr>
              <a:t>    </a:t>
            </a:r>
          </a:p>
        </p:txBody>
      </p:sp>
      <p:sp>
        <p:nvSpPr>
          <p:cNvPr id="57349" name="Text Box 11">
            <a:extLst>
              <a:ext uri="{FF2B5EF4-FFF2-40B4-BE49-F238E27FC236}">
                <a16:creationId xmlns:a16="http://schemas.microsoft.com/office/drawing/2014/main" id="{F64716FA-03CC-352B-B22B-B9C6897B5165}"/>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10.4</a:t>
            </a:r>
          </a:p>
        </p:txBody>
      </p:sp>
      <p:sp>
        <p:nvSpPr>
          <p:cNvPr id="57350" name="Rectangle 13">
            <a:extLst>
              <a:ext uri="{FF2B5EF4-FFF2-40B4-BE49-F238E27FC236}">
                <a16:creationId xmlns:a16="http://schemas.microsoft.com/office/drawing/2014/main" id="{7DB413E7-3260-853F-DCBE-B7C822BAB074}"/>
              </a:ext>
            </a:extLst>
          </p:cNvPr>
          <p:cNvSpPr>
            <a:spLocks noChangeArrowheads="1"/>
          </p:cNvSpPr>
          <p:nvPr/>
        </p:nvSpPr>
        <p:spPr bwMode="auto">
          <a:xfrm>
            <a:off x="304800" y="41148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solidFill>
                  <a:schemeClr val="hlink"/>
                </a:solidFill>
                <a:latin typeface="Times New Roman" panose="02020603050405020304" pitchFamily="18" charset="0"/>
              </a:rPr>
              <a:t>2.</a:t>
            </a:r>
            <a:r>
              <a:rPr lang="en-US" altLang="zh-TW" sz="2800" i="1">
                <a:latin typeface="Times New Roman" panose="02020603050405020304" pitchFamily="18" charset="0"/>
              </a:rPr>
              <a:t> The Hamming distance d(10101, 11110) is 3 because</a:t>
            </a:r>
          </a:p>
        </p:txBody>
      </p:sp>
      <p:pic>
        <p:nvPicPr>
          <p:cNvPr id="57351" name="Picture 15">
            <a:extLst>
              <a:ext uri="{FF2B5EF4-FFF2-40B4-BE49-F238E27FC236}">
                <a16:creationId xmlns:a16="http://schemas.microsoft.com/office/drawing/2014/main" id="{C1C84C7C-28D2-B742-D2CC-6F28B7B6ED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9288" y="3257550"/>
            <a:ext cx="2906712" cy="34131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52" name="Picture 16">
            <a:extLst>
              <a:ext uri="{FF2B5EF4-FFF2-40B4-BE49-F238E27FC236}">
                <a16:creationId xmlns:a16="http://schemas.microsoft.com/office/drawing/2014/main" id="{EF2346B4-8E15-5873-2677-1E7DCD1E57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5027613"/>
            <a:ext cx="3811588" cy="3079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Slide Number Placeholder 3">
            <a:extLst>
              <a:ext uri="{FF2B5EF4-FFF2-40B4-BE49-F238E27FC236}">
                <a16:creationId xmlns:a16="http://schemas.microsoft.com/office/drawing/2014/main" id="{601A93DC-A019-9847-20A5-353B4BBDE3BE}"/>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94303A2-534E-4060-B60A-AFB74D108C94}" type="slidenum">
              <a:rPr lang="en-US" altLang="zh-TW" sz="2000"/>
              <a:pPr/>
              <a:t>23</a:t>
            </a:fld>
            <a:endParaRPr lang="en-US" altLang="zh-TW" sz="2000"/>
          </a:p>
        </p:txBody>
      </p:sp>
      <p:sp>
        <p:nvSpPr>
          <p:cNvPr id="59396" name="Line 9">
            <a:extLst>
              <a:ext uri="{FF2B5EF4-FFF2-40B4-BE49-F238E27FC236}">
                <a16:creationId xmlns:a16="http://schemas.microsoft.com/office/drawing/2014/main" id="{FD7E7B11-4928-667B-E87A-6EA224B09CA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397" name="Line 10">
            <a:extLst>
              <a:ext uri="{FF2B5EF4-FFF2-40B4-BE49-F238E27FC236}">
                <a16:creationId xmlns:a16="http://schemas.microsoft.com/office/drawing/2014/main" id="{53620C25-D16A-4011-C8A4-8B911E1915F9}"/>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398" name="Rectangle 11">
            <a:extLst>
              <a:ext uri="{FF2B5EF4-FFF2-40B4-BE49-F238E27FC236}">
                <a16:creationId xmlns:a16="http://schemas.microsoft.com/office/drawing/2014/main" id="{D52A8D84-235D-9EA9-52D2-438E4C5E4562}"/>
              </a:ext>
            </a:extLst>
          </p:cNvPr>
          <p:cNvSpPr>
            <a:spLocks noChangeArrowheads="1"/>
          </p:cNvSpPr>
          <p:nvPr/>
        </p:nvSpPr>
        <p:spPr bwMode="auto">
          <a:xfrm>
            <a:off x="495300" y="2759075"/>
            <a:ext cx="8077200" cy="156966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The minimum Hamming distance is the smallest Hamming distance between</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all possible pairs in a set of words.</a:t>
            </a:r>
          </a:p>
        </p:txBody>
      </p:sp>
      <p:grpSp>
        <p:nvGrpSpPr>
          <p:cNvPr id="59399" name="Group 12">
            <a:extLst>
              <a:ext uri="{FF2B5EF4-FFF2-40B4-BE49-F238E27FC236}">
                <a16:creationId xmlns:a16="http://schemas.microsoft.com/office/drawing/2014/main" id="{F116F43D-1C0A-2409-28AF-41B4C2AFF0DD}"/>
              </a:ext>
            </a:extLst>
          </p:cNvPr>
          <p:cNvGrpSpPr>
            <a:grpSpLocks/>
          </p:cNvGrpSpPr>
          <p:nvPr/>
        </p:nvGrpSpPr>
        <p:grpSpPr bwMode="auto">
          <a:xfrm>
            <a:off x="533400" y="2024063"/>
            <a:ext cx="1143000" cy="566737"/>
            <a:chOff x="1200" y="1248"/>
            <a:chExt cx="720" cy="357"/>
          </a:xfrm>
        </p:grpSpPr>
        <p:pic>
          <p:nvPicPr>
            <p:cNvPr id="59400" name="Picture 13">
              <a:extLst>
                <a:ext uri="{FF2B5EF4-FFF2-40B4-BE49-F238E27FC236}">
                  <a16:creationId xmlns:a16="http://schemas.microsoft.com/office/drawing/2014/main" id="{B824D29D-5AEF-6AD3-262F-0CAD039CB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401" name="Text Box 14">
              <a:extLst>
                <a:ext uri="{FF2B5EF4-FFF2-40B4-BE49-F238E27FC236}">
                  <a16:creationId xmlns:a16="http://schemas.microsoft.com/office/drawing/2014/main" id="{AF66966E-EBE2-6AF7-ABF4-A9EE2F08D26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Slide Number Placeholder 3">
            <a:extLst>
              <a:ext uri="{FF2B5EF4-FFF2-40B4-BE49-F238E27FC236}">
                <a16:creationId xmlns:a16="http://schemas.microsoft.com/office/drawing/2014/main" id="{8E013E24-9973-9AE0-C830-63ADBCCBB6E5}"/>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8C0CE27-8068-4655-80AA-7AF757AB7EBE}" type="slidenum">
              <a:rPr lang="en-US" altLang="zh-TW" sz="2000"/>
              <a:pPr/>
              <a:t>24</a:t>
            </a:fld>
            <a:endParaRPr lang="en-US" altLang="zh-TW" sz="2000"/>
          </a:p>
        </p:txBody>
      </p:sp>
      <p:sp>
        <p:nvSpPr>
          <p:cNvPr id="61444" name="Rectangle 9">
            <a:extLst>
              <a:ext uri="{FF2B5EF4-FFF2-40B4-BE49-F238E27FC236}">
                <a16:creationId xmlns:a16="http://schemas.microsoft.com/office/drawing/2014/main" id="{D0AA40D6-7524-0992-FAD9-D20A5814101C}"/>
              </a:ext>
            </a:extLst>
          </p:cNvPr>
          <p:cNvSpPr>
            <a:spLocks noChangeArrowheads="1"/>
          </p:cNvSpPr>
          <p:nvPr/>
        </p:nvSpPr>
        <p:spPr bwMode="auto">
          <a:xfrm>
            <a:off x="228600" y="1143000"/>
            <a:ext cx="8686800" cy="94615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Find the minimum Hamming distance of the coding scheme in Table 10.1.</a:t>
            </a:r>
          </a:p>
        </p:txBody>
      </p:sp>
      <p:sp>
        <p:nvSpPr>
          <p:cNvPr id="61445" name="Rectangle 10">
            <a:extLst>
              <a:ext uri="{FF2B5EF4-FFF2-40B4-BE49-F238E27FC236}">
                <a16:creationId xmlns:a16="http://schemas.microsoft.com/office/drawing/2014/main" id="{3623438C-2068-1536-BF35-87C6DEB9B173}"/>
              </a:ext>
            </a:extLst>
          </p:cNvPr>
          <p:cNvSpPr>
            <a:spLocks noChangeArrowheads="1"/>
          </p:cNvSpPr>
          <p:nvPr/>
        </p:nvSpPr>
        <p:spPr bwMode="auto">
          <a:xfrm>
            <a:off x="228600" y="2209800"/>
            <a:ext cx="8686800" cy="9461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Solution</a:t>
            </a:r>
          </a:p>
          <a:p>
            <a:r>
              <a:rPr lang="en-US" altLang="zh-TW" sz="2800" i="1">
                <a:latin typeface="Times" panose="02020603050405020304" pitchFamily="18" charset="0"/>
              </a:rPr>
              <a:t>We first find all Hamming distances.</a:t>
            </a:r>
          </a:p>
        </p:txBody>
      </p:sp>
      <p:sp>
        <p:nvSpPr>
          <p:cNvPr id="61446" name="Text Box 13">
            <a:extLst>
              <a:ext uri="{FF2B5EF4-FFF2-40B4-BE49-F238E27FC236}">
                <a16:creationId xmlns:a16="http://schemas.microsoft.com/office/drawing/2014/main" id="{DC1F7C79-74AB-302F-6B01-48ED6B9D5CFA}"/>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10.5</a:t>
            </a:r>
          </a:p>
        </p:txBody>
      </p:sp>
      <p:pic>
        <p:nvPicPr>
          <p:cNvPr id="61447" name="Picture 15">
            <a:extLst>
              <a:ext uri="{FF2B5EF4-FFF2-40B4-BE49-F238E27FC236}">
                <a16:creationId xmlns:a16="http://schemas.microsoft.com/office/drawing/2014/main" id="{382994B0-5EB0-4867-D37E-ABC001C8B0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00" y="3341688"/>
            <a:ext cx="8558213" cy="62071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48" name="Rectangle 16">
            <a:extLst>
              <a:ext uri="{FF2B5EF4-FFF2-40B4-BE49-F238E27FC236}">
                <a16:creationId xmlns:a16="http://schemas.microsoft.com/office/drawing/2014/main" id="{4EE40C61-80FB-9BD2-CC9C-70D42ACBA114}"/>
              </a:ext>
            </a:extLst>
          </p:cNvPr>
          <p:cNvSpPr>
            <a:spLocks noChangeArrowheads="1"/>
          </p:cNvSpPr>
          <p:nvPr/>
        </p:nvSpPr>
        <p:spPr bwMode="auto">
          <a:xfrm>
            <a:off x="228600" y="4267200"/>
            <a:ext cx="8686800" cy="5191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latin typeface="Times" panose="02020603050405020304" pitchFamily="18" charset="0"/>
              </a:rPr>
              <a:t>The d</a:t>
            </a:r>
            <a:r>
              <a:rPr lang="en-US" altLang="zh-TW" sz="2800" i="1" baseline="-25000">
                <a:latin typeface="Times" panose="02020603050405020304" pitchFamily="18" charset="0"/>
              </a:rPr>
              <a:t>min</a:t>
            </a:r>
            <a:r>
              <a:rPr lang="en-US" altLang="zh-TW" sz="2800" i="1">
                <a:latin typeface="Times" panose="02020603050405020304" pitchFamily="18" charset="0"/>
              </a:rPr>
              <a:t> in this case is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Slide Number Placeholder 3">
            <a:extLst>
              <a:ext uri="{FF2B5EF4-FFF2-40B4-BE49-F238E27FC236}">
                <a16:creationId xmlns:a16="http://schemas.microsoft.com/office/drawing/2014/main" id="{DBC76C95-2885-0B32-B68C-A6BBB60BEA8D}"/>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186D5F56-ECEE-4989-A79B-F96080831088}" type="slidenum">
              <a:rPr lang="en-US" altLang="zh-TW" sz="2000"/>
              <a:pPr/>
              <a:t>25</a:t>
            </a:fld>
            <a:endParaRPr lang="en-US" altLang="zh-TW" sz="2000"/>
          </a:p>
        </p:txBody>
      </p:sp>
      <p:sp>
        <p:nvSpPr>
          <p:cNvPr id="63492" name="Rectangle 9">
            <a:extLst>
              <a:ext uri="{FF2B5EF4-FFF2-40B4-BE49-F238E27FC236}">
                <a16:creationId xmlns:a16="http://schemas.microsoft.com/office/drawing/2014/main" id="{BE15136F-3C7C-D8FC-EC8A-41234BCC9AE1}"/>
              </a:ext>
            </a:extLst>
          </p:cNvPr>
          <p:cNvSpPr>
            <a:spLocks noChangeArrowheads="1"/>
          </p:cNvSpPr>
          <p:nvPr/>
        </p:nvSpPr>
        <p:spPr bwMode="auto">
          <a:xfrm>
            <a:off x="228600" y="1143000"/>
            <a:ext cx="868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Find the minimum Hamming distance of the coding scheme in Table 10.2.</a:t>
            </a:r>
          </a:p>
        </p:txBody>
      </p:sp>
      <p:sp>
        <p:nvSpPr>
          <p:cNvPr id="63493" name="Rectangle 10">
            <a:extLst>
              <a:ext uri="{FF2B5EF4-FFF2-40B4-BE49-F238E27FC236}">
                <a16:creationId xmlns:a16="http://schemas.microsoft.com/office/drawing/2014/main" id="{B475467C-B20D-06E5-1615-5F7E2FBBD612}"/>
              </a:ext>
            </a:extLst>
          </p:cNvPr>
          <p:cNvSpPr>
            <a:spLocks noChangeArrowheads="1"/>
          </p:cNvSpPr>
          <p:nvPr/>
        </p:nvSpPr>
        <p:spPr bwMode="auto">
          <a:xfrm>
            <a:off x="228600" y="2438400"/>
            <a:ext cx="8686800" cy="9461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Solution</a:t>
            </a:r>
          </a:p>
          <a:p>
            <a:r>
              <a:rPr lang="en-US" altLang="zh-TW" sz="2800" i="1">
                <a:latin typeface="Times" panose="02020603050405020304" pitchFamily="18" charset="0"/>
              </a:rPr>
              <a:t>We first find all the Hamming distances.</a:t>
            </a:r>
          </a:p>
        </p:txBody>
      </p:sp>
      <p:sp>
        <p:nvSpPr>
          <p:cNvPr id="63494" name="Rectangle 12">
            <a:extLst>
              <a:ext uri="{FF2B5EF4-FFF2-40B4-BE49-F238E27FC236}">
                <a16:creationId xmlns:a16="http://schemas.microsoft.com/office/drawing/2014/main" id="{1DDC47D1-D139-8AE1-9539-A9A167157453}"/>
              </a:ext>
            </a:extLst>
          </p:cNvPr>
          <p:cNvSpPr>
            <a:spLocks noChangeArrowheads="1"/>
          </p:cNvSpPr>
          <p:nvPr/>
        </p:nvSpPr>
        <p:spPr bwMode="auto">
          <a:xfrm>
            <a:off x="304800" y="4724400"/>
            <a:ext cx="8686800" cy="5191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latin typeface="Times New Roman" panose="02020603050405020304" pitchFamily="18" charset="0"/>
              </a:rPr>
              <a:t>The d</a:t>
            </a:r>
            <a:r>
              <a:rPr lang="en-US" altLang="zh-TW" sz="2800" i="1" baseline="-25000">
                <a:latin typeface="Times New Roman" panose="02020603050405020304" pitchFamily="18" charset="0"/>
              </a:rPr>
              <a:t>min</a:t>
            </a:r>
            <a:r>
              <a:rPr lang="en-US" altLang="zh-TW" sz="2800" i="1">
                <a:latin typeface="Times New Roman" panose="02020603050405020304" pitchFamily="18" charset="0"/>
              </a:rPr>
              <a:t> in this case is 3.</a:t>
            </a:r>
          </a:p>
        </p:txBody>
      </p:sp>
      <p:sp>
        <p:nvSpPr>
          <p:cNvPr id="63495" name="Text Box 13">
            <a:extLst>
              <a:ext uri="{FF2B5EF4-FFF2-40B4-BE49-F238E27FC236}">
                <a16:creationId xmlns:a16="http://schemas.microsoft.com/office/drawing/2014/main" id="{BF2A6A3E-1F98-F7F2-637F-29535C9C9DE4}"/>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10.6</a:t>
            </a:r>
          </a:p>
        </p:txBody>
      </p:sp>
      <p:pic>
        <p:nvPicPr>
          <p:cNvPr id="63496" name="Picture 14">
            <a:extLst>
              <a:ext uri="{FF2B5EF4-FFF2-40B4-BE49-F238E27FC236}">
                <a16:creationId xmlns:a16="http://schemas.microsoft.com/office/drawing/2014/main" id="{4A5141EB-8912-EB3D-B0B0-398514BFD8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488" y="3771900"/>
            <a:ext cx="7945437" cy="6477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Slide Number Placeholder 3">
            <a:extLst>
              <a:ext uri="{FF2B5EF4-FFF2-40B4-BE49-F238E27FC236}">
                <a16:creationId xmlns:a16="http://schemas.microsoft.com/office/drawing/2014/main" id="{79E7F27C-83E3-8F48-259C-B2D6C2050307}"/>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E046D71-293F-42E5-A700-1D0B67BC2373}" type="slidenum">
              <a:rPr lang="en-US" altLang="zh-TW" sz="2000"/>
              <a:pPr/>
              <a:t>26</a:t>
            </a:fld>
            <a:endParaRPr lang="en-US" altLang="zh-TW" sz="2000"/>
          </a:p>
        </p:txBody>
      </p:sp>
      <p:sp>
        <p:nvSpPr>
          <p:cNvPr id="65540" name="Line 9">
            <a:extLst>
              <a:ext uri="{FF2B5EF4-FFF2-40B4-BE49-F238E27FC236}">
                <a16:creationId xmlns:a16="http://schemas.microsoft.com/office/drawing/2014/main" id="{EB8DE087-4704-6B24-B929-F0D9C09BD932}"/>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41" name="Line 10">
            <a:extLst>
              <a:ext uri="{FF2B5EF4-FFF2-40B4-BE49-F238E27FC236}">
                <a16:creationId xmlns:a16="http://schemas.microsoft.com/office/drawing/2014/main" id="{CFFC4E64-E511-269A-85C3-B83F82F08EDB}"/>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42" name="Rectangle 11">
            <a:extLst>
              <a:ext uri="{FF2B5EF4-FFF2-40B4-BE49-F238E27FC236}">
                <a16:creationId xmlns:a16="http://schemas.microsoft.com/office/drawing/2014/main" id="{085A420C-1361-24C1-F8C4-7A447DC66A75}"/>
              </a:ext>
            </a:extLst>
          </p:cNvPr>
          <p:cNvSpPr>
            <a:spLocks noChangeArrowheads="1"/>
          </p:cNvSpPr>
          <p:nvPr/>
        </p:nvSpPr>
        <p:spPr bwMode="auto">
          <a:xfrm>
            <a:off x="495300" y="2759075"/>
            <a:ext cx="8077200" cy="206210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To guarantee the detection of up to s errors in all cases, the minimum</a:t>
            </a:r>
          </a:p>
          <a:p>
            <a:pPr algn="ctr"/>
            <a:r>
              <a:rPr lang="en-US" altLang="zh-TW" dirty="0">
                <a:latin typeface="Times New Roman" panose="02020603050405020304" pitchFamily="18" charset="0"/>
                <a:cs typeface="Times New Roman" panose="02020603050405020304" pitchFamily="18" charset="0"/>
              </a:rPr>
              <a:t>Hamming distance in a block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code must be </a:t>
            </a:r>
            <a:r>
              <a:rPr lang="en-US" altLang="zh-TW" dirty="0" err="1">
                <a:latin typeface="Times New Roman" panose="02020603050405020304" pitchFamily="18" charset="0"/>
                <a:cs typeface="Times New Roman" panose="02020603050405020304" pitchFamily="18" charset="0"/>
              </a:rPr>
              <a:t>d</a:t>
            </a:r>
            <a:r>
              <a:rPr lang="en-US" altLang="zh-TW" baseline="-18000" dirty="0" err="1">
                <a:latin typeface="Times New Roman" panose="02020603050405020304" pitchFamily="18" charset="0"/>
                <a:cs typeface="Times New Roman" panose="02020603050405020304" pitchFamily="18" charset="0"/>
              </a:rPr>
              <a:t>min</a:t>
            </a:r>
            <a:r>
              <a:rPr lang="en-US" altLang="zh-TW" dirty="0">
                <a:latin typeface="Times New Roman" panose="02020603050405020304" pitchFamily="18" charset="0"/>
                <a:cs typeface="Times New Roman" panose="02020603050405020304" pitchFamily="18" charset="0"/>
              </a:rPr>
              <a:t> = s + 1.</a:t>
            </a:r>
          </a:p>
        </p:txBody>
      </p:sp>
      <p:grpSp>
        <p:nvGrpSpPr>
          <p:cNvPr id="65543" name="Group 12">
            <a:extLst>
              <a:ext uri="{FF2B5EF4-FFF2-40B4-BE49-F238E27FC236}">
                <a16:creationId xmlns:a16="http://schemas.microsoft.com/office/drawing/2014/main" id="{799387D4-686F-ACD7-EF3F-0EF0A28E326B}"/>
              </a:ext>
            </a:extLst>
          </p:cNvPr>
          <p:cNvGrpSpPr>
            <a:grpSpLocks/>
          </p:cNvGrpSpPr>
          <p:nvPr/>
        </p:nvGrpSpPr>
        <p:grpSpPr bwMode="auto">
          <a:xfrm>
            <a:off x="533400" y="2024063"/>
            <a:ext cx="1143000" cy="566737"/>
            <a:chOff x="1200" y="1248"/>
            <a:chExt cx="720" cy="357"/>
          </a:xfrm>
        </p:grpSpPr>
        <p:pic>
          <p:nvPicPr>
            <p:cNvPr id="65544" name="Picture 13">
              <a:extLst>
                <a:ext uri="{FF2B5EF4-FFF2-40B4-BE49-F238E27FC236}">
                  <a16:creationId xmlns:a16="http://schemas.microsoft.com/office/drawing/2014/main" id="{155DFFEF-48E0-1328-790D-90354C8AF8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45" name="Text Box 14">
              <a:extLst>
                <a:ext uri="{FF2B5EF4-FFF2-40B4-BE49-F238E27FC236}">
                  <a16:creationId xmlns:a16="http://schemas.microsoft.com/office/drawing/2014/main" id="{B5718285-24BF-316F-12A9-FA71A12A903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Slide Number Placeholder 3">
            <a:extLst>
              <a:ext uri="{FF2B5EF4-FFF2-40B4-BE49-F238E27FC236}">
                <a16:creationId xmlns:a16="http://schemas.microsoft.com/office/drawing/2014/main" id="{6D9BE277-CB12-34FB-4456-F6F41D59EE03}"/>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8F0C908-7802-4F6A-B839-D92F42319083}" type="slidenum">
              <a:rPr lang="en-US" altLang="zh-TW" sz="2000"/>
              <a:pPr/>
              <a:t>27</a:t>
            </a:fld>
            <a:endParaRPr lang="en-US" altLang="zh-TW" sz="2000"/>
          </a:p>
        </p:txBody>
      </p:sp>
      <p:sp>
        <p:nvSpPr>
          <p:cNvPr id="67588" name="Rectangle 9">
            <a:extLst>
              <a:ext uri="{FF2B5EF4-FFF2-40B4-BE49-F238E27FC236}">
                <a16:creationId xmlns:a16="http://schemas.microsoft.com/office/drawing/2014/main" id="{F3BBBC8D-4218-9063-2417-C22D45ED40A7}"/>
              </a:ext>
            </a:extLst>
          </p:cNvPr>
          <p:cNvSpPr>
            <a:spLocks noChangeArrowheads="1"/>
          </p:cNvSpPr>
          <p:nvPr/>
        </p:nvSpPr>
        <p:spPr bwMode="auto">
          <a:xfrm>
            <a:off x="228600" y="1143000"/>
            <a:ext cx="86868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The minimum Hamming distance for our first code scheme (Table 10.1) is 2. This code guarantees detection of only a single error. For example, if the third codeword (101) is sent and one error occurs, the received codeword does not match any valid codeword. If two errors occur, however, the received codeword may match a valid codeword and the errors are not detected.</a:t>
            </a:r>
          </a:p>
        </p:txBody>
      </p:sp>
      <p:sp>
        <p:nvSpPr>
          <p:cNvPr id="67589" name="Text Box 11">
            <a:extLst>
              <a:ext uri="{FF2B5EF4-FFF2-40B4-BE49-F238E27FC236}">
                <a16:creationId xmlns:a16="http://schemas.microsoft.com/office/drawing/2014/main" id="{E070FB5F-4CC9-3280-0502-968F22EF551F}"/>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Slide Number Placeholder 3">
            <a:extLst>
              <a:ext uri="{FF2B5EF4-FFF2-40B4-BE49-F238E27FC236}">
                <a16:creationId xmlns:a16="http://schemas.microsoft.com/office/drawing/2014/main" id="{525E0CA0-D9F3-6595-BB9E-B00143415CF9}"/>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949EDBE8-7A35-4EC8-9CB9-5EB5EAF54905}" type="slidenum">
              <a:rPr lang="en-US" altLang="zh-TW" sz="2000"/>
              <a:pPr/>
              <a:t>28</a:t>
            </a:fld>
            <a:endParaRPr lang="en-US" altLang="zh-TW" sz="2000"/>
          </a:p>
        </p:txBody>
      </p:sp>
      <p:sp>
        <p:nvSpPr>
          <p:cNvPr id="69636" name="Rectangle 9">
            <a:extLst>
              <a:ext uri="{FF2B5EF4-FFF2-40B4-BE49-F238E27FC236}">
                <a16:creationId xmlns:a16="http://schemas.microsoft.com/office/drawing/2014/main" id="{3B7E8941-44CB-A0DA-CFCD-64876327A221}"/>
              </a:ext>
            </a:extLst>
          </p:cNvPr>
          <p:cNvSpPr>
            <a:spLocks noChangeArrowheads="1"/>
          </p:cNvSpPr>
          <p:nvPr/>
        </p:nvSpPr>
        <p:spPr bwMode="auto">
          <a:xfrm>
            <a:off x="228600" y="1143000"/>
            <a:ext cx="86868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Our second block code scheme (Table 10.2) has d</a:t>
            </a:r>
            <a:r>
              <a:rPr lang="en-US" altLang="zh-TW" sz="2800" i="1" baseline="-25000">
                <a:latin typeface="Times New Roman" panose="02020603050405020304" pitchFamily="18" charset="0"/>
              </a:rPr>
              <a:t>min</a:t>
            </a:r>
            <a:r>
              <a:rPr lang="en-US" altLang="zh-TW" sz="2800" i="1">
                <a:latin typeface="Times New Roman" panose="02020603050405020304" pitchFamily="18" charset="0"/>
              </a:rPr>
              <a:t> = 3. This code can detect up to two errors. Again, we see that when any of the valid codewords is sent, two errors create a codeword which is not in the table of valid codewords. The receiver cannot be fooled. </a:t>
            </a:r>
          </a:p>
          <a:p>
            <a:pPr algn="just"/>
            <a:endParaRPr lang="en-US" altLang="zh-TW" sz="2800" i="1">
              <a:latin typeface="Times New Roman" panose="02020603050405020304" pitchFamily="18" charset="0"/>
            </a:endParaRPr>
          </a:p>
          <a:p>
            <a:pPr algn="just"/>
            <a:r>
              <a:rPr lang="en-US" altLang="zh-TW" sz="2800" i="1">
                <a:latin typeface="Times New Roman" panose="02020603050405020304" pitchFamily="18" charset="0"/>
              </a:rPr>
              <a:t>However, some combinations of three errors change a valid codeword to another valid codeword. The receiver accepts the received codeword and the errors are undetected.</a:t>
            </a:r>
          </a:p>
        </p:txBody>
      </p:sp>
      <p:sp>
        <p:nvSpPr>
          <p:cNvPr id="69637" name="Text Box 11">
            <a:extLst>
              <a:ext uri="{FF2B5EF4-FFF2-40B4-BE49-F238E27FC236}">
                <a16:creationId xmlns:a16="http://schemas.microsoft.com/office/drawing/2014/main" id="{295DC7B3-128B-5C29-10A0-7BA521FD33F1}"/>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Slide Number Placeholder 3">
            <a:extLst>
              <a:ext uri="{FF2B5EF4-FFF2-40B4-BE49-F238E27FC236}">
                <a16:creationId xmlns:a16="http://schemas.microsoft.com/office/drawing/2014/main" id="{3A6AD71C-CE4D-4D45-0111-7127C2F88810}"/>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EE95916-8AA5-4529-A4F0-6BCEFAFC9A0D}" type="slidenum">
              <a:rPr lang="en-US" altLang="zh-TW" sz="2000"/>
              <a:pPr/>
              <a:t>29</a:t>
            </a:fld>
            <a:endParaRPr lang="en-US" altLang="zh-TW" sz="2000"/>
          </a:p>
        </p:txBody>
      </p:sp>
      <p:sp>
        <p:nvSpPr>
          <p:cNvPr id="71684" name="Text Box 4">
            <a:extLst>
              <a:ext uri="{FF2B5EF4-FFF2-40B4-BE49-F238E27FC236}">
                <a16:creationId xmlns:a16="http://schemas.microsoft.com/office/drawing/2014/main" id="{78A1D75C-57DD-5D10-1753-4871D81F68CB}"/>
              </a:ext>
            </a:extLst>
          </p:cNvPr>
          <p:cNvSpPr txBox="1">
            <a:spLocks noChangeArrowheads="1"/>
          </p:cNvSpPr>
          <p:nvPr/>
        </p:nvSpPr>
        <p:spPr bwMode="auto">
          <a:xfrm>
            <a:off x="152400" y="304800"/>
            <a:ext cx="7292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10.8  </a:t>
            </a:r>
            <a:r>
              <a:rPr lang="en-US" altLang="zh-TW" sz="2000" i="1">
                <a:latin typeface="Times New Roman" panose="02020603050405020304" pitchFamily="18" charset="0"/>
              </a:rPr>
              <a:t>Geometric concept for finding d</a:t>
            </a:r>
            <a:r>
              <a:rPr lang="en-US" altLang="zh-TW" sz="2000" i="1" baseline="-14000">
                <a:latin typeface="Times New Roman" panose="02020603050405020304" pitchFamily="18" charset="0"/>
              </a:rPr>
              <a:t>min</a:t>
            </a:r>
            <a:r>
              <a:rPr lang="en-US" altLang="zh-TW" sz="2000" i="1">
                <a:latin typeface="Times New Roman" panose="02020603050405020304" pitchFamily="18" charset="0"/>
              </a:rPr>
              <a:t> in error detection</a:t>
            </a:r>
          </a:p>
        </p:txBody>
      </p:sp>
      <p:pic>
        <p:nvPicPr>
          <p:cNvPr id="71685" name="Picture 7">
            <a:extLst>
              <a:ext uri="{FF2B5EF4-FFF2-40B4-BE49-F238E27FC236}">
                <a16:creationId xmlns:a16="http://schemas.microsoft.com/office/drawing/2014/main" id="{10748493-A7C6-D10F-645F-76560F5B8A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71675"/>
            <a:ext cx="8510588"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Slide Number Placeholder 3">
            <a:extLst>
              <a:ext uri="{FF2B5EF4-FFF2-40B4-BE49-F238E27FC236}">
                <a16:creationId xmlns:a16="http://schemas.microsoft.com/office/drawing/2014/main" id="{742A2020-FB77-3592-C311-21BF75D55DF2}"/>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9BAF8B6-7182-4AE3-8F31-D64D0C9A853A}" type="slidenum">
              <a:rPr lang="en-US" altLang="zh-TW" sz="2000"/>
              <a:pPr/>
              <a:t>30</a:t>
            </a:fld>
            <a:endParaRPr lang="en-US" altLang="zh-TW" sz="2000"/>
          </a:p>
        </p:txBody>
      </p:sp>
      <p:sp>
        <p:nvSpPr>
          <p:cNvPr id="73732" name="Text Box 4">
            <a:extLst>
              <a:ext uri="{FF2B5EF4-FFF2-40B4-BE49-F238E27FC236}">
                <a16:creationId xmlns:a16="http://schemas.microsoft.com/office/drawing/2014/main" id="{772F8596-482A-D0F4-1724-7D94016506B6}"/>
              </a:ext>
            </a:extLst>
          </p:cNvPr>
          <p:cNvSpPr txBox="1">
            <a:spLocks noChangeArrowheads="1"/>
          </p:cNvSpPr>
          <p:nvPr/>
        </p:nvSpPr>
        <p:spPr bwMode="auto">
          <a:xfrm>
            <a:off x="152400" y="304800"/>
            <a:ext cx="741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10.9  </a:t>
            </a:r>
            <a:r>
              <a:rPr lang="en-US" altLang="zh-TW" sz="2000" i="1">
                <a:latin typeface="Times New Roman" panose="02020603050405020304" pitchFamily="18" charset="0"/>
              </a:rPr>
              <a:t>Geometric concept for finding d</a:t>
            </a:r>
            <a:r>
              <a:rPr lang="en-US" altLang="zh-TW" sz="2000" i="1" baseline="-12000">
                <a:latin typeface="Times New Roman" panose="02020603050405020304" pitchFamily="18" charset="0"/>
              </a:rPr>
              <a:t>min</a:t>
            </a:r>
            <a:r>
              <a:rPr lang="en-US" altLang="zh-TW" sz="2000" i="1">
                <a:latin typeface="Times New Roman" panose="02020603050405020304" pitchFamily="18" charset="0"/>
              </a:rPr>
              <a:t> in error correction</a:t>
            </a:r>
          </a:p>
        </p:txBody>
      </p:sp>
      <p:pic>
        <p:nvPicPr>
          <p:cNvPr id="73733" name="Picture 6">
            <a:extLst>
              <a:ext uri="{FF2B5EF4-FFF2-40B4-BE49-F238E27FC236}">
                <a16:creationId xmlns:a16="http://schemas.microsoft.com/office/drawing/2014/main" id="{BED2313B-CB7B-565A-F1DA-68321AF1B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151063"/>
            <a:ext cx="8610600" cy="310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Slide Number Placeholder 3">
            <a:extLst>
              <a:ext uri="{FF2B5EF4-FFF2-40B4-BE49-F238E27FC236}">
                <a16:creationId xmlns:a16="http://schemas.microsoft.com/office/drawing/2014/main" id="{41A8D759-E350-5591-5B89-7CE1C63D5805}"/>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002A703-DB84-4CC9-B3F0-F31B14C82CB3}" type="slidenum">
              <a:rPr lang="en-US" altLang="zh-TW" sz="2000"/>
              <a:pPr/>
              <a:t>31</a:t>
            </a:fld>
            <a:endParaRPr lang="en-US" altLang="zh-TW" sz="2000"/>
          </a:p>
        </p:txBody>
      </p:sp>
      <p:sp>
        <p:nvSpPr>
          <p:cNvPr id="75780" name="Line 9">
            <a:extLst>
              <a:ext uri="{FF2B5EF4-FFF2-40B4-BE49-F238E27FC236}">
                <a16:creationId xmlns:a16="http://schemas.microsoft.com/office/drawing/2014/main" id="{EF37C5C0-F3B3-E012-ADBF-436B112AA838}"/>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1" name="Line 10">
            <a:extLst>
              <a:ext uri="{FF2B5EF4-FFF2-40B4-BE49-F238E27FC236}">
                <a16:creationId xmlns:a16="http://schemas.microsoft.com/office/drawing/2014/main" id="{FD6F5CB3-5FCB-8C1A-E6BE-24680C393D6E}"/>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2" name="Rectangle 11">
            <a:extLst>
              <a:ext uri="{FF2B5EF4-FFF2-40B4-BE49-F238E27FC236}">
                <a16:creationId xmlns:a16="http://schemas.microsoft.com/office/drawing/2014/main" id="{15119189-07F3-B3CB-447F-3D638580A795}"/>
              </a:ext>
            </a:extLst>
          </p:cNvPr>
          <p:cNvSpPr>
            <a:spLocks noChangeArrowheads="1"/>
          </p:cNvSpPr>
          <p:nvPr/>
        </p:nvSpPr>
        <p:spPr bwMode="auto">
          <a:xfrm>
            <a:off x="495300" y="2759075"/>
            <a:ext cx="8077200" cy="206210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To guarantee correction of up to </a:t>
            </a:r>
            <a:r>
              <a:rPr lang="en-US" altLang="zh-TW" i="1" dirty="0">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 errors in all cases, the minimum Hamming distance in a block code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must be </a:t>
            </a:r>
            <a:r>
              <a:rPr lang="en-US" altLang="zh-TW" dirty="0" err="1">
                <a:latin typeface="Times New Roman" panose="02020603050405020304" pitchFamily="18" charset="0"/>
                <a:cs typeface="Times New Roman" panose="02020603050405020304" pitchFamily="18" charset="0"/>
              </a:rPr>
              <a:t>d</a:t>
            </a:r>
            <a:r>
              <a:rPr lang="en-US" altLang="zh-TW" baseline="-18000" dirty="0" err="1">
                <a:latin typeface="Times New Roman" panose="02020603050405020304" pitchFamily="18" charset="0"/>
                <a:cs typeface="Times New Roman" panose="02020603050405020304" pitchFamily="18" charset="0"/>
              </a:rPr>
              <a:t>min</a:t>
            </a:r>
            <a:r>
              <a:rPr lang="en-US" altLang="zh-TW" dirty="0">
                <a:latin typeface="Times New Roman" panose="02020603050405020304" pitchFamily="18" charset="0"/>
                <a:cs typeface="Times New Roman" panose="02020603050405020304" pitchFamily="18" charset="0"/>
              </a:rPr>
              <a:t> = 2</a:t>
            </a:r>
            <a:r>
              <a:rPr lang="en-US" altLang="zh-TW" i="1" dirty="0">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 + 1.</a:t>
            </a:r>
          </a:p>
        </p:txBody>
      </p:sp>
      <p:grpSp>
        <p:nvGrpSpPr>
          <p:cNvPr id="75783" name="Group 12">
            <a:extLst>
              <a:ext uri="{FF2B5EF4-FFF2-40B4-BE49-F238E27FC236}">
                <a16:creationId xmlns:a16="http://schemas.microsoft.com/office/drawing/2014/main" id="{C6696838-C5B6-3998-B781-314B168BD0D1}"/>
              </a:ext>
            </a:extLst>
          </p:cNvPr>
          <p:cNvGrpSpPr>
            <a:grpSpLocks/>
          </p:cNvGrpSpPr>
          <p:nvPr/>
        </p:nvGrpSpPr>
        <p:grpSpPr bwMode="auto">
          <a:xfrm>
            <a:off x="533400" y="1947863"/>
            <a:ext cx="1143000" cy="566737"/>
            <a:chOff x="1200" y="1248"/>
            <a:chExt cx="720" cy="357"/>
          </a:xfrm>
        </p:grpSpPr>
        <p:pic>
          <p:nvPicPr>
            <p:cNvPr id="75784" name="Picture 13">
              <a:extLst>
                <a:ext uri="{FF2B5EF4-FFF2-40B4-BE49-F238E27FC236}">
                  <a16:creationId xmlns:a16="http://schemas.microsoft.com/office/drawing/2014/main" id="{C4773BCA-476C-7B04-0143-EDA48876D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785" name="Text Box 14">
              <a:extLst>
                <a:ext uri="{FF2B5EF4-FFF2-40B4-BE49-F238E27FC236}">
                  <a16:creationId xmlns:a16="http://schemas.microsoft.com/office/drawing/2014/main" id="{34FCD30C-C47E-0EE9-116A-50307069A9F3}"/>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Slide Number Placeholder 3">
            <a:extLst>
              <a:ext uri="{FF2B5EF4-FFF2-40B4-BE49-F238E27FC236}">
                <a16:creationId xmlns:a16="http://schemas.microsoft.com/office/drawing/2014/main" id="{D22A0328-9E3C-CDB9-AF59-4CF706F63EF2}"/>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070F9C0F-AEDB-4EC1-B032-B1B03998B38D}" type="slidenum">
              <a:rPr lang="en-US" altLang="zh-TW" sz="2000"/>
              <a:pPr/>
              <a:t>32</a:t>
            </a:fld>
            <a:endParaRPr lang="en-US" altLang="zh-TW" sz="2000"/>
          </a:p>
        </p:txBody>
      </p:sp>
      <p:sp>
        <p:nvSpPr>
          <p:cNvPr id="77828" name="Rectangle 9">
            <a:extLst>
              <a:ext uri="{FF2B5EF4-FFF2-40B4-BE49-F238E27FC236}">
                <a16:creationId xmlns:a16="http://schemas.microsoft.com/office/drawing/2014/main" id="{B9287FE0-1881-7EFD-B1BC-0E6C68B6113C}"/>
              </a:ext>
            </a:extLst>
          </p:cNvPr>
          <p:cNvSpPr>
            <a:spLocks noChangeArrowheads="1"/>
          </p:cNvSpPr>
          <p:nvPr/>
        </p:nvSpPr>
        <p:spPr bwMode="auto">
          <a:xfrm>
            <a:off x="228600" y="1143000"/>
            <a:ext cx="8686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A code scheme has a Hamming distance d</a:t>
            </a:r>
            <a:r>
              <a:rPr lang="en-US" altLang="zh-TW" sz="2800" i="1" baseline="-12000">
                <a:latin typeface="Times New Roman" panose="02020603050405020304" pitchFamily="18" charset="0"/>
              </a:rPr>
              <a:t>min</a:t>
            </a:r>
            <a:r>
              <a:rPr lang="en-US" altLang="zh-TW" sz="2800" i="1">
                <a:latin typeface="Times New Roman" panose="02020603050405020304" pitchFamily="18" charset="0"/>
              </a:rPr>
              <a:t> = 4. What is the error detection and correction capability of this scheme?</a:t>
            </a:r>
          </a:p>
        </p:txBody>
      </p:sp>
      <p:sp>
        <p:nvSpPr>
          <p:cNvPr id="77829" name="Rectangle 10">
            <a:extLst>
              <a:ext uri="{FF2B5EF4-FFF2-40B4-BE49-F238E27FC236}">
                <a16:creationId xmlns:a16="http://schemas.microsoft.com/office/drawing/2014/main" id="{7FBED72B-0810-0EA6-6B18-ABF082693FDA}"/>
              </a:ext>
            </a:extLst>
          </p:cNvPr>
          <p:cNvSpPr>
            <a:spLocks noChangeArrowheads="1"/>
          </p:cNvSpPr>
          <p:nvPr/>
        </p:nvSpPr>
        <p:spPr bwMode="auto">
          <a:xfrm>
            <a:off x="152400" y="3106738"/>
            <a:ext cx="8915400" cy="26543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solidFill>
                  <a:schemeClr val="hlink"/>
                </a:solidFill>
                <a:latin typeface="Times New Roman" panose="02020603050405020304" pitchFamily="18" charset="0"/>
              </a:rPr>
              <a:t>Solution</a:t>
            </a:r>
          </a:p>
          <a:p>
            <a:pPr algn="just"/>
            <a:r>
              <a:rPr lang="en-US" altLang="zh-TW" sz="2800" i="1">
                <a:latin typeface="Times" panose="02020603050405020304" pitchFamily="18" charset="0"/>
              </a:rPr>
              <a:t>This code guarantees the detection of up to </a:t>
            </a:r>
            <a:r>
              <a:rPr lang="en-US" altLang="zh-TW" sz="2800" i="1">
                <a:solidFill>
                  <a:schemeClr val="hlink"/>
                </a:solidFill>
                <a:latin typeface="Times" panose="02020603050405020304" pitchFamily="18" charset="0"/>
              </a:rPr>
              <a:t>three</a:t>
            </a:r>
            <a:r>
              <a:rPr lang="en-US" altLang="zh-TW" sz="2800" i="1">
                <a:latin typeface="Times" panose="02020603050405020304" pitchFamily="18" charset="0"/>
              </a:rPr>
              <a:t> errors</a:t>
            </a:r>
            <a:br>
              <a:rPr lang="en-US" altLang="zh-TW" sz="2800" i="1">
                <a:latin typeface="Times" panose="02020603050405020304" pitchFamily="18" charset="0"/>
              </a:rPr>
            </a:br>
            <a:r>
              <a:rPr lang="en-US" altLang="zh-TW" sz="2800" i="1">
                <a:latin typeface="Times" panose="02020603050405020304" pitchFamily="18" charset="0"/>
              </a:rPr>
              <a:t>(s = 3), but it can correct up to </a:t>
            </a:r>
            <a:r>
              <a:rPr lang="en-US" altLang="zh-TW" sz="2800" i="1">
                <a:solidFill>
                  <a:schemeClr val="hlink"/>
                </a:solidFill>
                <a:latin typeface="Times" panose="02020603050405020304" pitchFamily="18" charset="0"/>
              </a:rPr>
              <a:t>one</a:t>
            </a:r>
            <a:r>
              <a:rPr lang="en-US" altLang="zh-TW" sz="2800" i="1">
                <a:latin typeface="Times" panose="02020603050405020304" pitchFamily="18" charset="0"/>
              </a:rPr>
              <a:t> error. In other words, </a:t>
            </a:r>
            <a:br>
              <a:rPr lang="en-US" altLang="zh-TW" sz="2800" i="1">
                <a:latin typeface="Times" panose="02020603050405020304" pitchFamily="18" charset="0"/>
              </a:rPr>
            </a:br>
            <a:r>
              <a:rPr lang="en-US" altLang="zh-TW" sz="2800" i="1">
                <a:latin typeface="Times" panose="02020603050405020304" pitchFamily="18" charset="0"/>
              </a:rPr>
              <a:t>if this code is used for error correction, part of its capability is wasted. Error correction codes need to have an odd minimum distance (3, 5, 7, . . . ). </a:t>
            </a:r>
          </a:p>
        </p:txBody>
      </p:sp>
      <p:sp>
        <p:nvSpPr>
          <p:cNvPr id="77830" name="Text Box 11">
            <a:extLst>
              <a:ext uri="{FF2B5EF4-FFF2-40B4-BE49-F238E27FC236}">
                <a16:creationId xmlns:a16="http://schemas.microsoft.com/office/drawing/2014/main" id="{154CFA43-AFC8-0B8C-1741-84BD7449D04D}"/>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5" name="Slide Number Placeholder 3">
            <a:extLst>
              <a:ext uri="{FF2B5EF4-FFF2-40B4-BE49-F238E27FC236}">
                <a16:creationId xmlns:a16="http://schemas.microsoft.com/office/drawing/2014/main" id="{860F3428-4DEB-3E98-0625-A9794C4C5718}"/>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BDAE7C73-92D5-48BB-89C7-DE098BD8B1BF}" type="slidenum">
              <a:rPr lang="en-US" altLang="zh-TW" sz="2000"/>
              <a:pPr/>
              <a:t>33</a:t>
            </a:fld>
            <a:endParaRPr lang="en-US" altLang="zh-TW" sz="2000"/>
          </a:p>
        </p:txBody>
      </p:sp>
      <p:sp>
        <p:nvSpPr>
          <p:cNvPr id="859138" name="Rectangle 2">
            <a:extLst>
              <a:ext uri="{FF2B5EF4-FFF2-40B4-BE49-F238E27FC236}">
                <a16:creationId xmlns:a16="http://schemas.microsoft.com/office/drawing/2014/main" id="{2B218FC8-3840-A890-F5E6-A52414EB0C10}"/>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TW" altLang="en-US">
              <a:effectLst>
                <a:outerShdw blurRad="38100" dist="38100" dir="2700000" algn="tl">
                  <a:srgbClr val="FFFFFF"/>
                </a:outerShdw>
              </a:effectLst>
              <a:latin typeface="Times New Roman" panose="02020603050405020304" pitchFamily="18" charset="0"/>
            </a:endParaRPr>
          </a:p>
        </p:txBody>
      </p:sp>
      <p:sp>
        <p:nvSpPr>
          <p:cNvPr id="859139" name="Text Box 3">
            <a:extLst>
              <a:ext uri="{FF2B5EF4-FFF2-40B4-BE49-F238E27FC236}">
                <a16:creationId xmlns:a16="http://schemas.microsoft.com/office/drawing/2014/main" id="{786FA5B6-A0F7-91C9-51F8-9D1CF8BD63FC}"/>
              </a:ext>
            </a:extLst>
          </p:cNvPr>
          <p:cNvSpPr txBox="1">
            <a:spLocks noChangeArrowheads="1"/>
          </p:cNvSpPr>
          <p:nvPr/>
        </p:nvSpPr>
        <p:spPr bwMode="auto">
          <a:xfrm>
            <a:off x="228600" y="406400"/>
            <a:ext cx="58880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TW">
                <a:effectLst>
                  <a:outerShdw blurRad="38100" dist="38100" dir="2700000" algn="tl">
                    <a:srgbClr val="C0C0C0"/>
                  </a:outerShdw>
                </a:effectLst>
                <a:latin typeface="Times" panose="02020603050405020304" pitchFamily="18" charset="0"/>
              </a:rPr>
              <a:t>10-3   LINEAR BLOCK CODES</a:t>
            </a:r>
          </a:p>
        </p:txBody>
      </p:sp>
      <p:sp>
        <p:nvSpPr>
          <p:cNvPr id="79878" name="Text Box 4">
            <a:extLst>
              <a:ext uri="{FF2B5EF4-FFF2-40B4-BE49-F238E27FC236}">
                <a16:creationId xmlns:a16="http://schemas.microsoft.com/office/drawing/2014/main" id="{091776E7-ABB1-65BF-D119-EE5E02D46D27}"/>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endParaRPr lang="zh-TW" altLang="en-US" sz="1800">
              <a:latin typeface="Times New Roman" panose="02020603050405020304" pitchFamily="18" charset="0"/>
            </a:endParaRPr>
          </a:p>
        </p:txBody>
      </p:sp>
      <p:sp>
        <p:nvSpPr>
          <p:cNvPr id="859141" name="Rectangle 5">
            <a:extLst>
              <a:ext uri="{FF2B5EF4-FFF2-40B4-BE49-F238E27FC236}">
                <a16:creationId xmlns:a16="http://schemas.microsoft.com/office/drawing/2014/main" id="{481A0E30-9DCE-2816-3000-76A6FD8C027A}"/>
              </a:ext>
            </a:extLst>
          </p:cNvPr>
          <p:cNvSpPr>
            <a:spLocks noChangeArrowheads="1"/>
          </p:cNvSpPr>
          <p:nvPr/>
        </p:nvSpPr>
        <p:spPr bwMode="auto">
          <a:xfrm>
            <a:off x="228600" y="144780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zh-TW" sz="2800" i="1">
                <a:effectLst>
                  <a:outerShdw blurRad="38100" dist="38100" dir="2700000" algn="tl">
                    <a:srgbClr val="C0C0C0"/>
                  </a:outerShdw>
                </a:effectLst>
                <a:latin typeface="Times New Roman" panose="02020603050405020304" pitchFamily="18" charset="0"/>
              </a:rPr>
              <a:t>Almost all block codes used today belong to a subset called </a:t>
            </a:r>
            <a:r>
              <a:rPr lang="en-US" altLang="zh-TW" sz="2800" i="1">
                <a:solidFill>
                  <a:schemeClr val="hlink"/>
                </a:solidFill>
                <a:effectLst>
                  <a:outerShdw blurRad="38100" dist="38100" dir="2700000" algn="tl">
                    <a:srgbClr val="C0C0C0"/>
                  </a:outerShdw>
                </a:effectLst>
                <a:latin typeface="Times New Roman" panose="02020603050405020304" pitchFamily="18" charset="0"/>
              </a:rPr>
              <a:t>linear block codes</a:t>
            </a:r>
            <a:r>
              <a:rPr lang="en-US" altLang="zh-TW" sz="2800" i="1">
                <a:effectLst>
                  <a:outerShdw blurRad="38100" dist="38100" dir="2700000" algn="tl">
                    <a:srgbClr val="C0C0C0"/>
                  </a:outerShdw>
                </a:effectLst>
                <a:latin typeface="Times New Roman" panose="02020603050405020304" pitchFamily="18" charset="0"/>
              </a:rPr>
              <a:t>. A linear block code is a code in which the exclusive OR (addition modulo-2) of two valid codewords creates another valid codeword.</a:t>
            </a:r>
          </a:p>
        </p:txBody>
      </p:sp>
      <p:sp>
        <p:nvSpPr>
          <p:cNvPr id="79880" name="Rectangle 6">
            <a:extLst>
              <a:ext uri="{FF2B5EF4-FFF2-40B4-BE49-F238E27FC236}">
                <a16:creationId xmlns:a16="http://schemas.microsoft.com/office/drawing/2014/main" id="{8282CDD6-2FF1-05CE-2842-5F426845642D}"/>
              </a:ext>
            </a:extLst>
          </p:cNvPr>
          <p:cNvSpPr>
            <a:spLocks noChangeArrowheads="1"/>
          </p:cNvSpPr>
          <p:nvPr/>
        </p:nvSpPr>
        <p:spPr bwMode="auto">
          <a:xfrm>
            <a:off x="152400" y="4679950"/>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rPr>
              <a:t>Minimum Distance for Linear Block Codes</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Some Linear Block Codes</a:t>
            </a:r>
            <a:endParaRPr lang="en-US" altLang="zh-TW" sz="2400">
              <a:solidFill>
                <a:srgbClr val="0033CC"/>
              </a:solidFill>
              <a:latin typeface="Times New Roman" panose="02020603050405020304" pitchFamily="18" charset="0"/>
            </a:endParaRPr>
          </a:p>
        </p:txBody>
      </p:sp>
      <p:sp>
        <p:nvSpPr>
          <p:cNvPr id="859143" name="Text Box 7">
            <a:extLst>
              <a:ext uri="{FF2B5EF4-FFF2-40B4-BE49-F238E27FC236}">
                <a16:creationId xmlns:a16="http://schemas.microsoft.com/office/drawing/2014/main" id="{95A92B4C-D83D-A388-78C2-28C49BAE69C8}"/>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TW"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Slide Number Placeholder 3">
            <a:extLst>
              <a:ext uri="{FF2B5EF4-FFF2-40B4-BE49-F238E27FC236}">
                <a16:creationId xmlns:a16="http://schemas.microsoft.com/office/drawing/2014/main" id="{D5E3BDBC-9E97-7D94-6C65-6A147405515A}"/>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2305E353-B7AD-4B82-8F33-5834AC2E9B8E}" type="slidenum">
              <a:rPr lang="en-US" altLang="zh-TW" sz="2000"/>
              <a:pPr/>
              <a:t>34</a:t>
            </a:fld>
            <a:endParaRPr lang="en-US" altLang="zh-TW" sz="2000"/>
          </a:p>
        </p:txBody>
      </p:sp>
      <p:sp>
        <p:nvSpPr>
          <p:cNvPr id="81924" name="Line 9">
            <a:extLst>
              <a:ext uri="{FF2B5EF4-FFF2-40B4-BE49-F238E27FC236}">
                <a16:creationId xmlns:a16="http://schemas.microsoft.com/office/drawing/2014/main" id="{D50FD0CE-3B25-ACD9-C2C5-4857A4106A9F}"/>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25" name="Line 10">
            <a:extLst>
              <a:ext uri="{FF2B5EF4-FFF2-40B4-BE49-F238E27FC236}">
                <a16:creationId xmlns:a16="http://schemas.microsoft.com/office/drawing/2014/main" id="{1A5A8E66-C62A-AFA1-E7F1-9E6CD3550274}"/>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26" name="Rectangle 11">
            <a:extLst>
              <a:ext uri="{FF2B5EF4-FFF2-40B4-BE49-F238E27FC236}">
                <a16:creationId xmlns:a16="http://schemas.microsoft.com/office/drawing/2014/main" id="{19E62AF5-5341-A633-278D-C35DF6DB815B}"/>
              </a:ext>
            </a:extLst>
          </p:cNvPr>
          <p:cNvSpPr>
            <a:spLocks noChangeArrowheads="1"/>
          </p:cNvSpPr>
          <p:nvPr/>
        </p:nvSpPr>
        <p:spPr bwMode="auto">
          <a:xfrm>
            <a:off x="495300" y="2759075"/>
            <a:ext cx="8077200" cy="156966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In a linear block code, the exclusive OR (XOR) of any two valid codewords creates another valid codeword.</a:t>
            </a:r>
          </a:p>
        </p:txBody>
      </p:sp>
      <p:grpSp>
        <p:nvGrpSpPr>
          <p:cNvPr id="81927" name="Group 12">
            <a:extLst>
              <a:ext uri="{FF2B5EF4-FFF2-40B4-BE49-F238E27FC236}">
                <a16:creationId xmlns:a16="http://schemas.microsoft.com/office/drawing/2014/main" id="{508CEDA0-FBFF-12B5-7FB7-54C42D4C9407}"/>
              </a:ext>
            </a:extLst>
          </p:cNvPr>
          <p:cNvGrpSpPr>
            <a:grpSpLocks/>
          </p:cNvGrpSpPr>
          <p:nvPr/>
        </p:nvGrpSpPr>
        <p:grpSpPr bwMode="auto">
          <a:xfrm>
            <a:off x="533400" y="2024063"/>
            <a:ext cx="1143000" cy="566737"/>
            <a:chOff x="1200" y="1248"/>
            <a:chExt cx="720" cy="357"/>
          </a:xfrm>
        </p:grpSpPr>
        <p:pic>
          <p:nvPicPr>
            <p:cNvPr id="81928" name="Picture 13">
              <a:extLst>
                <a:ext uri="{FF2B5EF4-FFF2-40B4-BE49-F238E27FC236}">
                  <a16:creationId xmlns:a16="http://schemas.microsoft.com/office/drawing/2014/main" id="{EC521944-DEE5-BD1E-073A-E4D90BAC0D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29" name="Text Box 14">
              <a:extLst>
                <a:ext uri="{FF2B5EF4-FFF2-40B4-BE49-F238E27FC236}">
                  <a16:creationId xmlns:a16="http://schemas.microsoft.com/office/drawing/2014/main" id="{746F71B7-E9F7-4C7C-7905-F82089541933}"/>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Slide Number Placeholder 3">
            <a:extLst>
              <a:ext uri="{FF2B5EF4-FFF2-40B4-BE49-F238E27FC236}">
                <a16:creationId xmlns:a16="http://schemas.microsoft.com/office/drawing/2014/main" id="{3622BD81-D711-1968-0980-25A96ADDAA55}"/>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D37B104-FDE9-4B57-90A5-F74F3BF214D7}" type="slidenum">
              <a:rPr lang="en-US" altLang="zh-TW" sz="2000"/>
              <a:pPr/>
              <a:t>35</a:t>
            </a:fld>
            <a:endParaRPr lang="en-US" altLang="zh-TW" sz="2000"/>
          </a:p>
        </p:txBody>
      </p:sp>
      <p:sp>
        <p:nvSpPr>
          <p:cNvPr id="83972" name="Rectangle 9">
            <a:extLst>
              <a:ext uri="{FF2B5EF4-FFF2-40B4-BE49-F238E27FC236}">
                <a16:creationId xmlns:a16="http://schemas.microsoft.com/office/drawing/2014/main" id="{B64E8607-1458-6199-C221-41F0DE7EA708}"/>
              </a:ext>
            </a:extLst>
          </p:cNvPr>
          <p:cNvSpPr>
            <a:spLocks noChangeArrowheads="1"/>
          </p:cNvSpPr>
          <p:nvPr/>
        </p:nvSpPr>
        <p:spPr bwMode="auto">
          <a:xfrm>
            <a:off x="228600" y="1143000"/>
            <a:ext cx="86868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Let us see if the two codes we defined in Table 10.1 and Table 10.2 belong to the class of linear block codes.</a:t>
            </a:r>
          </a:p>
          <a:p>
            <a:pPr algn="just"/>
            <a:endParaRPr lang="en-US" altLang="zh-TW" sz="2800" i="1">
              <a:latin typeface="Times New Roman" panose="02020603050405020304" pitchFamily="18" charset="0"/>
            </a:endParaRPr>
          </a:p>
          <a:p>
            <a:pPr algn="just"/>
            <a:r>
              <a:rPr lang="en-US" altLang="zh-TW" sz="2800" i="1">
                <a:solidFill>
                  <a:schemeClr val="hlink"/>
                </a:solidFill>
                <a:latin typeface="Times New Roman" panose="02020603050405020304" pitchFamily="18" charset="0"/>
              </a:rPr>
              <a:t>1.</a:t>
            </a:r>
            <a:r>
              <a:rPr lang="en-US" altLang="zh-TW" sz="2800" i="1">
                <a:latin typeface="Times New Roman" panose="02020603050405020304" pitchFamily="18" charset="0"/>
              </a:rPr>
              <a:t> The scheme in Table 10.1 is a linear block code</a:t>
            </a:r>
            <a:br>
              <a:rPr lang="en-US" altLang="zh-TW" sz="2800" i="1">
                <a:latin typeface="Times New Roman" panose="02020603050405020304" pitchFamily="18" charset="0"/>
              </a:rPr>
            </a:br>
            <a:r>
              <a:rPr lang="en-US" altLang="zh-TW" sz="2800" i="1">
                <a:latin typeface="Times New Roman" panose="02020603050405020304" pitchFamily="18" charset="0"/>
              </a:rPr>
              <a:t>     because the result of XORing any codeword with any</a:t>
            </a:r>
            <a:br>
              <a:rPr lang="en-US" altLang="zh-TW" sz="2800" i="1">
                <a:latin typeface="Times New Roman" panose="02020603050405020304" pitchFamily="18" charset="0"/>
              </a:rPr>
            </a:br>
            <a:r>
              <a:rPr lang="en-US" altLang="zh-TW" sz="2800" i="1">
                <a:latin typeface="Times New Roman" panose="02020603050405020304" pitchFamily="18" charset="0"/>
              </a:rPr>
              <a:t>     other codeword is a valid codeword. For example, the</a:t>
            </a:r>
            <a:br>
              <a:rPr lang="en-US" altLang="zh-TW" sz="2800" i="1">
                <a:latin typeface="Times New Roman" panose="02020603050405020304" pitchFamily="18" charset="0"/>
              </a:rPr>
            </a:br>
            <a:r>
              <a:rPr lang="en-US" altLang="zh-TW" sz="2800" i="1">
                <a:latin typeface="Times New Roman" panose="02020603050405020304" pitchFamily="18" charset="0"/>
              </a:rPr>
              <a:t>     XORing of the second and third codewords creates the</a:t>
            </a:r>
            <a:br>
              <a:rPr lang="en-US" altLang="zh-TW" sz="2800" i="1">
                <a:latin typeface="Times New Roman" panose="02020603050405020304" pitchFamily="18" charset="0"/>
              </a:rPr>
            </a:br>
            <a:r>
              <a:rPr lang="en-US" altLang="zh-TW" sz="2800" i="1">
                <a:latin typeface="Times New Roman" panose="02020603050405020304" pitchFamily="18" charset="0"/>
              </a:rPr>
              <a:t>     fourth one.</a:t>
            </a:r>
          </a:p>
          <a:p>
            <a:pPr algn="just"/>
            <a:endParaRPr lang="en-US" altLang="zh-TW" sz="2800" i="1">
              <a:latin typeface="Times New Roman" panose="02020603050405020304" pitchFamily="18" charset="0"/>
            </a:endParaRPr>
          </a:p>
          <a:p>
            <a:pPr algn="just"/>
            <a:r>
              <a:rPr lang="en-US" altLang="zh-TW" sz="2800" i="1">
                <a:solidFill>
                  <a:schemeClr val="hlink"/>
                </a:solidFill>
                <a:latin typeface="Times New Roman" panose="02020603050405020304" pitchFamily="18" charset="0"/>
              </a:rPr>
              <a:t>2.</a:t>
            </a:r>
            <a:r>
              <a:rPr lang="en-US" altLang="zh-TW" sz="2800" i="1">
                <a:latin typeface="Times New Roman" panose="02020603050405020304" pitchFamily="18" charset="0"/>
              </a:rPr>
              <a:t> The scheme in Table 10.2 is also a linear block code.</a:t>
            </a:r>
            <a:br>
              <a:rPr lang="en-US" altLang="zh-TW" sz="2800" i="1">
                <a:latin typeface="Times New Roman" panose="02020603050405020304" pitchFamily="18" charset="0"/>
              </a:rPr>
            </a:br>
            <a:r>
              <a:rPr lang="en-US" altLang="zh-TW" sz="2800" i="1">
                <a:latin typeface="Times New Roman" panose="02020603050405020304" pitchFamily="18" charset="0"/>
              </a:rPr>
              <a:t>     We can create all four codewords by XORing two</a:t>
            </a:r>
            <a:br>
              <a:rPr lang="en-US" altLang="zh-TW" sz="2800" i="1">
                <a:latin typeface="Times New Roman" panose="02020603050405020304" pitchFamily="18" charset="0"/>
              </a:rPr>
            </a:br>
            <a:r>
              <a:rPr lang="en-US" altLang="zh-TW" sz="2800" i="1">
                <a:latin typeface="Times New Roman" panose="02020603050405020304" pitchFamily="18" charset="0"/>
              </a:rPr>
              <a:t>     other codewords.</a:t>
            </a:r>
          </a:p>
        </p:txBody>
      </p:sp>
      <p:sp>
        <p:nvSpPr>
          <p:cNvPr id="83973" name="Text Box 11">
            <a:extLst>
              <a:ext uri="{FF2B5EF4-FFF2-40B4-BE49-F238E27FC236}">
                <a16:creationId xmlns:a16="http://schemas.microsoft.com/office/drawing/2014/main" id="{854FBE1A-F072-C242-CC22-E069274EA7C1}"/>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Slide Number Placeholder 3">
            <a:extLst>
              <a:ext uri="{FF2B5EF4-FFF2-40B4-BE49-F238E27FC236}">
                <a16:creationId xmlns:a16="http://schemas.microsoft.com/office/drawing/2014/main" id="{32EF4ED2-0506-82AC-F0C1-CF6E4620A275}"/>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12E17AA-2741-41C6-BC2A-DF9D837280DA}" type="slidenum">
              <a:rPr lang="en-US" altLang="zh-TW" sz="2000"/>
              <a:pPr/>
              <a:t>36</a:t>
            </a:fld>
            <a:endParaRPr lang="en-US" altLang="zh-TW" sz="2000"/>
          </a:p>
        </p:txBody>
      </p:sp>
      <p:sp>
        <p:nvSpPr>
          <p:cNvPr id="86020" name="Rectangle 9">
            <a:extLst>
              <a:ext uri="{FF2B5EF4-FFF2-40B4-BE49-F238E27FC236}">
                <a16:creationId xmlns:a16="http://schemas.microsoft.com/office/drawing/2014/main" id="{C63991FB-4CBC-B0D6-D964-4A60F4903BBF}"/>
              </a:ext>
            </a:extLst>
          </p:cNvPr>
          <p:cNvSpPr>
            <a:spLocks noChangeArrowheads="1"/>
          </p:cNvSpPr>
          <p:nvPr/>
        </p:nvSpPr>
        <p:spPr bwMode="auto">
          <a:xfrm>
            <a:off x="228600" y="1143000"/>
            <a:ext cx="86868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In our first code (Table 10.1), the numbers of 1s in the nonzero codewords are 2, 2, and 2. So the minimum Hamming distance is d</a:t>
            </a:r>
            <a:r>
              <a:rPr lang="en-US" altLang="zh-TW" sz="2800" i="1" baseline="-18000">
                <a:latin typeface="Times New Roman" panose="02020603050405020304" pitchFamily="18" charset="0"/>
              </a:rPr>
              <a:t>min</a:t>
            </a:r>
            <a:r>
              <a:rPr lang="en-US" altLang="zh-TW" sz="2800" i="1">
                <a:latin typeface="Times New Roman" panose="02020603050405020304" pitchFamily="18" charset="0"/>
              </a:rPr>
              <a:t> = 2. In our second code (Table 10.2), the numbers of 1s in the nonzero codewords are 3, 3, and 4. So in this code we have d</a:t>
            </a:r>
            <a:r>
              <a:rPr lang="en-US" altLang="zh-TW" sz="2800" i="1" baseline="-25000">
                <a:latin typeface="Times New Roman" panose="02020603050405020304" pitchFamily="18" charset="0"/>
              </a:rPr>
              <a:t>min</a:t>
            </a:r>
            <a:r>
              <a:rPr lang="en-US" altLang="zh-TW" sz="2800" i="1">
                <a:latin typeface="Times New Roman" panose="02020603050405020304" pitchFamily="18" charset="0"/>
              </a:rPr>
              <a:t> = 3.</a:t>
            </a:r>
          </a:p>
        </p:txBody>
      </p:sp>
      <p:sp>
        <p:nvSpPr>
          <p:cNvPr id="86021" name="Text Box 11">
            <a:extLst>
              <a:ext uri="{FF2B5EF4-FFF2-40B4-BE49-F238E27FC236}">
                <a16:creationId xmlns:a16="http://schemas.microsoft.com/office/drawing/2014/main" id="{0BF8FD6E-55A7-58C5-A8EE-6D0ACB7C5DE8}"/>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Slide Number Placeholder 3">
            <a:extLst>
              <a:ext uri="{FF2B5EF4-FFF2-40B4-BE49-F238E27FC236}">
                <a16:creationId xmlns:a16="http://schemas.microsoft.com/office/drawing/2014/main" id="{A1C3C9B5-7D2D-65F3-9D8D-8D85F1F0E86B}"/>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92F7485-4E46-498C-8F77-42ECEDDE2919}" type="slidenum">
              <a:rPr lang="en-US" altLang="zh-TW" sz="2000"/>
              <a:pPr/>
              <a:t>37</a:t>
            </a:fld>
            <a:endParaRPr lang="en-US" altLang="zh-TW" sz="2000"/>
          </a:p>
        </p:txBody>
      </p:sp>
      <p:sp>
        <p:nvSpPr>
          <p:cNvPr id="88068" name="Line 9">
            <a:extLst>
              <a:ext uri="{FF2B5EF4-FFF2-40B4-BE49-F238E27FC236}">
                <a16:creationId xmlns:a16="http://schemas.microsoft.com/office/drawing/2014/main" id="{A75E1CAE-E466-1065-29C8-C4D8C6FAFF2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069" name="Line 10">
            <a:extLst>
              <a:ext uri="{FF2B5EF4-FFF2-40B4-BE49-F238E27FC236}">
                <a16:creationId xmlns:a16="http://schemas.microsoft.com/office/drawing/2014/main" id="{6755C5E9-3C90-0545-57D7-1662F32AF56A}"/>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070" name="Rectangle 11">
            <a:extLst>
              <a:ext uri="{FF2B5EF4-FFF2-40B4-BE49-F238E27FC236}">
                <a16:creationId xmlns:a16="http://schemas.microsoft.com/office/drawing/2014/main" id="{845F31EE-CCA6-B877-9916-440359A41233}"/>
              </a:ext>
            </a:extLst>
          </p:cNvPr>
          <p:cNvSpPr>
            <a:spLocks noChangeArrowheads="1"/>
          </p:cNvSpPr>
          <p:nvPr/>
        </p:nvSpPr>
        <p:spPr bwMode="auto">
          <a:xfrm>
            <a:off x="495300" y="2759075"/>
            <a:ext cx="8077200" cy="206210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A simple parity-check code is a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single-bit error-detecting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code in which </a:t>
            </a:r>
            <a:br>
              <a:rPr lang="en-US" altLang="zh-TW" dirty="0">
                <a:latin typeface="Times New Roman" panose="02020603050405020304" pitchFamily="18" charset="0"/>
                <a:cs typeface="Times New Roman" panose="02020603050405020304" pitchFamily="18" charset="0"/>
              </a:rPr>
            </a:b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 = </a:t>
            </a:r>
            <a:r>
              <a:rPr lang="en-US" altLang="zh-TW" i="1" dirty="0">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+ 1 with </a:t>
            </a:r>
            <a:r>
              <a:rPr lang="en-US" altLang="zh-TW" i="1" dirty="0" err="1">
                <a:latin typeface="Times New Roman" panose="02020603050405020304" pitchFamily="18" charset="0"/>
                <a:cs typeface="Times New Roman" panose="02020603050405020304" pitchFamily="18" charset="0"/>
              </a:rPr>
              <a:t>d</a:t>
            </a:r>
            <a:r>
              <a:rPr lang="en-US" altLang="zh-TW" baseline="-18000" dirty="0" err="1">
                <a:latin typeface="Times New Roman" panose="02020603050405020304" pitchFamily="18" charset="0"/>
                <a:cs typeface="Times New Roman" panose="02020603050405020304" pitchFamily="18" charset="0"/>
              </a:rPr>
              <a:t>min</a:t>
            </a:r>
            <a:r>
              <a:rPr lang="en-US" altLang="zh-TW" dirty="0">
                <a:latin typeface="Times New Roman" panose="02020603050405020304" pitchFamily="18" charset="0"/>
                <a:cs typeface="Times New Roman" panose="02020603050405020304" pitchFamily="18" charset="0"/>
              </a:rPr>
              <a:t> = 2.</a:t>
            </a:r>
          </a:p>
        </p:txBody>
      </p:sp>
      <p:grpSp>
        <p:nvGrpSpPr>
          <p:cNvPr id="88071" name="Group 12">
            <a:extLst>
              <a:ext uri="{FF2B5EF4-FFF2-40B4-BE49-F238E27FC236}">
                <a16:creationId xmlns:a16="http://schemas.microsoft.com/office/drawing/2014/main" id="{A15F2BC0-44B9-9F90-7B29-8500DAC6D656}"/>
              </a:ext>
            </a:extLst>
          </p:cNvPr>
          <p:cNvGrpSpPr>
            <a:grpSpLocks/>
          </p:cNvGrpSpPr>
          <p:nvPr/>
        </p:nvGrpSpPr>
        <p:grpSpPr bwMode="auto">
          <a:xfrm>
            <a:off x="533400" y="2024063"/>
            <a:ext cx="1143000" cy="566737"/>
            <a:chOff x="1200" y="1248"/>
            <a:chExt cx="720" cy="357"/>
          </a:xfrm>
        </p:grpSpPr>
        <p:pic>
          <p:nvPicPr>
            <p:cNvPr id="88072" name="Picture 13">
              <a:extLst>
                <a:ext uri="{FF2B5EF4-FFF2-40B4-BE49-F238E27FC236}">
                  <a16:creationId xmlns:a16="http://schemas.microsoft.com/office/drawing/2014/main" id="{7A249192-22C5-53E0-A1CA-4A67B5762F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073" name="Text Box 14">
              <a:extLst>
                <a:ext uri="{FF2B5EF4-FFF2-40B4-BE49-F238E27FC236}">
                  <a16:creationId xmlns:a16="http://schemas.microsoft.com/office/drawing/2014/main" id="{54806DCD-8F6E-3D5F-DBEF-63481937C96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Slide Number Placeholder 3">
            <a:extLst>
              <a:ext uri="{FF2B5EF4-FFF2-40B4-BE49-F238E27FC236}">
                <a16:creationId xmlns:a16="http://schemas.microsoft.com/office/drawing/2014/main" id="{19E39349-9664-3DF1-688C-EB0153843EAB}"/>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1F0B1900-21C2-43C1-B37E-47F23807D201}" type="slidenum">
              <a:rPr lang="en-US" altLang="zh-TW" sz="2000"/>
              <a:pPr/>
              <a:t>38</a:t>
            </a:fld>
            <a:endParaRPr lang="en-US" altLang="zh-TW" sz="2000"/>
          </a:p>
        </p:txBody>
      </p:sp>
      <p:sp>
        <p:nvSpPr>
          <p:cNvPr id="90116" name="Text Box 2">
            <a:extLst>
              <a:ext uri="{FF2B5EF4-FFF2-40B4-BE49-F238E27FC236}">
                <a16:creationId xmlns:a16="http://schemas.microsoft.com/office/drawing/2014/main" id="{3C54AC83-3575-8CD0-9D3D-ED1984DF9ACF}"/>
              </a:ext>
            </a:extLst>
          </p:cNvPr>
          <p:cNvSpPr txBox="1">
            <a:spLocks noChangeArrowheads="1"/>
          </p:cNvSpPr>
          <p:nvPr/>
        </p:nvSpPr>
        <p:spPr bwMode="auto">
          <a:xfrm>
            <a:off x="381000" y="914400"/>
            <a:ext cx="5092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Table 10.3  </a:t>
            </a:r>
            <a:r>
              <a:rPr lang="en-US" altLang="zh-TW" sz="2000" i="1">
                <a:latin typeface="Times New Roman" panose="02020603050405020304" pitchFamily="18" charset="0"/>
              </a:rPr>
              <a:t>Simple parity-check code C(5, 4)</a:t>
            </a:r>
          </a:p>
        </p:txBody>
      </p:sp>
      <p:pic>
        <p:nvPicPr>
          <p:cNvPr id="90117" name="Picture 4">
            <a:extLst>
              <a:ext uri="{FF2B5EF4-FFF2-40B4-BE49-F238E27FC236}">
                <a16:creationId xmlns:a16="http://schemas.microsoft.com/office/drawing/2014/main" id="{7F873F86-8A86-E246-0755-3D1D0C8EFE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8" y="1303338"/>
            <a:ext cx="8520112" cy="414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Slide Number Placeholder 3">
            <a:extLst>
              <a:ext uri="{FF2B5EF4-FFF2-40B4-BE49-F238E27FC236}">
                <a16:creationId xmlns:a16="http://schemas.microsoft.com/office/drawing/2014/main" id="{38D330B0-8D1E-A45A-D3E5-65CF65B74288}"/>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B68E613-C1ED-4395-BE1A-77B3029878FB}" type="slidenum">
              <a:rPr lang="en-US" altLang="zh-TW" sz="2000"/>
              <a:pPr/>
              <a:t>39</a:t>
            </a:fld>
            <a:endParaRPr lang="en-US" altLang="zh-TW" sz="2000"/>
          </a:p>
        </p:txBody>
      </p:sp>
      <p:sp>
        <p:nvSpPr>
          <p:cNvPr id="92164" name="Text Box 4">
            <a:extLst>
              <a:ext uri="{FF2B5EF4-FFF2-40B4-BE49-F238E27FC236}">
                <a16:creationId xmlns:a16="http://schemas.microsoft.com/office/drawing/2014/main" id="{A6F8702B-5BC2-CEF2-EF86-54CB90B5D5C3}"/>
              </a:ext>
            </a:extLst>
          </p:cNvPr>
          <p:cNvSpPr txBox="1">
            <a:spLocks noChangeArrowheads="1"/>
          </p:cNvSpPr>
          <p:nvPr/>
        </p:nvSpPr>
        <p:spPr bwMode="auto">
          <a:xfrm>
            <a:off x="152400" y="304800"/>
            <a:ext cx="7202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10.10  </a:t>
            </a:r>
            <a:r>
              <a:rPr lang="en-US" altLang="zh-TW" sz="2000" i="1">
                <a:latin typeface="Times New Roman" panose="02020603050405020304" pitchFamily="18" charset="0"/>
              </a:rPr>
              <a:t>Encoder and decoder for simple parity-check code</a:t>
            </a:r>
          </a:p>
        </p:txBody>
      </p:sp>
      <p:pic>
        <p:nvPicPr>
          <p:cNvPr id="92165" name="Picture 6">
            <a:extLst>
              <a:ext uri="{FF2B5EF4-FFF2-40B4-BE49-F238E27FC236}">
                <a16:creationId xmlns:a16="http://schemas.microsoft.com/office/drawing/2014/main" id="{C96A6CA6-C6DF-D620-E0F1-0EDAD37214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287" y="990600"/>
            <a:ext cx="8099425" cy="437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 Box 5">
            <a:extLst>
              <a:ext uri="{FF2B5EF4-FFF2-40B4-BE49-F238E27FC236}">
                <a16:creationId xmlns:a16="http://schemas.microsoft.com/office/drawing/2014/main" id="{B2FE1866-DE53-7767-149B-D53A6049E5A9}"/>
              </a:ext>
            </a:extLst>
          </p:cNvPr>
          <p:cNvSpPr txBox="1">
            <a:spLocks noChangeArrowheads="1"/>
          </p:cNvSpPr>
          <p:nvPr/>
        </p:nvSpPr>
        <p:spPr bwMode="auto">
          <a:xfrm>
            <a:off x="522287" y="5592762"/>
            <a:ext cx="3135313" cy="369332"/>
          </a:xfrm>
          <a:prstGeom prst="rect">
            <a:avLst/>
          </a:prstGeom>
          <a:solidFill>
            <a:schemeClr val="bg1">
              <a:lumMod val="85000"/>
            </a:schemeClr>
          </a:solidFill>
          <a:ln>
            <a:noFill/>
          </a:ln>
          <a:effectLst/>
        </p:spPr>
        <p:txBody>
          <a:bodyPr wrap="squar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spcBef>
                <a:spcPct val="50000"/>
              </a:spcBef>
            </a:pPr>
            <a:r>
              <a:rPr lang="en-US" altLang="zh-TW" sz="1800" dirty="0">
                <a:latin typeface="Times New Roman" panose="02020603050405020304" pitchFamily="18" charset="0"/>
                <a:cs typeface="Times New Roman" panose="02020603050405020304" pitchFamily="18" charset="0"/>
              </a:rPr>
              <a:t>r</a:t>
            </a:r>
            <a:r>
              <a:rPr lang="en-US" altLang="zh-TW" sz="1800" baseline="-25000" dirty="0">
                <a:latin typeface="Times New Roman" panose="02020603050405020304" pitchFamily="18" charset="0"/>
                <a:cs typeface="Times New Roman" panose="02020603050405020304" pitchFamily="18" charset="0"/>
              </a:rPr>
              <a:t>0</a:t>
            </a:r>
            <a:r>
              <a:rPr lang="en-US" altLang="zh-TW" sz="1800" dirty="0">
                <a:latin typeface="Times New Roman" panose="02020603050405020304" pitchFamily="18" charset="0"/>
                <a:cs typeface="Times New Roman" panose="02020603050405020304" pitchFamily="18" charset="0"/>
              </a:rPr>
              <a:t> = a</a:t>
            </a:r>
            <a:r>
              <a:rPr lang="en-US" altLang="zh-TW" sz="1800" baseline="-25000" dirty="0">
                <a:latin typeface="Times New Roman" panose="02020603050405020304" pitchFamily="18" charset="0"/>
                <a:cs typeface="Times New Roman" panose="02020603050405020304" pitchFamily="18" charset="0"/>
              </a:rPr>
              <a:t>3</a:t>
            </a:r>
            <a:r>
              <a:rPr lang="en-US" altLang="zh-TW" sz="1800" dirty="0">
                <a:latin typeface="Times New Roman" panose="02020603050405020304" pitchFamily="18" charset="0"/>
                <a:cs typeface="Times New Roman" panose="02020603050405020304" pitchFamily="18" charset="0"/>
              </a:rPr>
              <a:t> + a</a:t>
            </a:r>
            <a:r>
              <a:rPr lang="en-US" altLang="zh-TW" sz="1800" baseline="-25000" dirty="0">
                <a:latin typeface="Times New Roman" panose="02020603050405020304" pitchFamily="18" charset="0"/>
                <a:cs typeface="Times New Roman" panose="02020603050405020304" pitchFamily="18" charset="0"/>
              </a:rPr>
              <a:t>2</a:t>
            </a:r>
            <a:r>
              <a:rPr lang="en-US" altLang="zh-TW" sz="1800" dirty="0">
                <a:latin typeface="Times New Roman" panose="02020603050405020304" pitchFamily="18" charset="0"/>
                <a:cs typeface="Times New Roman" panose="02020603050405020304" pitchFamily="18" charset="0"/>
              </a:rPr>
              <a:t> + a</a:t>
            </a:r>
            <a:r>
              <a:rPr lang="en-US" altLang="zh-TW" sz="1800" baseline="-25000" dirty="0">
                <a:latin typeface="Times New Roman" panose="02020603050405020304" pitchFamily="18" charset="0"/>
                <a:cs typeface="Times New Roman" panose="02020603050405020304" pitchFamily="18" charset="0"/>
              </a:rPr>
              <a:t>1 </a:t>
            </a:r>
            <a:r>
              <a:rPr lang="en-US" altLang="zh-TW" sz="1800" dirty="0">
                <a:latin typeface="Times New Roman" panose="02020603050405020304" pitchFamily="18" charset="0"/>
                <a:cs typeface="Times New Roman" panose="02020603050405020304" pitchFamily="18" charset="0"/>
              </a:rPr>
              <a:t>+ a</a:t>
            </a:r>
            <a:r>
              <a:rPr lang="en-US" altLang="zh-TW" sz="1800" baseline="-25000" dirty="0">
                <a:latin typeface="Times New Roman" panose="02020603050405020304" pitchFamily="18" charset="0"/>
                <a:cs typeface="Times New Roman" panose="02020603050405020304" pitchFamily="18" charset="0"/>
              </a:rPr>
              <a:t>0</a:t>
            </a:r>
            <a:r>
              <a:rPr lang="en-US" altLang="zh-TW" sz="1800" dirty="0">
                <a:latin typeface="Times New Roman" panose="02020603050405020304" pitchFamily="18" charset="0"/>
                <a:cs typeface="Times New Roman" panose="02020603050405020304" pitchFamily="18" charset="0"/>
              </a:rPr>
              <a:t>  modulo 2</a:t>
            </a:r>
            <a:endParaRPr lang="en-US" altLang="zh-TW" sz="1800" baseline="-25000" dirty="0">
              <a:latin typeface="Times New Roman" panose="02020603050405020304" pitchFamily="18" charset="0"/>
              <a:cs typeface="Times New Roman" panose="02020603050405020304" pitchFamily="18" charset="0"/>
            </a:endParaRPr>
          </a:p>
        </p:txBody>
      </p:sp>
      <p:sp>
        <p:nvSpPr>
          <p:cNvPr id="3" name="Text Box 5">
            <a:extLst>
              <a:ext uri="{FF2B5EF4-FFF2-40B4-BE49-F238E27FC236}">
                <a16:creationId xmlns:a16="http://schemas.microsoft.com/office/drawing/2014/main" id="{0CFC5441-FB1C-816F-954E-1FB5B8D6ABBB}"/>
              </a:ext>
            </a:extLst>
          </p:cNvPr>
          <p:cNvSpPr txBox="1">
            <a:spLocks noChangeArrowheads="1"/>
          </p:cNvSpPr>
          <p:nvPr/>
        </p:nvSpPr>
        <p:spPr bwMode="auto">
          <a:xfrm>
            <a:off x="5029199" y="5592762"/>
            <a:ext cx="3592513" cy="369332"/>
          </a:xfrm>
          <a:prstGeom prst="rect">
            <a:avLst/>
          </a:prstGeom>
          <a:solidFill>
            <a:schemeClr val="bg1">
              <a:lumMod val="85000"/>
            </a:schemeClr>
          </a:solidFill>
          <a:ln>
            <a:noFill/>
          </a:ln>
          <a:effectLst/>
        </p:spPr>
        <p:txBody>
          <a:bodyPr wrap="squar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spcBef>
                <a:spcPct val="50000"/>
              </a:spcBef>
            </a:pPr>
            <a:r>
              <a:rPr lang="en-US" altLang="zh-TW" sz="1800" dirty="0">
                <a:latin typeface="Times New Roman" panose="02020603050405020304" pitchFamily="18" charset="0"/>
                <a:cs typeface="Times New Roman" panose="02020603050405020304" pitchFamily="18" charset="0"/>
              </a:rPr>
              <a:t>s</a:t>
            </a:r>
            <a:r>
              <a:rPr lang="en-US" altLang="zh-TW" sz="1800" baseline="-25000" dirty="0">
                <a:latin typeface="Times New Roman" panose="02020603050405020304" pitchFamily="18" charset="0"/>
                <a:cs typeface="Times New Roman" panose="02020603050405020304" pitchFamily="18" charset="0"/>
              </a:rPr>
              <a:t>0</a:t>
            </a:r>
            <a:r>
              <a:rPr lang="en-US" altLang="zh-TW" sz="1800" dirty="0">
                <a:latin typeface="Times New Roman" panose="02020603050405020304" pitchFamily="18" charset="0"/>
                <a:cs typeface="Times New Roman" panose="02020603050405020304" pitchFamily="18" charset="0"/>
              </a:rPr>
              <a:t> = b</a:t>
            </a:r>
            <a:r>
              <a:rPr lang="en-US" altLang="zh-TW" sz="1800" baseline="-25000" dirty="0">
                <a:latin typeface="Times New Roman" panose="02020603050405020304" pitchFamily="18" charset="0"/>
                <a:cs typeface="Times New Roman" panose="02020603050405020304" pitchFamily="18" charset="0"/>
              </a:rPr>
              <a:t>3</a:t>
            </a:r>
            <a:r>
              <a:rPr lang="en-US" altLang="zh-TW" sz="1800" dirty="0">
                <a:latin typeface="Times New Roman" panose="02020603050405020304" pitchFamily="18" charset="0"/>
                <a:cs typeface="Times New Roman" panose="02020603050405020304" pitchFamily="18" charset="0"/>
              </a:rPr>
              <a:t> + b</a:t>
            </a:r>
            <a:r>
              <a:rPr lang="en-US" altLang="zh-TW" sz="1800" baseline="-25000" dirty="0">
                <a:latin typeface="Times New Roman" panose="02020603050405020304" pitchFamily="18" charset="0"/>
                <a:cs typeface="Times New Roman" panose="02020603050405020304" pitchFamily="18" charset="0"/>
              </a:rPr>
              <a:t>2</a:t>
            </a:r>
            <a:r>
              <a:rPr lang="en-US" altLang="zh-TW" sz="1800" dirty="0">
                <a:latin typeface="Times New Roman" panose="02020603050405020304" pitchFamily="18" charset="0"/>
                <a:cs typeface="Times New Roman" panose="02020603050405020304" pitchFamily="18" charset="0"/>
              </a:rPr>
              <a:t> + b</a:t>
            </a:r>
            <a:r>
              <a:rPr lang="en-US" altLang="zh-TW" sz="1800" baseline="-25000" dirty="0">
                <a:latin typeface="Times New Roman" panose="02020603050405020304" pitchFamily="18" charset="0"/>
                <a:cs typeface="Times New Roman" panose="02020603050405020304" pitchFamily="18" charset="0"/>
              </a:rPr>
              <a:t>1 </a:t>
            </a:r>
            <a:r>
              <a:rPr lang="en-US" altLang="zh-TW" sz="1800" dirty="0">
                <a:latin typeface="Times New Roman" panose="02020603050405020304" pitchFamily="18" charset="0"/>
                <a:cs typeface="Times New Roman" panose="02020603050405020304" pitchFamily="18" charset="0"/>
              </a:rPr>
              <a:t>+ b</a:t>
            </a:r>
            <a:r>
              <a:rPr lang="en-US" altLang="zh-TW" sz="1800" baseline="-25000" dirty="0">
                <a:latin typeface="Times New Roman" panose="02020603050405020304" pitchFamily="18" charset="0"/>
                <a:cs typeface="Times New Roman" panose="02020603050405020304" pitchFamily="18" charset="0"/>
              </a:rPr>
              <a:t>0</a:t>
            </a:r>
            <a:r>
              <a:rPr lang="en-US" altLang="zh-TW" sz="1800" dirty="0">
                <a:latin typeface="Times New Roman" panose="02020603050405020304" pitchFamily="18" charset="0"/>
                <a:cs typeface="Times New Roman" panose="02020603050405020304" pitchFamily="18" charset="0"/>
              </a:rPr>
              <a:t> + q</a:t>
            </a:r>
            <a:r>
              <a:rPr lang="en-US" altLang="zh-TW" sz="1800" baseline="-25000" dirty="0">
                <a:latin typeface="Times New Roman" panose="02020603050405020304" pitchFamily="18" charset="0"/>
                <a:cs typeface="Times New Roman" panose="02020603050405020304" pitchFamily="18" charset="0"/>
              </a:rPr>
              <a:t>0</a:t>
            </a:r>
            <a:r>
              <a:rPr lang="en-US" altLang="zh-TW" sz="1800" dirty="0">
                <a:latin typeface="Times New Roman" panose="02020603050405020304" pitchFamily="18" charset="0"/>
                <a:cs typeface="Times New Roman" panose="02020603050405020304" pitchFamily="18" charset="0"/>
              </a:rPr>
              <a:t>  modulo 2</a:t>
            </a:r>
            <a:endParaRPr lang="en-US" altLang="zh-TW" sz="1800" baseline="-25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Slide Number Placeholder 3">
            <a:extLst>
              <a:ext uri="{FF2B5EF4-FFF2-40B4-BE49-F238E27FC236}">
                <a16:creationId xmlns:a16="http://schemas.microsoft.com/office/drawing/2014/main" id="{BC56AB1A-6FAB-3396-DF19-CC67F8666AA4}"/>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A3140FA-97E2-4618-8214-DB2A9490E8CC}" type="slidenum">
              <a:rPr lang="en-US" altLang="zh-TW" sz="2000"/>
              <a:pPr/>
              <a:t>40</a:t>
            </a:fld>
            <a:endParaRPr lang="en-US" altLang="zh-TW" sz="2000"/>
          </a:p>
        </p:txBody>
      </p:sp>
      <p:sp>
        <p:nvSpPr>
          <p:cNvPr id="94212" name="Rectangle 9">
            <a:extLst>
              <a:ext uri="{FF2B5EF4-FFF2-40B4-BE49-F238E27FC236}">
                <a16:creationId xmlns:a16="http://schemas.microsoft.com/office/drawing/2014/main" id="{F8279157-5284-B488-29A2-01CE9D1915DF}"/>
              </a:ext>
            </a:extLst>
          </p:cNvPr>
          <p:cNvSpPr>
            <a:spLocks noChangeArrowheads="1"/>
          </p:cNvSpPr>
          <p:nvPr/>
        </p:nvSpPr>
        <p:spPr bwMode="auto">
          <a:xfrm>
            <a:off x="228600" y="990600"/>
            <a:ext cx="86868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Let us look at some transmission scenarios. Assume the sender sends the dataword 1011. The codeword created from this dataword is 10111, which is sent to the receiver. We examine five cases:</a:t>
            </a:r>
          </a:p>
          <a:p>
            <a:pPr algn="just"/>
            <a:endParaRPr lang="en-US" altLang="zh-TW" sz="2800" i="1">
              <a:latin typeface="Times New Roman" panose="02020603050405020304" pitchFamily="18" charset="0"/>
            </a:endParaRPr>
          </a:p>
          <a:p>
            <a:r>
              <a:rPr lang="en-US" altLang="zh-TW" sz="2800" i="1">
                <a:solidFill>
                  <a:schemeClr val="hlink"/>
                </a:solidFill>
                <a:latin typeface="Times New Roman" panose="02020603050405020304" pitchFamily="18" charset="0"/>
              </a:rPr>
              <a:t>1.</a:t>
            </a:r>
            <a:r>
              <a:rPr lang="en-US" altLang="zh-TW" sz="2800" i="1">
                <a:latin typeface="Times New Roman" panose="02020603050405020304" pitchFamily="18" charset="0"/>
              </a:rPr>
              <a:t>  No error occurs; the received codeword is 10111. The</a:t>
            </a:r>
            <a:br>
              <a:rPr lang="en-US" altLang="zh-TW" sz="2800" i="1">
                <a:latin typeface="Times New Roman" panose="02020603050405020304" pitchFamily="18" charset="0"/>
              </a:rPr>
            </a:br>
            <a:r>
              <a:rPr lang="en-US" altLang="zh-TW" sz="2800" i="1">
                <a:latin typeface="Times New Roman" panose="02020603050405020304" pitchFamily="18" charset="0"/>
              </a:rPr>
              <a:t>      syndrome is 0. The dataword 1011 is created.</a:t>
            </a:r>
          </a:p>
          <a:p>
            <a:r>
              <a:rPr lang="en-US" altLang="zh-TW" sz="2800" i="1">
                <a:solidFill>
                  <a:schemeClr val="hlink"/>
                </a:solidFill>
                <a:latin typeface="Times New Roman" panose="02020603050405020304" pitchFamily="18" charset="0"/>
              </a:rPr>
              <a:t>2.</a:t>
            </a:r>
            <a:r>
              <a:rPr lang="en-US" altLang="zh-TW" sz="2800" i="1">
                <a:latin typeface="Times New Roman" panose="02020603050405020304" pitchFamily="18" charset="0"/>
              </a:rPr>
              <a:t>  One single-bit error changes a</a:t>
            </a:r>
            <a:r>
              <a:rPr lang="en-US" altLang="zh-TW" sz="2800" i="1" baseline="-14000">
                <a:latin typeface="Times New Roman" panose="02020603050405020304" pitchFamily="18" charset="0"/>
              </a:rPr>
              <a:t>1 </a:t>
            </a:r>
            <a:r>
              <a:rPr lang="en-US" altLang="zh-TW" sz="2800" i="1">
                <a:latin typeface="Times New Roman" panose="02020603050405020304" pitchFamily="18" charset="0"/>
              </a:rPr>
              <a:t>. The received</a:t>
            </a:r>
            <a:br>
              <a:rPr lang="en-US" altLang="zh-TW" sz="2800" i="1">
                <a:latin typeface="Times New Roman" panose="02020603050405020304" pitchFamily="18" charset="0"/>
              </a:rPr>
            </a:br>
            <a:r>
              <a:rPr lang="en-US" altLang="zh-TW" sz="2800" i="1">
                <a:latin typeface="Times New Roman" panose="02020603050405020304" pitchFamily="18" charset="0"/>
              </a:rPr>
              <a:t>     codeword is 10011. The syndrome is 1. No dataword</a:t>
            </a:r>
            <a:br>
              <a:rPr lang="en-US" altLang="zh-TW" sz="2800" i="1">
                <a:latin typeface="Times New Roman" panose="02020603050405020304" pitchFamily="18" charset="0"/>
              </a:rPr>
            </a:br>
            <a:r>
              <a:rPr lang="en-US" altLang="zh-TW" sz="2800" i="1">
                <a:latin typeface="Times New Roman" panose="02020603050405020304" pitchFamily="18" charset="0"/>
              </a:rPr>
              <a:t>     is created.</a:t>
            </a:r>
          </a:p>
          <a:p>
            <a:r>
              <a:rPr lang="en-US" altLang="zh-TW" sz="2800" i="1">
                <a:solidFill>
                  <a:schemeClr val="hlink"/>
                </a:solidFill>
                <a:latin typeface="Times New Roman" panose="02020603050405020304" pitchFamily="18" charset="0"/>
              </a:rPr>
              <a:t>3.</a:t>
            </a:r>
            <a:r>
              <a:rPr lang="en-US" altLang="zh-TW" sz="2800" i="1">
                <a:latin typeface="Times New Roman" panose="02020603050405020304" pitchFamily="18" charset="0"/>
              </a:rPr>
              <a:t> One single-bit error changes r</a:t>
            </a:r>
            <a:r>
              <a:rPr lang="en-US" altLang="zh-TW" sz="2800" i="1" baseline="-14000">
                <a:latin typeface="Times New Roman" panose="02020603050405020304" pitchFamily="18" charset="0"/>
              </a:rPr>
              <a:t>0 </a:t>
            </a:r>
            <a:r>
              <a:rPr lang="en-US" altLang="zh-TW" sz="2800" i="1">
                <a:latin typeface="Times New Roman" panose="02020603050405020304" pitchFamily="18" charset="0"/>
              </a:rPr>
              <a:t>. The received codeword</a:t>
            </a:r>
            <a:br>
              <a:rPr lang="en-US" altLang="zh-TW" sz="2800" i="1">
                <a:latin typeface="Times New Roman" panose="02020603050405020304" pitchFamily="18" charset="0"/>
              </a:rPr>
            </a:br>
            <a:r>
              <a:rPr lang="en-US" altLang="zh-TW" sz="2800" i="1">
                <a:latin typeface="Times New Roman" panose="02020603050405020304" pitchFamily="18" charset="0"/>
              </a:rPr>
              <a:t>     is 10110. The syndrome is 1. No dataword is created. </a:t>
            </a:r>
          </a:p>
        </p:txBody>
      </p:sp>
      <p:sp>
        <p:nvSpPr>
          <p:cNvPr id="94213" name="Text Box 11">
            <a:extLst>
              <a:ext uri="{FF2B5EF4-FFF2-40B4-BE49-F238E27FC236}">
                <a16:creationId xmlns:a16="http://schemas.microsoft.com/office/drawing/2014/main" id="{611146CD-868A-AC6D-21FE-FD9AB95BBB20}"/>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Slide Number Placeholder 3">
            <a:extLst>
              <a:ext uri="{FF2B5EF4-FFF2-40B4-BE49-F238E27FC236}">
                <a16:creationId xmlns:a16="http://schemas.microsoft.com/office/drawing/2014/main" id="{64D2A8F1-2CEA-D801-61FC-371C2DAD92F0}"/>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10CACDDA-B7A3-4515-BEFA-DDD33FCCCE41}" type="slidenum">
              <a:rPr lang="en-US" altLang="zh-TW" sz="2000"/>
              <a:pPr/>
              <a:t>41</a:t>
            </a:fld>
            <a:endParaRPr lang="en-US" altLang="zh-TW" sz="2000"/>
          </a:p>
        </p:txBody>
      </p:sp>
      <p:sp>
        <p:nvSpPr>
          <p:cNvPr id="96260" name="Rectangle 9">
            <a:extLst>
              <a:ext uri="{FF2B5EF4-FFF2-40B4-BE49-F238E27FC236}">
                <a16:creationId xmlns:a16="http://schemas.microsoft.com/office/drawing/2014/main" id="{31D787A1-A0E2-2AAC-0B26-4C127F4304EE}"/>
              </a:ext>
            </a:extLst>
          </p:cNvPr>
          <p:cNvSpPr>
            <a:spLocks noChangeArrowheads="1"/>
          </p:cNvSpPr>
          <p:nvPr/>
        </p:nvSpPr>
        <p:spPr bwMode="auto">
          <a:xfrm>
            <a:off x="228600" y="1143000"/>
            <a:ext cx="87630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4</a:t>
            </a:r>
            <a:r>
              <a:rPr lang="en-US" altLang="zh-TW" sz="2800" i="1">
                <a:latin typeface="Times New Roman" panose="02020603050405020304" pitchFamily="18" charset="0"/>
              </a:rPr>
              <a:t>. An error changes r</a:t>
            </a:r>
            <a:r>
              <a:rPr lang="en-US" altLang="zh-TW" sz="2800" i="1" baseline="-14000">
                <a:latin typeface="Times New Roman" panose="02020603050405020304" pitchFamily="18" charset="0"/>
              </a:rPr>
              <a:t>0</a:t>
            </a:r>
            <a:r>
              <a:rPr lang="en-US" altLang="zh-TW" sz="2800" i="1">
                <a:latin typeface="Times New Roman" panose="02020603050405020304" pitchFamily="18" charset="0"/>
              </a:rPr>
              <a:t> and a second error changes a</a:t>
            </a:r>
            <a:r>
              <a:rPr lang="en-US" altLang="zh-TW" sz="2800" i="1" baseline="-14000">
                <a:latin typeface="Times New Roman" panose="02020603050405020304" pitchFamily="18" charset="0"/>
              </a:rPr>
              <a:t>3 </a:t>
            </a:r>
            <a:r>
              <a:rPr lang="en-US" altLang="zh-TW" sz="2800" i="1">
                <a:latin typeface="Times New Roman" panose="02020603050405020304" pitchFamily="18" charset="0"/>
              </a:rPr>
              <a:t>.</a:t>
            </a:r>
          </a:p>
          <a:p>
            <a:r>
              <a:rPr lang="en-US" altLang="zh-TW" sz="2800" i="1">
                <a:latin typeface="Times New Roman" panose="02020603050405020304" pitchFamily="18" charset="0"/>
              </a:rPr>
              <a:t>    The received codeword is 00110. The syndrome is 0.</a:t>
            </a:r>
            <a:br>
              <a:rPr lang="en-US" altLang="zh-TW" sz="2800" i="1">
                <a:latin typeface="Times New Roman" panose="02020603050405020304" pitchFamily="18" charset="0"/>
              </a:rPr>
            </a:br>
            <a:r>
              <a:rPr lang="en-US" altLang="zh-TW" sz="2800" i="1">
                <a:latin typeface="Times New Roman" panose="02020603050405020304" pitchFamily="18" charset="0"/>
              </a:rPr>
              <a:t>    The dataword 0011 is created at the receiver. Note that</a:t>
            </a:r>
          </a:p>
          <a:p>
            <a:r>
              <a:rPr lang="en-US" altLang="zh-TW" sz="2800" i="1">
                <a:latin typeface="Times New Roman" panose="02020603050405020304" pitchFamily="18" charset="0"/>
              </a:rPr>
              <a:t>    here the dataword is  wrongly created due to the</a:t>
            </a:r>
          </a:p>
          <a:p>
            <a:r>
              <a:rPr lang="en-US" altLang="zh-TW" sz="2800" i="1">
                <a:latin typeface="Times New Roman" panose="02020603050405020304" pitchFamily="18" charset="0"/>
              </a:rPr>
              <a:t>    syndrome value. </a:t>
            </a:r>
          </a:p>
          <a:p>
            <a:r>
              <a:rPr lang="en-US" altLang="zh-TW" sz="2800" i="1">
                <a:solidFill>
                  <a:schemeClr val="hlink"/>
                </a:solidFill>
                <a:latin typeface="Times New Roman" panose="02020603050405020304" pitchFamily="18" charset="0"/>
              </a:rPr>
              <a:t>5</a:t>
            </a:r>
            <a:r>
              <a:rPr lang="en-US" altLang="zh-TW" sz="2800" i="1">
                <a:latin typeface="Times New Roman" panose="02020603050405020304" pitchFamily="18" charset="0"/>
              </a:rPr>
              <a:t>. Three bits—a</a:t>
            </a:r>
            <a:r>
              <a:rPr lang="en-US" altLang="zh-TW" sz="2800" i="1" baseline="-14000">
                <a:latin typeface="Times New Roman" panose="02020603050405020304" pitchFamily="18" charset="0"/>
              </a:rPr>
              <a:t>3</a:t>
            </a:r>
            <a:r>
              <a:rPr lang="en-US" altLang="zh-TW" sz="2800" i="1">
                <a:latin typeface="Times New Roman" panose="02020603050405020304" pitchFamily="18" charset="0"/>
              </a:rPr>
              <a:t>, a</a:t>
            </a:r>
            <a:r>
              <a:rPr lang="en-US" altLang="zh-TW" sz="2800" i="1" baseline="-14000">
                <a:latin typeface="Times New Roman" panose="02020603050405020304" pitchFamily="18" charset="0"/>
              </a:rPr>
              <a:t>2</a:t>
            </a:r>
            <a:r>
              <a:rPr lang="en-US" altLang="zh-TW" sz="2800" i="1">
                <a:latin typeface="Times New Roman" panose="02020603050405020304" pitchFamily="18" charset="0"/>
              </a:rPr>
              <a:t>, and a</a:t>
            </a:r>
            <a:r>
              <a:rPr lang="en-US" altLang="zh-TW" sz="2800" i="1" baseline="-14000">
                <a:latin typeface="Times New Roman" panose="02020603050405020304" pitchFamily="18" charset="0"/>
              </a:rPr>
              <a:t>1</a:t>
            </a:r>
            <a:r>
              <a:rPr lang="en-US" altLang="zh-TW" sz="2800" i="1">
                <a:latin typeface="Times New Roman" panose="02020603050405020304" pitchFamily="18" charset="0"/>
              </a:rPr>
              <a:t>—are changed by errors.</a:t>
            </a:r>
            <a:br>
              <a:rPr lang="en-US" altLang="zh-TW" sz="2800" i="1">
                <a:latin typeface="Times New Roman" panose="02020603050405020304" pitchFamily="18" charset="0"/>
              </a:rPr>
            </a:br>
            <a:r>
              <a:rPr lang="en-US" altLang="zh-TW" sz="2800" i="1">
                <a:latin typeface="Times New Roman" panose="02020603050405020304" pitchFamily="18" charset="0"/>
              </a:rPr>
              <a:t>    The received codeword is 01011. The syndrome is 1.</a:t>
            </a:r>
            <a:br>
              <a:rPr lang="en-US" altLang="zh-TW" sz="2800" i="1">
                <a:latin typeface="Times New Roman" panose="02020603050405020304" pitchFamily="18" charset="0"/>
              </a:rPr>
            </a:br>
            <a:r>
              <a:rPr lang="en-US" altLang="zh-TW" sz="2800" i="1">
                <a:latin typeface="Times New Roman" panose="02020603050405020304" pitchFamily="18" charset="0"/>
              </a:rPr>
              <a:t>    The dataword is not created. This shows that the simple</a:t>
            </a:r>
            <a:br>
              <a:rPr lang="en-US" altLang="zh-TW" sz="2800" i="1">
                <a:latin typeface="Times New Roman" panose="02020603050405020304" pitchFamily="18" charset="0"/>
              </a:rPr>
            </a:br>
            <a:r>
              <a:rPr lang="en-US" altLang="zh-TW" sz="2800" i="1">
                <a:latin typeface="Times New Roman" panose="02020603050405020304" pitchFamily="18" charset="0"/>
              </a:rPr>
              <a:t>    parity check, guaranteed to detect one single error, can</a:t>
            </a:r>
            <a:br>
              <a:rPr lang="en-US" altLang="zh-TW" sz="2800" i="1">
                <a:latin typeface="Times New Roman" panose="02020603050405020304" pitchFamily="18" charset="0"/>
              </a:rPr>
            </a:br>
            <a:r>
              <a:rPr lang="en-US" altLang="zh-TW" sz="2800" i="1">
                <a:latin typeface="Times New Roman" panose="02020603050405020304" pitchFamily="18" charset="0"/>
              </a:rPr>
              <a:t>    also find any odd number of errors.</a:t>
            </a:r>
          </a:p>
        </p:txBody>
      </p:sp>
      <p:sp>
        <p:nvSpPr>
          <p:cNvPr id="96261" name="Text Box 10">
            <a:extLst>
              <a:ext uri="{FF2B5EF4-FFF2-40B4-BE49-F238E27FC236}">
                <a16:creationId xmlns:a16="http://schemas.microsoft.com/office/drawing/2014/main" id="{CBD59472-17A6-11D0-AF10-203A1D65864B}"/>
              </a:ext>
            </a:extLst>
          </p:cNvPr>
          <p:cNvSpPr txBox="1">
            <a:spLocks noChangeArrowheads="1"/>
          </p:cNvSpPr>
          <p:nvPr/>
        </p:nvSpPr>
        <p:spPr bwMode="auto">
          <a:xfrm>
            <a:off x="152400" y="228600"/>
            <a:ext cx="4833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10.12  (continued)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Slide Number Placeholder 3">
            <a:extLst>
              <a:ext uri="{FF2B5EF4-FFF2-40B4-BE49-F238E27FC236}">
                <a16:creationId xmlns:a16="http://schemas.microsoft.com/office/drawing/2014/main" id="{87B0F44D-3CBA-85D6-FD2A-EF39F7E6A460}"/>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B9203F6-276B-4B01-8F4A-636D7921EB17}" type="slidenum">
              <a:rPr lang="en-US" altLang="zh-TW" sz="2000"/>
              <a:pPr/>
              <a:t>42</a:t>
            </a:fld>
            <a:endParaRPr lang="en-US" altLang="zh-TW" sz="2000"/>
          </a:p>
        </p:txBody>
      </p:sp>
      <p:sp>
        <p:nvSpPr>
          <p:cNvPr id="98308" name="Line 9">
            <a:extLst>
              <a:ext uri="{FF2B5EF4-FFF2-40B4-BE49-F238E27FC236}">
                <a16:creationId xmlns:a16="http://schemas.microsoft.com/office/drawing/2014/main" id="{72F8F464-9270-04AC-11E0-BFDDB395675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8309" name="Line 10">
            <a:extLst>
              <a:ext uri="{FF2B5EF4-FFF2-40B4-BE49-F238E27FC236}">
                <a16:creationId xmlns:a16="http://schemas.microsoft.com/office/drawing/2014/main" id="{6CCAD1CA-536D-F316-8405-315137206C3B}"/>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8310" name="Rectangle 11">
            <a:extLst>
              <a:ext uri="{FF2B5EF4-FFF2-40B4-BE49-F238E27FC236}">
                <a16:creationId xmlns:a16="http://schemas.microsoft.com/office/drawing/2014/main" id="{DAD115D5-87F0-1BF2-6455-83417011F8DD}"/>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A simple parity-check code can detect an odd number of errors.</a:t>
            </a:r>
          </a:p>
        </p:txBody>
      </p:sp>
      <p:grpSp>
        <p:nvGrpSpPr>
          <p:cNvPr id="98311" name="Group 12">
            <a:extLst>
              <a:ext uri="{FF2B5EF4-FFF2-40B4-BE49-F238E27FC236}">
                <a16:creationId xmlns:a16="http://schemas.microsoft.com/office/drawing/2014/main" id="{375057BE-E703-0031-5A28-327EF017B02A}"/>
              </a:ext>
            </a:extLst>
          </p:cNvPr>
          <p:cNvGrpSpPr>
            <a:grpSpLocks/>
          </p:cNvGrpSpPr>
          <p:nvPr/>
        </p:nvGrpSpPr>
        <p:grpSpPr bwMode="auto">
          <a:xfrm>
            <a:off x="533400" y="2024063"/>
            <a:ext cx="1143000" cy="566737"/>
            <a:chOff x="1200" y="1248"/>
            <a:chExt cx="720" cy="357"/>
          </a:xfrm>
        </p:grpSpPr>
        <p:pic>
          <p:nvPicPr>
            <p:cNvPr id="98312" name="Picture 13">
              <a:extLst>
                <a:ext uri="{FF2B5EF4-FFF2-40B4-BE49-F238E27FC236}">
                  <a16:creationId xmlns:a16="http://schemas.microsoft.com/office/drawing/2014/main" id="{1039A7A2-1468-B412-08AF-20B8D0A693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8313" name="Text Box 14">
              <a:extLst>
                <a:ext uri="{FF2B5EF4-FFF2-40B4-BE49-F238E27FC236}">
                  <a16:creationId xmlns:a16="http://schemas.microsoft.com/office/drawing/2014/main" id="{6EB74AFF-C903-BD65-2A20-615B919DDA9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Slide Number Placeholder 3">
            <a:extLst>
              <a:ext uri="{FF2B5EF4-FFF2-40B4-BE49-F238E27FC236}">
                <a16:creationId xmlns:a16="http://schemas.microsoft.com/office/drawing/2014/main" id="{F7E64D59-C63D-4BE9-CC8F-EC9DF5675829}"/>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96F1F41-8F5F-4EF0-B374-24BB17FBB2CB}" type="slidenum">
              <a:rPr lang="en-US" altLang="zh-TW" sz="2000"/>
              <a:pPr/>
              <a:t>43</a:t>
            </a:fld>
            <a:endParaRPr lang="en-US" altLang="zh-TW" sz="2000"/>
          </a:p>
        </p:txBody>
      </p:sp>
      <p:sp>
        <p:nvSpPr>
          <p:cNvPr id="100356" name="Text Box 4">
            <a:extLst>
              <a:ext uri="{FF2B5EF4-FFF2-40B4-BE49-F238E27FC236}">
                <a16:creationId xmlns:a16="http://schemas.microsoft.com/office/drawing/2014/main" id="{D24DA6D1-B03A-4C87-150F-BAB16195F02A}"/>
              </a:ext>
            </a:extLst>
          </p:cNvPr>
          <p:cNvSpPr txBox="1">
            <a:spLocks noChangeArrowheads="1"/>
          </p:cNvSpPr>
          <p:nvPr/>
        </p:nvSpPr>
        <p:spPr bwMode="auto">
          <a:xfrm>
            <a:off x="152400" y="304800"/>
            <a:ext cx="48728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dirty="0">
                <a:solidFill>
                  <a:schemeClr val="folHlink"/>
                </a:solidFill>
                <a:latin typeface="Times New Roman" panose="02020603050405020304" pitchFamily="18" charset="0"/>
              </a:rPr>
              <a:t>Figure </a:t>
            </a:r>
            <a:r>
              <a:rPr lang="en-US" altLang="zh-TW" sz="2000" i="1" dirty="0">
                <a:latin typeface="Times New Roman" panose="02020603050405020304" pitchFamily="18" charset="0"/>
              </a:rPr>
              <a:t>Two-dimensional parity-check code</a:t>
            </a:r>
          </a:p>
        </p:txBody>
      </p:sp>
      <p:pic>
        <p:nvPicPr>
          <p:cNvPr id="100357" name="Picture 9">
            <a:extLst>
              <a:ext uri="{FF2B5EF4-FFF2-40B4-BE49-F238E27FC236}">
                <a16:creationId xmlns:a16="http://schemas.microsoft.com/office/drawing/2014/main" id="{7582A4DD-7C3A-55C8-5C11-44E79C639A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1550" y="2209800"/>
            <a:ext cx="4387850"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Slide Number Placeholder 3">
            <a:extLst>
              <a:ext uri="{FF2B5EF4-FFF2-40B4-BE49-F238E27FC236}">
                <a16:creationId xmlns:a16="http://schemas.microsoft.com/office/drawing/2014/main" id="{82CCE98E-6E53-1458-D931-6EB591BA3717}"/>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1791420E-86EF-4984-B2D1-6891623F7E82}" type="slidenum">
              <a:rPr lang="en-US" altLang="zh-TW" sz="2000"/>
              <a:pPr/>
              <a:t>44</a:t>
            </a:fld>
            <a:endParaRPr lang="en-US" altLang="zh-TW" sz="2000"/>
          </a:p>
        </p:txBody>
      </p:sp>
      <p:sp>
        <p:nvSpPr>
          <p:cNvPr id="102404" name="Text Box 4">
            <a:extLst>
              <a:ext uri="{FF2B5EF4-FFF2-40B4-BE49-F238E27FC236}">
                <a16:creationId xmlns:a16="http://schemas.microsoft.com/office/drawing/2014/main" id="{F16AC019-E26C-8809-0744-CB33359A933B}"/>
              </a:ext>
            </a:extLst>
          </p:cNvPr>
          <p:cNvSpPr txBox="1">
            <a:spLocks noChangeArrowheads="1"/>
          </p:cNvSpPr>
          <p:nvPr/>
        </p:nvSpPr>
        <p:spPr bwMode="auto">
          <a:xfrm>
            <a:off x="152400" y="304800"/>
            <a:ext cx="5680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10.11  </a:t>
            </a:r>
            <a:r>
              <a:rPr lang="en-US" altLang="zh-TW" sz="2000" i="1">
                <a:latin typeface="Times New Roman" panose="02020603050405020304" pitchFamily="18" charset="0"/>
              </a:rPr>
              <a:t>Two-dimensional parity-check code</a:t>
            </a:r>
          </a:p>
        </p:txBody>
      </p:sp>
      <p:pic>
        <p:nvPicPr>
          <p:cNvPr id="102405" name="Picture 8">
            <a:extLst>
              <a:ext uri="{FF2B5EF4-FFF2-40B4-BE49-F238E27FC236}">
                <a16:creationId xmlns:a16="http://schemas.microsoft.com/office/drawing/2014/main" id="{C2E6356B-3D0F-9C35-396E-CF65214002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47900"/>
            <a:ext cx="854710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Slide Number Placeholder 3">
            <a:extLst>
              <a:ext uri="{FF2B5EF4-FFF2-40B4-BE49-F238E27FC236}">
                <a16:creationId xmlns:a16="http://schemas.microsoft.com/office/drawing/2014/main" id="{12D25591-5682-4BA3-93B8-7D57478896BC}"/>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7B797C7-983F-4924-A4B8-C523C7F2589F}" type="slidenum">
              <a:rPr lang="en-US" altLang="zh-TW" sz="2000"/>
              <a:pPr/>
              <a:t>45</a:t>
            </a:fld>
            <a:endParaRPr lang="en-US" altLang="zh-TW" sz="2000"/>
          </a:p>
        </p:txBody>
      </p:sp>
      <p:sp>
        <p:nvSpPr>
          <p:cNvPr id="104452" name="Text Box 4">
            <a:extLst>
              <a:ext uri="{FF2B5EF4-FFF2-40B4-BE49-F238E27FC236}">
                <a16:creationId xmlns:a16="http://schemas.microsoft.com/office/drawing/2014/main" id="{86AC01D2-2F9B-1276-4650-E156CA20B2EB}"/>
              </a:ext>
            </a:extLst>
          </p:cNvPr>
          <p:cNvSpPr txBox="1">
            <a:spLocks noChangeArrowheads="1"/>
          </p:cNvSpPr>
          <p:nvPr/>
        </p:nvSpPr>
        <p:spPr bwMode="auto">
          <a:xfrm>
            <a:off x="152400" y="304800"/>
            <a:ext cx="5680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10.11  </a:t>
            </a:r>
            <a:r>
              <a:rPr lang="en-US" altLang="zh-TW" sz="2000" i="1">
                <a:latin typeface="Times New Roman" panose="02020603050405020304" pitchFamily="18" charset="0"/>
              </a:rPr>
              <a:t>Two-dimensional parity-check code</a:t>
            </a:r>
          </a:p>
        </p:txBody>
      </p:sp>
      <p:pic>
        <p:nvPicPr>
          <p:cNvPr id="104453" name="Picture 7">
            <a:extLst>
              <a:ext uri="{FF2B5EF4-FFF2-40B4-BE49-F238E27FC236}">
                <a16:creationId xmlns:a16="http://schemas.microsoft.com/office/drawing/2014/main" id="{30AA874D-3968-7C4C-8B65-CA9EA7E539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2189163"/>
            <a:ext cx="8547100" cy="284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Slide Number Placeholder 3">
            <a:extLst>
              <a:ext uri="{FF2B5EF4-FFF2-40B4-BE49-F238E27FC236}">
                <a16:creationId xmlns:a16="http://schemas.microsoft.com/office/drawing/2014/main" id="{760FF1AB-A65B-DBDF-081C-37BCFF96711E}"/>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0C36DC5A-61C0-48DF-97D4-54F225473362}" type="slidenum">
              <a:rPr lang="en-US" altLang="zh-TW" sz="2000"/>
              <a:pPr/>
              <a:t>46</a:t>
            </a:fld>
            <a:endParaRPr lang="en-US" altLang="zh-TW" sz="2000"/>
          </a:p>
        </p:txBody>
      </p:sp>
      <p:sp>
        <p:nvSpPr>
          <p:cNvPr id="106500" name="Line 9">
            <a:extLst>
              <a:ext uri="{FF2B5EF4-FFF2-40B4-BE49-F238E27FC236}">
                <a16:creationId xmlns:a16="http://schemas.microsoft.com/office/drawing/2014/main" id="{FA1FE5B0-0AAD-BAA5-587B-1D590EAE5011}"/>
              </a:ext>
            </a:extLst>
          </p:cNvPr>
          <p:cNvSpPr>
            <a:spLocks noChangeShapeType="1"/>
          </p:cNvSpPr>
          <p:nvPr/>
        </p:nvSpPr>
        <p:spPr bwMode="auto">
          <a:xfrm>
            <a:off x="457200" y="2057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6501" name="Line 10">
            <a:extLst>
              <a:ext uri="{FF2B5EF4-FFF2-40B4-BE49-F238E27FC236}">
                <a16:creationId xmlns:a16="http://schemas.microsoft.com/office/drawing/2014/main" id="{9067AB71-4438-DDAB-7686-E3C0ABD91E62}"/>
              </a:ext>
            </a:extLst>
          </p:cNvPr>
          <p:cNvSpPr>
            <a:spLocks noChangeShapeType="1"/>
          </p:cNvSpPr>
          <p:nvPr/>
        </p:nvSpPr>
        <p:spPr bwMode="auto">
          <a:xfrm>
            <a:off x="458788" y="4800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6502" name="Rectangle 11">
            <a:extLst>
              <a:ext uri="{FF2B5EF4-FFF2-40B4-BE49-F238E27FC236}">
                <a16:creationId xmlns:a16="http://schemas.microsoft.com/office/drawing/2014/main" id="{7382AA41-EB64-7C20-D397-35D9047A4DC1}"/>
              </a:ext>
            </a:extLst>
          </p:cNvPr>
          <p:cNvSpPr>
            <a:spLocks noChangeArrowheads="1"/>
          </p:cNvSpPr>
          <p:nvPr/>
        </p:nvSpPr>
        <p:spPr bwMode="auto">
          <a:xfrm>
            <a:off x="495300" y="2149475"/>
            <a:ext cx="8077200" cy="156966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All Hamming codes discussed in this book have </a:t>
            </a:r>
            <a:r>
              <a:rPr lang="en-US" altLang="zh-TW" dirty="0" err="1">
                <a:latin typeface="Times New Roman" panose="02020603050405020304" pitchFamily="18" charset="0"/>
                <a:cs typeface="Times New Roman" panose="02020603050405020304" pitchFamily="18" charset="0"/>
              </a:rPr>
              <a:t>d</a:t>
            </a:r>
            <a:r>
              <a:rPr lang="en-US" altLang="zh-TW" baseline="-18000" dirty="0" err="1">
                <a:latin typeface="Times New Roman" panose="02020603050405020304" pitchFamily="18" charset="0"/>
                <a:cs typeface="Times New Roman" panose="02020603050405020304" pitchFamily="18" charset="0"/>
              </a:rPr>
              <a:t>min</a:t>
            </a:r>
            <a:r>
              <a:rPr lang="en-US" altLang="zh-TW" dirty="0">
                <a:latin typeface="Times New Roman" panose="02020603050405020304" pitchFamily="18" charset="0"/>
                <a:cs typeface="Times New Roman" panose="02020603050405020304" pitchFamily="18" charset="0"/>
              </a:rPr>
              <a:t> = 3.</a:t>
            </a:r>
            <a:br>
              <a:rPr lang="en-US" altLang="zh-TW" dirty="0">
                <a:latin typeface="Times New Roman" panose="02020603050405020304" pitchFamily="18" charset="0"/>
                <a:cs typeface="Times New Roman" panose="02020603050405020304" pitchFamily="18" charset="0"/>
              </a:rPr>
            </a:br>
            <a:endParaRPr lang="en-US" altLang="zh-TW" dirty="0">
              <a:latin typeface="Times New Roman" panose="02020603050405020304" pitchFamily="18" charset="0"/>
              <a:cs typeface="Times New Roman" panose="02020603050405020304" pitchFamily="18" charset="0"/>
            </a:endParaRPr>
          </a:p>
        </p:txBody>
      </p:sp>
      <p:grpSp>
        <p:nvGrpSpPr>
          <p:cNvPr id="106503" name="Group 12">
            <a:extLst>
              <a:ext uri="{FF2B5EF4-FFF2-40B4-BE49-F238E27FC236}">
                <a16:creationId xmlns:a16="http://schemas.microsoft.com/office/drawing/2014/main" id="{567659F7-9F60-51C0-0868-F4411794549E}"/>
              </a:ext>
            </a:extLst>
          </p:cNvPr>
          <p:cNvGrpSpPr>
            <a:grpSpLocks/>
          </p:cNvGrpSpPr>
          <p:nvPr/>
        </p:nvGrpSpPr>
        <p:grpSpPr bwMode="auto">
          <a:xfrm>
            <a:off x="533400" y="1371600"/>
            <a:ext cx="1143000" cy="566738"/>
            <a:chOff x="1200" y="1248"/>
            <a:chExt cx="720" cy="357"/>
          </a:xfrm>
        </p:grpSpPr>
        <p:pic>
          <p:nvPicPr>
            <p:cNvPr id="106504" name="Picture 13">
              <a:extLst>
                <a:ext uri="{FF2B5EF4-FFF2-40B4-BE49-F238E27FC236}">
                  <a16:creationId xmlns:a16="http://schemas.microsoft.com/office/drawing/2014/main" id="{344B8A9A-6826-4084-ECAD-B8C172A435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6505" name="Text Box 14">
              <a:extLst>
                <a:ext uri="{FF2B5EF4-FFF2-40B4-BE49-F238E27FC236}">
                  <a16:creationId xmlns:a16="http://schemas.microsoft.com/office/drawing/2014/main" id="{24463ADE-2D3D-6100-B683-A3FA40ABCC3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Slide Number Placeholder 3">
            <a:extLst>
              <a:ext uri="{FF2B5EF4-FFF2-40B4-BE49-F238E27FC236}">
                <a16:creationId xmlns:a16="http://schemas.microsoft.com/office/drawing/2014/main" id="{5F846E1A-E221-D0A5-E15D-A013C89C3344}"/>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F3425B8-E681-4D19-9132-D83E4DFA33C3}" type="slidenum">
              <a:rPr lang="en-US" altLang="zh-TW" sz="2000"/>
              <a:pPr/>
              <a:t>47</a:t>
            </a:fld>
            <a:endParaRPr lang="en-US" altLang="zh-TW" sz="2000"/>
          </a:p>
        </p:txBody>
      </p:sp>
      <p:sp>
        <p:nvSpPr>
          <p:cNvPr id="108548" name="Text Box 2">
            <a:extLst>
              <a:ext uri="{FF2B5EF4-FFF2-40B4-BE49-F238E27FC236}">
                <a16:creationId xmlns:a16="http://schemas.microsoft.com/office/drawing/2014/main" id="{F73F0589-A0AD-F761-A448-625A7002DE9B}"/>
              </a:ext>
            </a:extLst>
          </p:cNvPr>
          <p:cNvSpPr txBox="1">
            <a:spLocks noChangeArrowheads="1"/>
          </p:cNvSpPr>
          <p:nvPr/>
        </p:nvSpPr>
        <p:spPr bwMode="auto">
          <a:xfrm>
            <a:off x="457200" y="838200"/>
            <a:ext cx="4071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Table 10.4  </a:t>
            </a:r>
            <a:r>
              <a:rPr lang="en-US" altLang="zh-TW" sz="2000" i="1">
                <a:latin typeface="Times New Roman" panose="02020603050405020304" pitchFamily="18" charset="0"/>
              </a:rPr>
              <a:t>Hamming code C(7, 4)</a:t>
            </a:r>
          </a:p>
        </p:txBody>
      </p:sp>
      <p:pic>
        <p:nvPicPr>
          <p:cNvPr id="108549" name="Picture 4">
            <a:extLst>
              <a:ext uri="{FF2B5EF4-FFF2-40B4-BE49-F238E27FC236}">
                <a16:creationId xmlns:a16="http://schemas.microsoft.com/office/drawing/2014/main" id="{ABBD2B5F-9807-547A-0FB4-E03FF6BA5B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813" y="1308100"/>
            <a:ext cx="8637587" cy="410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Slide Number Placeholder 3">
            <a:extLst>
              <a:ext uri="{FF2B5EF4-FFF2-40B4-BE49-F238E27FC236}">
                <a16:creationId xmlns:a16="http://schemas.microsoft.com/office/drawing/2014/main" id="{D753E57F-48E3-0C07-3976-8693D6EE06B1}"/>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EC17685-8BD6-4A2C-9004-1CB829A5F78B}" type="slidenum">
              <a:rPr lang="en-US" altLang="zh-TW" sz="2000"/>
              <a:pPr/>
              <a:t>48</a:t>
            </a:fld>
            <a:endParaRPr lang="en-US" altLang="zh-TW" sz="2000"/>
          </a:p>
        </p:txBody>
      </p:sp>
      <p:sp>
        <p:nvSpPr>
          <p:cNvPr id="110596" name="Text Box 4">
            <a:extLst>
              <a:ext uri="{FF2B5EF4-FFF2-40B4-BE49-F238E27FC236}">
                <a16:creationId xmlns:a16="http://schemas.microsoft.com/office/drawing/2014/main" id="{115C065A-3501-7E4F-267E-44305C711249}"/>
              </a:ext>
            </a:extLst>
          </p:cNvPr>
          <p:cNvSpPr txBox="1">
            <a:spLocks noChangeArrowheads="1"/>
          </p:cNvSpPr>
          <p:nvPr/>
        </p:nvSpPr>
        <p:spPr bwMode="auto">
          <a:xfrm>
            <a:off x="228600" y="304800"/>
            <a:ext cx="8499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10.12  </a:t>
            </a:r>
            <a:r>
              <a:rPr lang="en-US" altLang="zh-TW" sz="2000" i="1">
                <a:latin typeface="Times New Roman" panose="02020603050405020304" pitchFamily="18" charset="0"/>
              </a:rPr>
              <a:t>The structure of the encoder and decoder for a Hamming code</a:t>
            </a:r>
          </a:p>
        </p:txBody>
      </p:sp>
      <p:pic>
        <p:nvPicPr>
          <p:cNvPr id="110597" name="Picture 6">
            <a:extLst>
              <a:ext uri="{FF2B5EF4-FFF2-40B4-BE49-F238E27FC236}">
                <a16:creationId xmlns:a16="http://schemas.microsoft.com/office/drawing/2014/main" id="{050BF60A-13BF-4B70-5AEC-1CA20DDA35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763" y="1306513"/>
            <a:ext cx="8656637" cy="454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Slide Number Placeholder 3">
            <a:extLst>
              <a:ext uri="{FF2B5EF4-FFF2-40B4-BE49-F238E27FC236}">
                <a16:creationId xmlns:a16="http://schemas.microsoft.com/office/drawing/2014/main" id="{08541312-F5AA-D0B9-9A54-F7D7BAB78661}"/>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CC2E389D-ADEE-4D9C-B2A7-19E1832DE1E4}" type="slidenum">
              <a:rPr lang="en-US" altLang="zh-TW" sz="2000"/>
              <a:pPr/>
              <a:t>49</a:t>
            </a:fld>
            <a:endParaRPr lang="en-US" altLang="zh-TW" sz="2000"/>
          </a:p>
        </p:txBody>
      </p:sp>
      <p:sp>
        <p:nvSpPr>
          <p:cNvPr id="112644" name="Text Box 2">
            <a:extLst>
              <a:ext uri="{FF2B5EF4-FFF2-40B4-BE49-F238E27FC236}">
                <a16:creationId xmlns:a16="http://schemas.microsoft.com/office/drawing/2014/main" id="{078710F7-BF3D-279D-228E-E08EC1C60E8C}"/>
              </a:ext>
            </a:extLst>
          </p:cNvPr>
          <p:cNvSpPr txBox="1">
            <a:spLocks noChangeArrowheads="1"/>
          </p:cNvSpPr>
          <p:nvPr/>
        </p:nvSpPr>
        <p:spPr bwMode="auto">
          <a:xfrm>
            <a:off x="228600" y="2133600"/>
            <a:ext cx="7373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Table 10.5  </a:t>
            </a:r>
            <a:r>
              <a:rPr lang="en-US" altLang="zh-TW" sz="2000" i="1">
                <a:latin typeface="Times New Roman" panose="02020603050405020304" pitchFamily="18" charset="0"/>
              </a:rPr>
              <a:t>Logical decision made by the correction logic analyzer</a:t>
            </a:r>
          </a:p>
        </p:txBody>
      </p:sp>
      <p:pic>
        <p:nvPicPr>
          <p:cNvPr id="112645" name="Picture 4">
            <a:extLst>
              <a:ext uri="{FF2B5EF4-FFF2-40B4-BE49-F238E27FC236}">
                <a16:creationId xmlns:a16="http://schemas.microsoft.com/office/drawing/2014/main" id="{592A3D91-EB0F-F625-C64F-823F9683D1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5" y="2686050"/>
            <a:ext cx="891222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46" name="Text Box 5">
            <a:extLst>
              <a:ext uri="{FF2B5EF4-FFF2-40B4-BE49-F238E27FC236}">
                <a16:creationId xmlns:a16="http://schemas.microsoft.com/office/drawing/2014/main" id="{3A86E385-C102-87F4-4974-DC93CC9BCA02}"/>
              </a:ext>
            </a:extLst>
          </p:cNvPr>
          <p:cNvSpPr txBox="1">
            <a:spLocks noChangeArrowheads="1"/>
          </p:cNvSpPr>
          <p:nvPr/>
        </p:nvSpPr>
        <p:spPr bwMode="auto">
          <a:xfrm>
            <a:off x="685800" y="4022725"/>
            <a:ext cx="36576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spcBef>
                <a:spcPct val="50000"/>
              </a:spcBef>
            </a:pPr>
            <a:r>
              <a:rPr lang="en-US" altLang="zh-TW" sz="2000" dirty="0">
                <a:solidFill>
                  <a:srgbClr val="FF0000"/>
                </a:solidFill>
                <a:latin typeface="Times New Roman" panose="02020603050405020304" pitchFamily="18" charset="0"/>
                <a:cs typeface="Times New Roman" panose="02020603050405020304" pitchFamily="18" charset="0"/>
              </a:rPr>
              <a:t>r</a:t>
            </a:r>
            <a:r>
              <a:rPr lang="en-US" altLang="zh-TW" sz="2000" baseline="-25000" dirty="0">
                <a:solidFill>
                  <a:srgbClr val="FF0000"/>
                </a:solidFill>
                <a:latin typeface="Times New Roman" panose="02020603050405020304" pitchFamily="18" charset="0"/>
                <a:cs typeface="Times New Roman" panose="02020603050405020304" pitchFamily="18" charset="0"/>
              </a:rPr>
              <a:t>0</a:t>
            </a:r>
            <a:r>
              <a:rPr lang="en-US" altLang="zh-TW" sz="2000" dirty="0">
                <a:solidFill>
                  <a:srgbClr val="FF0000"/>
                </a:solidFill>
                <a:latin typeface="Times New Roman" panose="02020603050405020304" pitchFamily="18" charset="0"/>
                <a:cs typeface="Times New Roman" panose="02020603050405020304" pitchFamily="18" charset="0"/>
              </a:rPr>
              <a:t> = a</a:t>
            </a:r>
            <a:r>
              <a:rPr lang="en-US" altLang="zh-TW" sz="2000" baseline="-25000" dirty="0">
                <a:solidFill>
                  <a:srgbClr val="FF0000"/>
                </a:solidFill>
                <a:latin typeface="Times New Roman" panose="02020603050405020304" pitchFamily="18" charset="0"/>
                <a:cs typeface="Times New Roman" panose="02020603050405020304" pitchFamily="18" charset="0"/>
              </a:rPr>
              <a:t>1</a:t>
            </a:r>
            <a:r>
              <a:rPr lang="en-US" altLang="zh-TW" sz="2000" dirty="0">
                <a:solidFill>
                  <a:srgbClr val="FF0000"/>
                </a:solidFill>
                <a:latin typeface="Times New Roman" panose="02020603050405020304" pitchFamily="18" charset="0"/>
                <a:cs typeface="Times New Roman" panose="02020603050405020304" pitchFamily="18" charset="0"/>
              </a:rPr>
              <a:t> + a</a:t>
            </a:r>
            <a:r>
              <a:rPr lang="en-US" altLang="zh-TW" sz="2000" baseline="-25000" dirty="0">
                <a:solidFill>
                  <a:srgbClr val="FF0000"/>
                </a:solidFill>
                <a:latin typeface="Times New Roman" panose="02020603050405020304" pitchFamily="18" charset="0"/>
                <a:cs typeface="Times New Roman" panose="02020603050405020304" pitchFamily="18" charset="0"/>
              </a:rPr>
              <a:t>0</a:t>
            </a:r>
            <a:r>
              <a:rPr lang="en-US" altLang="zh-TW" sz="2000" dirty="0">
                <a:solidFill>
                  <a:srgbClr val="FF0000"/>
                </a:solidFill>
                <a:latin typeface="Times New Roman" panose="02020603050405020304" pitchFamily="18" charset="0"/>
                <a:cs typeface="Times New Roman" panose="02020603050405020304" pitchFamily="18" charset="0"/>
              </a:rPr>
              <a:t> + a</a:t>
            </a:r>
            <a:r>
              <a:rPr lang="en-US" altLang="zh-TW" sz="2000" baseline="-25000" dirty="0">
                <a:solidFill>
                  <a:srgbClr val="FF0000"/>
                </a:solidFill>
                <a:latin typeface="Times New Roman" panose="02020603050405020304" pitchFamily="18" charset="0"/>
                <a:cs typeface="Times New Roman" panose="02020603050405020304" pitchFamily="18" charset="0"/>
              </a:rPr>
              <a:t>3</a:t>
            </a:r>
            <a:r>
              <a:rPr lang="en-US" altLang="zh-TW" sz="2000" dirty="0">
                <a:solidFill>
                  <a:srgbClr val="FF0000"/>
                </a:solidFill>
                <a:latin typeface="Times New Roman" panose="02020603050405020304" pitchFamily="18" charset="0"/>
                <a:cs typeface="Times New Roman" panose="02020603050405020304" pitchFamily="18" charset="0"/>
              </a:rPr>
              <a:t>  modulo 2</a:t>
            </a:r>
            <a:endParaRPr lang="en-US" altLang="zh-TW" sz="2000" baseline="-25000" dirty="0">
              <a:solidFill>
                <a:srgbClr val="FF0000"/>
              </a:solidFill>
              <a:latin typeface="Times New Roman" panose="02020603050405020304" pitchFamily="18" charset="0"/>
              <a:cs typeface="Times New Roman" panose="02020603050405020304" pitchFamily="18" charset="0"/>
            </a:endParaRPr>
          </a:p>
          <a:p>
            <a:pPr>
              <a:spcBef>
                <a:spcPct val="50000"/>
              </a:spcBef>
            </a:pPr>
            <a:r>
              <a:rPr lang="en-US" altLang="zh-TW" sz="2000" dirty="0">
                <a:solidFill>
                  <a:srgbClr val="00B050"/>
                </a:solidFill>
                <a:latin typeface="Times New Roman" panose="02020603050405020304" pitchFamily="18" charset="0"/>
                <a:cs typeface="Times New Roman" panose="02020603050405020304" pitchFamily="18" charset="0"/>
              </a:rPr>
              <a:t>r</a:t>
            </a:r>
            <a:r>
              <a:rPr lang="en-US" altLang="zh-TW" sz="2000" baseline="-25000" dirty="0">
                <a:solidFill>
                  <a:srgbClr val="00B050"/>
                </a:solidFill>
                <a:latin typeface="Times New Roman" panose="02020603050405020304" pitchFamily="18" charset="0"/>
                <a:cs typeface="Times New Roman" panose="02020603050405020304" pitchFamily="18" charset="0"/>
              </a:rPr>
              <a:t>1</a:t>
            </a:r>
            <a:r>
              <a:rPr lang="en-US" altLang="zh-TW" sz="2000" dirty="0">
                <a:solidFill>
                  <a:srgbClr val="00B050"/>
                </a:solidFill>
                <a:latin typeface="Times New Roman" panose="02020603050405020304" pitchFamily="18" charset="0"/>
                <a:cs typeface="Times New Roman" panose="02020603050405020304" pitchFamily="18" charset="0"/>
              </a:rPr>
              <a:t> = a</a:t>
            </a:r>
            <a:r>
              <a:rPr lang="en-US" altLang="zh-TW" sz="2000" baseline="-25000" dirty="0">
                <a:solidFill>
                  <a:srgbClr val="00B050"/>
                </a:solidFill>
                <a:latin typeface="Times New Roman" panose="02020603050405020304" pitchFamily="18" charset="0"/>
                <a:cs typeface="Times New Roman" panose="02020603050405020304" pitchFamily="18" charset="0"/>
              </a:rPr>
              <a:t>3</a:t>
            </a:r>
            <a:r>
              <a:rPr lang="en-US" altLang="zh-TW" sz="2000" dirty="0">
                <a:solidFill>
                  <a:srgbClr val="00B050"/>
                </a:solidFill>
                <a:latin typeface="Times New Roman" panose="02020603050405020304" pitchFamily="18" charset="0"/>
                <a:cs typeface="Times New Roman" panose="02020603050405020304" pitchFamily="18" charset="0"/>
              </a:rPr>
              <a:t> + a</a:t>
            </a:r>
            <a:r>
              <a:rPr lang="en-US" altLang="zh-TW" sz="2000" baseline="-25000" dirty="0">
                <a:solidFill>
                  <a:srgbClr val="00B050"/>
                </a:solidFill>
                <a:latin typeface="Times New Roman" panose="02020603050405020304" pitchFamily="18" charset="0"/>
                <a:cs typeface="Times New Roman" panose="02020603050405020304" pitchFamily="18" charset="0"/>
              </a:rPr>
              <a:t>2</a:t>
            </a:r>
            <a:r>
              <a:rPr lang="en-US" altLang="zh-TW" sz="2000" dirty="0">
                <a:solidFill>
                  <a:srgbClr val="00B050"/>
                </a:solidFill>
                <a:latin typeface="Times New Roman" panose="02020603050405020304" pitchFamily="18" charset="0"/>
                <a:cs typeface="Times New Roman" panose="02020603050405020304" pitchFamily="18" charset="0"/>
              </a:rPr>
              <a:t> + a</a:t>
            </a:r>
            <a:r>
              <a:rPr lang="en-US" altLang="zh-TW" sz="2000" baseline="-25000" dirty="0">
                <a:solidFill>
                  <a:srgbClr val="00B050"/>
                </a:solidFill>
                <a:latin typeface="Times New Roman" panose="02020603050405020304" pitchFamily="18" charset="0"/>
                <a:cs typeface="Times New Roman" panose="02020603050405020304" pitchFamily="18" charset="0"/>
              </a:rPr>
              <a:t>1 </a:t>
            </a:r>
            <a:r>
              <a:rPr lang="en-US" altLang="zh-TW" sz="2000" dirty="0">
                <a:solidFill>
                  <a:srgbClr val="00B050"/>
                </a:solidFill>
                <a:latin typeface="Times New Roman" panose="02020603050405020304" pitchFamily="18" charset="0"/>
                <a:cs typeface="Times New Roman" panose="02020603050405020304" pitchFamily="18" charset="0"/>
              </a:rPr>
              <a:t> modulo 2</a:t>
            </a:r>
            <a:endParaRPr lang="en-US" altLang="zh-TW" sz="2000" baseline="-25000" dirty="0">
              <a:solidFill>
                <a:srgbClr val="00B050"/>
              </a:solidFill>
              <a:latin typeface="Times New Roman" panose="02020603050405020304" pitchFamily="18" charset="0"/>
              <a:cs typeface="Times New Roman" panose="02020603050405020304" pitchFamily="18" charset="0"/>
            </a:endParaRPr>
          </a:p>
          <a:p>
            <a:pPr>
              <a:spcBef>
                <a:spcPct val="50000"/>
              </a:spcBef>
            </a:pPr>
            <a:r>
              <a:rPr lang="en-US" altLang="zh-TW" sz="2000" dirty="0">
                <a:latin typeface="Times New Roman" panose="02020603050405020304" pitchFamily="18" charset="0"/>
                <a:cs typeface="Times New Roman" panose="02020603050405020304" pitchFamily="18" charset="0"/>
              </a:rPr>
              <a:t>r</a:t>
            </a:r>
            <a:r>
              <a:rPr lang="en-US" altLang="zh-TW" sz="2000" baseline="-25000" dirty="0">
                <a:latin typeface="Times New Roman" panose="02020603050405020304" pitchFamily="18" charset="0"/>
                <a:cs typeface="Times New Roman" panose="02020603050405020304" pitchFamily="18" charset="0"/>
              </a:rPr>
              <a:t>2</a:t>
            </a:r>
            <a:r>
              <a:rPr lang="en-US" altLang="zh-TW" sz="2000" dirty="0">
                <a:latin typeface="Times New Roman" panose="02020603050405020304" pitchFamily="18" charset="0"/>
                <a:cs typeface="Times New Roman" panose="02020603050405020304" pitchFamily="18" charset="0"/>
              </a:rPr>
              <a:t> = a</a:t>
            </a:r>
            <a:r>
              <a:rPr lang="en-US" altLang="zh-TW" sz="2000" baseline="-25000" dirty="0">
                <a:latin typeface="Times New Roman" panose="02020603050405020304" pitchFamily="18" charset="0"/>
                <a:cs typeface="Times New Roman" panose="02020603050405020304" pitchFamily="18" charset="0"/>
              </a:rPr>
              <a:t>2</a:t>
            </a:r>
            <a:r>
              <a:rPr lang="en-US" altLang="zh-TW" sz="2000" dirty="0">
                <a:latin typeface="Times New Roman" panose="02020603050405020304" pitchFamily="18" charset="0"/>
                <a:cs typeface="Times New Roman" panose="02020603050405020304" pitchFamily="18" charset="0"/>
              </a:rPr>
              <a:t> + a</a:t>
            </a:r>
            <a:r>
              <a:rPr lang="en-US" altLang="zh-TW" sz="2000" baseline="-25000" dirty="0">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 + a</a:t>
            </a:r>
            <a:r>
              <a:rPr lang="en-US" altLang="zh-TW" sz="2000" baseline="-25000" dirty="0">
                <a:latin typeface="Times New Roman" panose="02020603050405020304" pitchFamily="18" charset="0"/>
                <a:cs typeface="Times New Roman" panose="02020603050405020304" pitchFamily="18" charset="0"/>
              </a:rPr>
              <a:t>0 </a:t>
            </a:r>
            <a:r>
              <a:rPr lang="en-US" altLang="zh-TW" sz="2000" dirty="0">
                <a:latin typeface="Times New Roman" panose="02020603050405020304" pitchFamily="18" charset="0"/>
                <a:cs typeface="Times New Roman" panose="02020603050405020304" pitchFamily="18" charset="0"/>
              </a:rPr>
              <a:t> modulo 2</a:t>
            </a:r>
          </a:p>
        </p:txBody>
      </p:sp>
      <p:sp>
        <p:nvSpPr>
          <p:cNvPr id="112647" name="Text Box 7">
            <a:extLst>
              <a:ext uri="{FF2B5EF4-FFF2-40B4-BE49-F238E27FC236}">
                <a16:creationId xmlns:a16="http://schemas.microsoft.com/office/drawing/2014/main" id="{2B173024-310A-4C44-BF57-80F004BFDA7F}"/>
              </a:ext>
            </a:extLst>
          </p:cNvPr>
          <p:cNvSpPr txBox="1">
            <a:spLocks noChangeArrowheads="1"/>
          </p:cNvSpPr>
          <p:nvPr/>
        </p:nvSpPr>
        <p:spPr bwMode="auto">
          <a:xfrm>
            <a:off x="4724400" y="3962400"/>
            <a:ext cx="37338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spcBef>
                <a:spcPct val="50000"/>
              </a:spcBef>
            </a:pPr>
            <a:r>
              <a:rPr lang="en-US" altLang="zh-TW" sz="2000" dirty="0">
                <a:solidFill>
                  <a:srgbClr val="FF0000"/>
                </a:solidFill>
                <a:latin typeface="Times New Roman" panose="02020603050405020304" pitchFamily="18" charset="0"/>
                <a:cs typeface="Times New Roman" panose="02020603050405020304" pitchFamily="18" charset="0"/>
              </a:rPr>
              <a:t>s</a:t>
            </a:r>
            <a:r>
              <a:rPr lang="en-US" altLang="zh-TW" sz="2000" baseline="-25000" dirty="0">
                <a:solidFill>
                  <a:srgbClr val="FF0000"/>
                </a:solidFill>
                <a:latin typeface="Times New Roman" panose="02020603050405020304" pitchFamily="18" charset="0"/>
                <a:cs typeface="Times New Roman" panose="02020603050405020304" pitchFamily="18" charset="0"/>
              </a:rPr>
              <a:t>0</a:t>
            </a:r>
            <a:r>
              <a:rPr lang="en-US" altLang="zh-TW" sz="2000" dirty="0">
                <a:solidFill>
                  <a:srgbClr val="FF0000"/>
                </a:solidFill>
                <a:latin typeface="Times New Roman" panose="02020603050405020304" pitchFamily="18" charset="0"/>
                <a:cs typeface="Times New Roman" panose="02020603050405020304" pitchFamily="18" charset="0"/>
              </a:rPr>
              <a:t> = b</a:t>
            </a:r>
            <a:r>
              <a:rPr lang="en-US" altLang="zh-TW" sz="2000" baseline="-25000" dirty="0">
                <a:solidFill>
                  <a:srgbClr val="FF0000"/>
                </a:solidFill>
                <a:latin typeface="Times New Roman" panose="02020603050405020304" pitchFamily="18" charset="0"/>
                <a:cs typeface="Times New Roman" panose="02020603050405020304" pitchFamily="18" charset="0"/>
              </a:rPr>
              <a:t>1</a:t>
            </a:r>
            <a:r>
              <a:rPr lang="en-US" altLang="zh-TW" sz="2000" dirty="0">
                <a:solidFill>
                  <a:srgbClr val="FF0000"/>
                </a:solidFill>
                <a:latin typeface="Times New Roman" panose="02020603050405020304" pitchFamily="18" charset="0"/>
                <a:cs typeface="Times New Roman" panose="02020603050405020304" pitchFamily="18" charset="0"/>
              </a:rPr>
              <a:t> + b</a:t>
            </a:r>
            <a:r>
              <a:rPr lang="en-US" altLang="zh-TW" sz="2000" baseline="-25000" dirty="0">
                <a:solidFill>
                  <a:srgbClr val="FF0000"/>
                </a:solidFill>
                <a:latin typeface="Times New Roman" panose="02020603050405020304" pitchFamily="18" charset="0"/>
                <a:cs typeface="Times New Roman" panose="02020603050405020304" pitchFamily="18" charset="0"/>
              </a:rPr>
              <a:t>0</a:t>
            </a:r>
            <a:r>
              <a:rPr lang="en-US" altLang="zh-TW" sz="2000" dirty="0">
                <a:solidFill>
                  <a:srgbClr val="FF0000"/>
                </a:solidFill>
                <a:latin typeface="Times New Roman" panose="02020603050405020304" pitchFamily="18" charset="0"/>
                <a:cs typeface="Times New Roman" panose="02020603050405020304" pitchFamily="18" charset="0"/>
              </a:rPr>
              <a:t> + b</a:t>
            </a:r>
            <a:r>
              <a:rPr lang="en-US" altLang="zh-TW" sz="2000" baseline="-25000" dirty="0">
                <a:solidFill>
                  <a:srgbClr val="FF0000"/>
                </a:solidFill>
                <a:latin typeface="Times New Roman" panose="02020603050405020304" pitchFamily="18" charset="0"/>
                <a:cs typeface="Times New Roman" panose="02020603050405020304" pitchFamily="18" charset="0"/>
              </a:rPr>
              <a:t>3 </a:t>
            </a:r>
            <a:r>
              <a:rPr lang="en-US" altLang="zh-TW" sz="2000" dirty="0">
                <a:solidFill>
                  <a:srgbClr val="FF0000"/>
                </a:solidFill>
                <a:latin typeface="Times New Roman" panose="02020603050405020304" pitchFamily="18" charset="0"/>
                <a:cs typeface="Times New Roman" panose="02020603050405020304" pitchFamily="18" charset="0"/>
              </a:rPr>
              <a:t>+ q</a:t>
            </a:r>
            <a:r>
              <a:rPr lang="en-US" altLang="zh-TW" sz="2000" baseline="-25000" dirty="0">
                <a:solidFill>
                  <a:srgbClr val="FF0000"/>
                </a:solidFill>
                <a:latin typeface="Times New Roman" panose="02020603050405020304" pitchFamily="18" charset="0"/>
                <a:cs typeface="Times New Roman" panose="02020603050405020304" pitchFamily="18" charset="0"/>
              </a:rPr>
              <a:t>0</a:t>
            </a:r>
            <a:r>
              <a:rPr lang="en-US" altLang="zh-TW" sz="2000" dirty="0">
                <a:solidFill>
                  <a:srgbClr val="FF0000"/>
                </a:solidFill>
                <a:latin typeface="Times New Roman" panose="02020603050405020304" pitchFamily="18" charset="0"/>
                <a:cs typeface="Times New Roman" panose="02020603050405020304" pitchFamily="18" charset="0"/>
              </a:rPr>
              <a:t> modulo 2</a:t>
            </a:r>
            <a:endParaRPr lang="en-US" altLang="zh-TW" sz="2000" baseline="-25000" dirty="0">
              <a:solidFill>
                <a:srgbClr val="FF0000"/>
              </a:solidFill>
              <a:latin typeface="Times New Roman" panose="02020603050405020304" pitchFamily="18" charset="0"/>
              <a:cs typeface="Times New Roman" panose="02020603050405020304" pitchFamily="18" charset="0"/>
            </a:endParaRPr>
          </a:p>
          <a:p>
            <a:pPr>
              <a:spcBef>
                <a:spcPct val="50000"/>
              </a:spcBef>
            </a:pPr>
            <a:r>
              <a:rPr lang="en-US" altLang="zh-TW" sz="2000" dirty="0">
                <a:solidFill>
                  <a:srgbClr val="00B050"/>
                </a:solidFill>
                <a:latin typeface="Times New Roman" panose="02020603050405020304" pitchFamily="18" charset="0"/>
                <a:cs typeface="Times New Roman" panose="02020603050405020304" pitchFamily="18" charset="0"/>
              </a:rPr>
              <a:t>s</a:t>
            </a:r>
            <a:r>
              <a:rPr lang="en-US" altLang="zh-TW" sz="2000" baseline="-25000" dirty="0">
                <a:solidFill>
                  <a:srgbClr val="00B050"/>
                </a:solidFill>
                <a:latin typeface="Times New Roman" panose="02020603050405020304" pitchFamily="18" charset="0"/>
                <a:cs typeface="Times New Roman" panose="02020603050405020304" pitchFamily="18" charset="0"/>
              </a:rPr>
              <a:t>1</a:t>
            </a:r>
            <a:r>
              <a:rPr lang="en-US" altLang="zh-TW" sz="2000" dirty="0">
                <a:solidFill>
                  <a:srgbClr val="00B050"/>
                </a:solidFill>
                <a:latin typeface="Times New Roman" panose="02020603050405020304" pitchFamily="18" charset="0"/>
                <a:cs typeface="Times New Roman" panose="02020603050405020304" pitchFamily="18" charset="0"/>
              </a:rPr>
              <a:t> = b</a:t>
            </a:r>
            <a:r>
              <a:rPr lang="en-US" altLang="zh-TW" sz="2000" baseline="-25000" dirty="0">
                <a:solidFill>
                  <a:srgbClr val="00B050"/>
                </a:solidFill>
                <a:latin typeface="Times New Roman" panose="02020603050405020304" pitchFamily="18" charset="0"/>
                <a:cs typeface="Times New Roman" panose="02020603050405020304" pitchFamily="18" charset="0"/>
              </a:rPr>
              <a:t>3</a:t>
            </a:r>
            <a:r>
              <a:rPr lang="en-US" altLang="zh-TW" sz="2000" dirty="0">
                <a:solidFill>
                  <a:srgbClr val="00B050"/>
                </a:solidFill>
                <a:latin typeface="Times New Roman" panose="02020603050405020304" pitchFamily="18" charset="0"/>
                <a:cs typeface="Times New Roman" panose="02020603050405020304" pitchFamily="18" charset="0"/>
              </a:rPr>
              <a:t> + b</a:t>
            </a:r>
            <a:r>
              <a:rPr lang="en-US" altLang="zh-TW" sz="2000" baseline="-25000" dirty="0">
                <a:solidFill>
                  <a:srgbClr val="00B050"/>
                </a:solidFill>
                <a:latin typeface="Times New Roman" panose="02020603050405020304" pitchFamily="18" charset="0"/>
                <a:cs typeface="Times New Roman" panose="02020603050405020304" pitchFamily="18" charset="0"/>
              </a:rPr>
              <a:t>2</a:t>
            </a:r>
            <a:r>
              <a:rPr lang="en-US" altLang="zh-TW" sz="2000" dirty="0">
                <a:solidFill>
                  <a:srgbClr val="00B050"/>
                </a:solidFill>
                <a:latin typeface="Times New Roman" panose="02020603050405020304" pitchFamily="18" charset="0"/>
                <a:cs typeface="Times New Roman" panose="02020603050405020304" pitchFamily="18" charset="0"/>
              </a:rPr>
              <a:t> + b</a:t>
            </a:r>
            <a:r>
              <a:rPr lang="en-US" altLang="zh-TW" sz="2000" baseline="-25000" dirty="0">
                <a:solidFill>
                  <a:srgbClr val="00B050"/>
                </a:solidFill>
                <a:latin typeface="Times New Roman" panose="02020603050405020304" pitchFamily="18" charset="0"/>
                <a:cs typeface="Times New Roman" panose="02020603050405020304" pitchFamily="18" charset="0"/>
              </a:rPr>
              <a:t>1 </a:t>
            </a:r>
            <a:r>
              <a:rPr lang="en-US" altLang="zh-TW" sz="2000" dirty="0">
                <a:solidFill>
                  <a:srgbClr val="00B050"/>
                </a:solidFill>
                <a:latin typeface="Times New Roman" panose="02020603050405020304" pitchFamily="18" charset="0"/>
                <a:cs typeface="Times New Roman" panose="02020603050405020304" pitchFamily="18" charset="0"/>
              </a:rPr>
              <a:t>+ q</a:t>
            </a:r>
            <a:r>
              <a:rPr lang="en-US" altLang="zh-TW" sz="2000" baseline="-25000" dirty="0">
                <a:solidFill>
                  <a:srgbClr val="00B050"/>
                </a:solidFill>
                <a:latin typeface="Times New Roman" panose="02020603050405020304" pitchFamily="18" charset="0"/>
                <a:cs typeface="Times New Roman" panose="02020603050405020304" pitchFamily="18" charset="0"/>
              </a:rPr>
              <a:t>1</a:t>
            </a:r>
            <a:r>
              <a:rPr lang="en-US" altLang="zh-TW" sz="2000" dirty="0">
                <a:solidFill>
                  <a:srgbClr val="00B050"/>
                </a:solidFill>
                <a:latin typeface="Times New Roman" panose="02020603050405020304" pitchFamily="18" charset="0"/>
                <a:cs typeface="Times New Roman" panose="02020603050405020304" pitchFamily="18" charset="0"/>
              </a:rPr>
              <a:t> modulo 2</a:t>
            </a:r>
            <a:endParaRPr lang="en-US" altLang="zh-TW" sz="2000" baseline="-25000" dirty="0">
              <a:solidFill>
                <a:srgbClr val="00B050"/>
              </a:solidFill>
              <a:latin typeface="Times New Roman" panose="02020603050405020304" pitchFamily="18" charset="0"/>
              <a:cs typeface="Times New Roman" panose="02020603050405020304" pitchFamily="18" charset="0"/>
            </a:endParaRPr>
          </a:p>
          <a:p>
            <a:pPr>
              <a:spcBef>
                <a:spcPct val="50000"/>
              </a:spcBef>
            </a:pPr>
            <a:r>
              <a:rPr lang="en-US" altLang="zh-TW" sz="2000" dirty="0">
                <a:latin typeface="Times New Roman" panose="02020603050405020304" pitchFamily="18" charset="0"/>
                <a:cs typeface="Times New Roman" panose="02020603050405020304" pitchFamily="18" charset="0"/>
              </a:rPr>
              <a:t>s</a:t>
            </a:r>
            <a:r>
              <a:rPr lang="en-US" altLang="zh-TW" sz="2000" baseline="-25000" dirty="0">
                <a:latin typeface="Times New Roman" panose="02020603050405020304" pitchFamily="18" charset="0"/>
                <a:cs typeface="Times New Roman" panose="02020603050405020304" pitchFamily="18" charset="0"/>
              </a:rPr>
              <a:t>2</a:t>
            </a:r>
            <a:r>
              <a:rPr lang="en-US" altLang="zh-TW" sz="2000" dirty="0">
                <a:latin typeface="Times New Roman" panose="02020603050405020304" pitchFamily="18" charset="0"/>
                <a:cs typeface="Times New Roman" panose="02020603050405020304" pitchFamily="18" charset="0"/>
              </a:rPr>
              <a:t> = b</a:t>
            </a:r>
            <a:r>
              <a:rPr lang="en-US" altLang="zh-TW" sz="2000" baseline="-25000" dirty="0">
                <a:latin typeface="Times New Roman" panose="02020603050405020304" pitchFamily="18" charset="0"/>
                <a:cs typeface="Times New Roman" panose="02020603050405020304" pitchFamily="18" charset="0"/>
              </a:rPr>
              <a:t>2</a:t>
            </a:r>
            <a:r>
              <a:rPr lang="en-US" altLang="zh-TW" sz="2000" dirty="0">
                <a:latin typeface="Times New Roman" panose="02020603050405020304" pitchFamily="18" charset="0"/>
                <a:cs typeface="Times New Roman" panose="02020603050405020304" pitchFamily="18" charset="0"/>
              </a:rPr>
              <a:t> + b</a:t>
            </a:r>
            <a:r>
              <a:rPr lang="en-US" altLang="zh-TW" sz="2000" baseline="-25000" dirty="0">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 + b</a:t>
            </a:r>
            <a:r>
              <a:rPr lang="en-US" altLang="zh-TW" sz="2000" baseline="-25000" dirty="0">
                <a:latin typeface="Times New Roman" panose="02020603050405020304" pitchFamily="18" charset="0"/>
                <a:cs typeface="Times New Roman" panose="02020603050405020304" pitchFamily="18" charset="0"/>
              </a:rPr>
              <a:t>0 </a:t>
            </a:r>
            <a:r>
              <a:rPr lang="en-US" altLang="zh-TW" sz="2000" dirty="0">
                <a:latin typeface="Times New Roman" panose="02020603050405020304" pitchFamily="18" charset="0"/>
                <a:cs typeface="Times New Roman" panose="02020603050405020304" pitchFamily="18" charset="0"/>
              </a:rPr>
              <a:t>+ q</a:t>
            </a:r>
            <a:r>
              <a:rPr lang="en-US" altLang="zh-TW" sz="2000" baseline="-25000" dirty="0">
                <a:latin typeface="Times New Roman" panose="02020603050405020304" pitchFamily="18" charset="0"/>
                <a:cs typeface="Times New Roman" panose="02020603050405020304" pitchFamily="18" charset="0"/>
              </a:rPr>
              <a:t>2</a:t>
            </a:r>
            <a:r>
              <a:rPr lang="en-US" altLang="zh-TW" sz="2000" dirty="0">
                <a:latin typeface="Times New Roman" panose="02020603050405020304" pitchFamily="18" charset="0"/>
                <a:cs typeface="Times New Roman" panose="02020603050405020304" pitchFamily="18" charset="0"/>
              </a:rPr>
              <a:t> modulo 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Slide Number Placeholder 3">
            <a:extLst>
              <a:ext uri="{FF2B5EF4-FFF2-40B4-BE49-F238E27FC236}">
                <a16:creationId xmlns:a16="http://schemas.microsoft.com/office/drawing/2014/main" id="{FDF498E6-B450-E045-9CF7-3319E33A911D}"/>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44B928EE-949A-49FB-AA4E-2955D0C1A553}" type="slidenum">
              <a:rPr lang="en-US" altLang="zh-TW" sz="2000"/>
              <a:pPr/>
              <a:t>50</a:t>
            </a:fld>
            <a:endParaRPr lang="en-US" altLang="zh-TW" sz="2000"/>
          </a:p>
        </p:txBody>
      </p:sp>
      <p:sp>
        <p:nvSpPr>
          <p:cNvPr id="114692" name="Rectangle 9">
            <a:extLst>
              <a:ext uri="{FF2B5EF4-FFF2-40B4-BE49-F238E27FC236}">
                <a16:creationId xmlns:a16="http://schemas.microsoft.com/office/drawing/2014/main" id="{F15BA942-8490-F633-FE74-BA3090FA025E}"/>
              </a:ext>
            </a:extLst>
          </p:cNvPr>
          <p:cNvSpPr>
            <a:spLocks noChangeArrowheads="1"/>
          </p:cNvSpPr>
          <p:nvPr/>
        </p:nvSpPr>
        <p:spPr bwMode="auto">
          <a:xfrm>
            <a:off x="228600" y="1143000"/>
            <a:ext cx="86868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latin typeface="Times New Roman" panose="02020603050405020304" pitchFamily="18" charset="0"/>
              </a:rPr>
              <a:t>Let us trace the path of three datawords from the sender to the destination:</a:t>
            </a:r>
          </a:p>
          <a:p>
            <a:r>
              <a:rPr lang="en-US" altLang="zh-TW" sz="2800" i="1">
                <a:solidFill>
                  <a:schemeClr val="hlink"/>
                </a:solidFill>
                <a:latin typeface="Times New Roman" panose="02020603050405020304" pitchFamily="18" charset="0"/>
              </a:rPr>
              <a:t>1.</a:t>
            </a:r>
            <a:r>
              <a:rPr lang="en-US" altLang="zh-TW" sz="2800" i="1">
                <a:latin typeface="Times New Roman" panose="02020603050405020304" pitchFamily="18" charset="0"/>
              </a:rPr>
              <a:t> The dataword 0100 becomes the codeword 0100011.</a:t>
            </a:r>
            <a:br>
              <a:rPr lang="en-US" altLang="zh-TW" sz="2800" i="1">
                <a:latin typeface="Times New Roman" panose="02020603050405020304" pitchFamily="18" charset="0"/>
              </a:rPr>
            </a:br>
            <a:r>
              <a:rPr lang="en-US" altLang="zh-TW" sz="2800" i="1">
                <a:latin typeface="Times New Roman" panose="02020603050405020304" pitchFamily="18" charset="0"/>
              </a:rPr>
              <a:t>     The codeword 0100011 is received. The syndrome is</a:t>
            </a:r>
            <a:br>
              <a:rPr lang="en-US" altLang="zh-TW" sz="2800" i="1">
                <a:latin typeface="Times New Roman" panose="02020603050405020304" pitchFamily="18" charset="0"/>
              </a:rPr>
            </a:br>
            <a:r>
              <a:rPr lang="en-US" altLang="zh-TW" sz="2800" i="1">
                <a:latin typeface="Times New Roman" panose="02020603050405020304" pitchFamily="18" charset="0"/>
              </a:rPr>
              <a:t>     000, the final dataword is 0100.</a:t>
            </a:r>
          </a:p>
          <a:p>
            <a:r>
              <a:rPr lang="en-US" altLang="zh-TW" sz="2800" i="1">
                <a:solidFill>
                  <a:schemeClr val="hlink"/>
                </a:solidFill>
                <a:latin typeface="Times New Roman" panose="02020603050405020304" pitchFamily="18" charset="0"/>
              </a:rPr>
              <a:t>2.</a:t>
            </a:r>
            <a:r>
              <a:rPr lang="en-US" altLang="zh-TW" sz="2800" i="1">
                <a:latin typeface="Times New Roman" panose="02020603050405020304" pitchFamily="18" charset="0"/>
              </a:rPr>
              <a:t> The dataword 0111 becomes the codeword 0111001.</a:t>
            </a:r>
            <a:br>
              <a:rPr lang="en-US" altLang="zh-TW" sz="2800" i="1">
                <a:latin typeface="Times New Roman" panose="02020603050405020304" pitchFamily="18" charset="0"/>
              </a:rPr>
            </a:br>
            <a:r>
              <a:rPr lang="en-US" altLang="zh-TW" sz="2800" i="1">
                <a:latin typeface="Times New Roman" panose="02020603050405020304" pitchFamily="18" charset="0"/>
              </a:rPr>
              <a:t>    The syndrome is 011. After  flipping b</a:t>
            </a:r>
            <a:r>
              <a:rPr lang="en-US" altLang="zh-TW" sz="2800" i="1" baseline="-14000">
                <a:latin typeface="Times New Roman" panose="02020603050405020304" pitchFamily="18" charset="0"/>
              </a:rPr>
              <a:t>2</a:t>
            </a:r>
            <a:r>
              <a:rPr lang="en-US" altLang="zh-TW" sz="2800" i="1">
                <a:latin typeface="Times New Roman" panose="02020603050405020304" pitchFamily="18" charset="0"/>
              </a:rPr>
              <a:t> (changing the 1</a:t>
            </a:r>
            <a:br>
              <a:rPr lang="en-US" altLang="zh-TW" sz="2800" i="1">
                <a:latin typeface="Times New Roman" panose="02020603050405020304" pitchFamily="18" charset="0"/>
              </a:rPr>
            </a:br>
            <a:r>
              <a:rPr lang="en-US" altLang="zh-TW" sz="2800" i="1">
                <a:latin typeface="Times New Roman" panose="02020603050405020304" pitchFamily="18" charset="0"/>
              </a:rPr>
              <a:t>     to 0), the final dataword is 0111.</a:t>
            </a:r>
          </a:p>
          <a:p>
            <a:r>
              <a:rPr lang="en-US" altLang="zh-TW" sz="2800" i="1">
                <a:solidFill>
                  <a:schemeClr val="hlink"/>
                </a:solidFill>
                <a:latin typeface="Times New Roman" panose="02020603050405020304" pitchFamily="18" charset="0"/>
              </a:rPr>
              <a:t>3.</a:t>
            </a:r>
            <a:r>
              <a:rPr lang="en-US" altLang="zh-TW" sz="2800" i="1">
                <a:latin typeface="Times New Roman" panose="02020603050405020304" pitchFamily="18" charset="0"/>
              </a:rPr>
              <a:t> The dataword 1101 becomes the codeword 1101000.</a:t>
            </a:r>
            <a:br>
              <a:rPr lang="en-US" altLang="zh-TW" sz="2800" i="1">
                <a:latin typeface="Times New Roman" panose="02020603050405020304" pitchFamily="18" charset="0"/>
              </a:rPr>
            </a:br>
            <a:r>
              <a:rPr lang="en-US" altLang="zh-TW" sz="2800" i="1">
                <a:latin typeface="Times New Roman" panose="02020603050405020304" pitchFamily="18" charset="0"/>
              </a:rPr>
              <a:t>    The syndrome is 101. After flipping b</a:t>
            </a:r>
            <a:r>
              <a:rPr lang="en-US" altLang="zh-TW" sz="2800" i="1" baseline="-14000">
                <a:latin typeface="Times New Roman" panose="02020603050405020304" pitchFamily="18" charset="0"/>
              </a:rPr>
              <a:t>0</a:t>
            </a:r>
            <a:r>
              <a:rPr lang="en-US" altLang="zh-TW" sz="2800" i="1">
                <a:latin typeface="Times New Roman" panose="02020603050405020304" pitchFamily="18" charset="0"/>
              </a:rPr>
              <a:t>, we get 0000,</a:t>
            </a:r>
            <a:br>
              <a:rPr lang="en-US" altLang="zh-TW" sz="2800" i="1">
                <a:latin typeface="Times New Roman" panose="02020603050405020304" pitchFamily="18" charset="0"/>
              </a:rPr>
            </a:br>
            <a:r>
              <a:rPr lang="en-US" altLang="zh-TW" sz="2800" i="1">
                <a:latin typeface="Times New Roman" panose="02020603050405020304" pitchFamily="18" charset="0"/>
              </a:rPr>
              <a:t>    the wrong dataword. This shows that our code cannot</a:t>
            </a:r>
            <a:br>
              <a:rPr lang="en-US" altLang="zh-TW" sz="2800" i="1">
                <a:latin typeface="Times New Roman" panose="02020603050405020304" pitchFamily="18" charset="0"/>
              </a:rPr>
            </a:br>
            <a:r>
              <a:rPr lang="en-US" altLang="zh-TW" sz="2800" i="1">
                <a:latin typeface="Times New Roman" panose="02020603050405020304" pitchFamily="18" charset="0"/>
              </a:rPr>
              <a:t>    correct two errors.</a:t>
            </a:r>
          </a:p>
        </p:txBody>
      </p:sp>
      <p:sp>
        <p:nvSpPr>
          <p:cNvPr id="114693" name="Text Box 11">
            <a:extLst>
              <a:ext uri="{FF2B5EF4-FFF2-40B4-BE49-F238E27FC236}">
                <a16:creationId xmlns:a16="http://schemas.microsoft.com/office/drawing/2014/main" id="{166D1A41-978B-160A-A134-03A8C9B8A542}"/>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10.13</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Slide Number Placeholder 3">
            <a:extLst>
              <a:ext uri="{FF2B5EF4-FFF2-40B4-BE49-F238E27FC236}">
                <a16:creationId xmlns:a16="http://schemas.microsoft.com/office/drawing/2014/main" id="{6064D47B-4304-3823-C9F0-E7425D591951}"/>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1B8E8E8-612C-46BB-ADBC-32C6818E0C3B}" type="slidenum">
              <a:rPr lang="en-US" altLang="zh-TW" sz="2000"/>
              <a:pPr/>
              <a:t>51</a:t>
            </a:fld>
            <a:endParaRPr lang="en-US" altLang="zh-TW" sz="2000"/>
          </a:p>
        </p:txBody>
      </p:sp>
      <p:sp>
        <p:nvSpPr>
          <p:cNvPr id="116740" name="Rectangle 9">
            <a:extLst>
              <a:ext uri="{FF2B5EF4-FFF2-40B4-BE49-F238E27FC236}">
                <a16:creationId xmlns:a16="http://schemas.microsoft.com/office/drawing/2014/main" id="{839A2F7C-D7EB-74DF-602C-58815F83E6DF}"/>
              </a:ext>
            </a:extLst>
          </p:cNvPr>
          <p:cNvSpPr>
            <a:spLocks noChangeArrowheads="1"/>
          </p:cNvSpPr>
          <p:nvPr/>
        </p:nvSpPr>
        <p:spPr bwMode="auto">
          <a:xfrm>
            <a:off x="228600" y="1143000"/>
            <a:ext cx="868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We need a dataword of at least 7 bits. Calculate values of k and n that satisfy this requirement.</a:t>
            </a:r>
          </a:p>
        </p:txBody>
      </p:sp>
      <p:sp>
        <p:nvSpPr>
          <p:cNvPr id="116741" name="Rectangle 10">
            <a:extLst>
              <a:ext uri="{FF2B5EF4-FFF2-40B4-BE49-F238E27FC236}">
                <a16:creationId xmlns:a16="http://schemas.microsoft.com/office/drawing/2014/main" id="{C55C2EBE-90F5-53A0-F23F-A4F7C23CC6DF}"/>
              </a:ext>
            </a:extLst>
          </p:cNvPr>
          <p:cNvSpPr>
            <a:spLocks noChangeArrowheads="1"/>
          </p:cNvSpPr>
          <p:nvPr/>
        </p:nvSpPr>
        <p:spPr bwMode="auto">
          <a:xfrm>
            <a:off x="228600" y="2130425"/>
            <a:ext cx="8686800" cy="30813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Solution</a:t>
            </a:r>
          </a:p>
          <a:p>
            <a:r>
              <a:rPr lang="en-US" altLang="zh-TW" sz="2800" i="1">
                <a:latin typeface="Times" panose="02020603050405020304" pitchFamily="18" charset="0"/>
              </a:rPr>
              <a:t>We need to make k = n − m greater than or equal to 7, or  2m − 1 − m ≥ 7.</a:t>
            </a:r>
          </a:p>
          <a:p>
            <a:r>
              <a:rPr lang="en-US" altLang="zh-TW" sz="2800" i="1">
                <a:solidFill>
                  <a:schemeClr val="hlink"/>
                </a:solidFill>
                <a:latin typeface="Times" panose="02020603050405020304" pitchFamily="18" charset="0"/>
              </a:rPr>
              <a:t>1</a:t>
            </a:r>
            <a:r>
              <a:rPr lang="en-US" altLang="zh-TW" sz="2800" i="1">
                <a:latin typeface="Times" panose="02020603050405020304" pitchFamily="18" charset="0"/>
              </a:rPr>
              <a:t>. If we set m = 3, the result is n = 23 − 1 and k = 7 − 3,</a:t>
            </a:r>
            <a:br>
              <a:rPr lang="en-US" altLang="zh-TW" sz="2800" i="1">
                <a:latin typeface="Times" panose="02020603050405020304" pitchFamily="18" charset="0"/>
              </a:rPr>
            </a:br>
            <a:r>
              <a:rPr lang="en-US" altLang="zh-TW" sz="2800" i="1">
                <a:latin typeface="Times" panose="02020603050405020304" pitchFamily="18" charset="0"/>
              </a:rPr>
              <a:t>    or 4, which is not acceptable.</a:t>
            </a:r>
          </a:p>
          <a:p>
            <a:r>
              <a:rPr lang="en-US" altLang="zh-TW" sz="2800" i="1">
                <a:solidFill>
                  <a:schemeClr val="hlink"/>
                </a:solidFill>
                <a:latin typeface="Times" panose="02020603050405020304" pitchFamily="18" charset="0"/>
              </a:rPr>
              <a:t>2</a:t>
            </a:r>
            <a:r>
              <a:rPr lang="en-US" altLang="zh-TW" sz="2800" i="1">
                <a:latin typeface="Times" panose="02020603050405020304" pitchFamily="18" charset="0"/>
              </a:rPr>
              <a:t>. If we set m = 4, then n = 24 − 1 = 15 and k = 15 − 4 =</a:t>
            </a:r>
            <a:br>
              <a:rPr lang="en-US" altLang="zh-TW" sz="2800" i="1">
                <a:latin typeface="Times" panose="02020603050405020304" pitchFamily="18" charset="0"/>
              </a:rPr>
            </a:br>
            <a:r>
              <a:rPr lang="en-US" altLang="zh-TW" sz="2800" i="1">
                <a:latin typeface="Times" panose="02020603050405020304" pitchFamily="18" charset="0"/>
              </a:rPr>
              <a:t>    11, which satisfies the condition. So the code is</a:t>
            </a:r>
          </a:p>
        </p:txBody>
      </p:sp>
      <p:sp>
        <p:nvSpPr>
          <p:cNvPr id="116742" name="Text Box 11">
            <a:extLst>
              <a:ext uri="{FF2B5EF4-FFF2-40B4-BE49-F238E27FC236}">
                <a16:creationId xmlns:a16="http://schemas.microsoft.com/office/drawing/2014/main" id="{086EF4B5-994B-7B91-76A0-48DA0B36993F}"/>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10.14</a:t>
            </a:r>
          </a:p>
        </p:txBody>
      </p:sp>
      <p:sp>
        <p:nvSpPr>
          <p:cNvPr id="116743" name="Rectangle 12">
            <a:extLst>
              <a:ext uri="{FF2B5EF4-FFF2-40B4-BE49-F238E27FC236}">
                <a16:creationId xmlns:a16="http://schemas.microsoft.com/office/drawing/2014/main" id="{EBF52715-6A12-F83C-3CE9-D71C0C9D114C}"/>
              </a:ext>
            </a:extLst>
          </p:cNvPr>
          <p:cNvSpPr>
            <a:spLocks noChangeArrowheads="1"/>
          </p:cNvSpPr>
          <p:nvPr/>
        </p:nvSpPr>
        <p:spPr bwMode="auto">
          <a:xfrm>
            <a:off x="3276600" y="5334000"/>
            <a:ext cx="1676400" cy="576263"/>
          </a:xfrm>
          <a:prstGeom prst="rect">
            <a:avLst/>
          </a:prstGeom>
          <a:solidFill>
            <a:srgbClr val="FFFF00"/>
          </a:solidFill>
          <a:ln w="57150" cmpd="thickThin">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latin typeface="Times" panose="02020603050405020304" pitchFamily="18" charset="0"/>
              </a:rPr>
              <a:t>C(15, 11)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Slide Number Placeholder 3">
            <a:extLst>
              <a:ext uri="{FF2B5EF4-FFF2-40B4-BE49-F238E27FC236}">
                <a16:creationId xmlns:a16="http://schemas.microsoft.com/office/drawing/2014/main" id="{3331A646-5163-444A-A35F-AA08E5E0AEDB}"/>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5729DD3-465D-4357-9FEE-30D840B5C708}" type="slidenum">
              <a:rPr lang="en-US" altLang="zh-TW" sz="2000"/>
              <a:pPr/>
              <a:t>52</a:t>
            </a:fld>
            <a:endParaRPr lang="en-US" altLang="zh-TW" sz="2000"/>
          </a:p>
        </p:txBody>
      </p:sp>
      <p:sp>
        <p:nvSpPr>
          <p:cNvPr id="118788" name="Text Box 4">
            <a:extLst>
              <a:ext uri="{FF2B5EF4-FFF2-40B4-BE49-F238E27FC236}">
                <a16:creationId xmlns:a16="http://schemas.microsoft.com/office/drawing/2014/main" id="{FEDDB8EF-7BD4-D1F2-022A-D7A74D69A7D9}"/>
              </a:ext>
            </a:extLst>
          </p:cNvPr>
          <p:cNvSpPr txBox="1">
            <a:spLocks noChangeArrowheads="1"/>
          </p:cNvSpPr>
          <p:nvPr/>
        </p:nvSpPr>
        <p:spPr bwMode="auto">
          <a:xfrm>
            <a:off x="304800" y="381000"/>
            <a:ext cx="6573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10.13  </a:t>
            </a:r>
            <a:r>
              <a:rPr lang="en-US" altLang="zh-TW" sz="2000" i="1">
                <a:latin typeface="Times New Roman" panose="02020603050405020304" pitchFamily="18" charset="0"/>
              </a:rPr>
              <a:t>Burst error correction using Hamming code</a:t>
            </a:r>
          </a:p>
        </p:txBody>
      </p:sp>
      <p:pic>
        <p:nvPicPr>
          <p:cNvPr id="118789" name="Picture 6">
            <a:extLst>
              <a:ext uri="{FF2B5EF4-FFF2-40B4-BE49-F238E27FC236}">
                <a16:creationId xmlns:a16="http://schemas.microsoft.com/office/drawing/2014/main" id="{D7CD6E41-C00E-8C8F-0440-BE79F3A714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425" y="1066800"/>
            <a:ext cx="7724775"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5" name="Slide Number Placeholder 3">
            <a:extLst>
              <a:ext uri="{FF2B5EF4-FFF2-40B4-BE49-F238E27FC236}">
                <a16:creationId xmlns:a16="http://schemas.microsoft.com/office/drawing/2014/main" id="{D60BF19C-0595-DF82-D437-968FC7232A3D}"/>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0A014EE-75D0-48EB-9CAC-54EF4185A1CD}" type="slidenum">
              <a:rPr lang="en-US" altLang="zh-TW" sz="2000"/>
              <a:pPr/>
              <a:t>53</a:t>
            </a:fld>
            <a:endParaRPr lang="en-US" altLang="zh-TW" sz="2000"/>
          </a:p>
        </p:txBody>
      </p:sp>
      <p:sp>
        <p:nvSpPr>
          <p:cNvPr id="860162" name="Rectangle 2">
            <a:extLst>
              <a:ext uri="{FF2B5EF4-FFF2-40B4-BE49-F238E27FC236}">
                <a16:creationId xmlns:a16="http://schemas.microsoft.com/office/drawing/2014/main" id="{89AB43A5-60B1-AFC3-2E65-BD1FD1E8E4B3}"/>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TW" altLang="en-US">
              <a:effectLst>
                <a:outerShdw blurRad="38100" dist="38100" dir="2700000" algn="tl">
                  <a:srgbClr val="FFFFFF"/>
                </a:outerShdw>
              </a:effectLst>
              <a:latin typeface="Times New Roman" panose="02020603050405020304" pitchFamily="18" charset="0"/>
            </a:endParaRPr>
          </a:p>
        </p:txBody>
      </p:sp>
      <p:sp>
        <p:nvSpPr>
          <p:cNvPr id="860163" name="Text Box 3">
            <a:extLst>
              <a:ext uri="{FF2B5EF4-FFF2-40B4-BE49-F238E27FC236}">
                <a16:creationId xmlns:a16="http://schemas.microsoft.com/office/drawing/2014/main" id="{2BF377C0-B469-D5DA-F7AE-4EB1F56B98DF}"/>
              </a:ext>
            </a:extLst>
          </p:cNvPr>
          <p:cNvSpPr txBox="1">
            <a:spLocks noChangeArrowheads="1"/>
          </p:cNvSpPr>
          <p:nvPr/>
        </p:nvSpPr>
        <p:spPr bwMode="auto">
          <a:xfrm>
            <a:off x="228600" y="406400"/>
            <a:ext cx="434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TW">
                <a:effectLst>
                  <a:outerShdw blurRad="38100" dist="38100" dir="2700000" algn="tl">
                    <a:srgbClr val="C0C0C0"/>
                  </a:outerShdw>
                </a:effectLst>
                <a:latin typeface="Times" panose="02020603050405020304" pitchFamily="18" charset="0"/>
              </a:rPr>
              <a:t>10-4   CYCLIC CODES</a:t>
            </a:r>
          </a:p>
        </p:txBody>
      </p:sp>
      <p:sp>
        <p:nvSpPr>
          <p:cNvPr id="120838" name="Text Box 4">
            <a:extLst>
              <a:ext uri="{FF2B5EF4-FFF2-40B4-BE49-F238E27FC236}">
                <a16:creationId xmlns:a16="http://schemas.microsoft.com/office/drawing/2014/main" id="{F32F7797-0001-ADD5-065C-57F9F0D50341}"/>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endParaRPr lang="zh-TW" altLang="en-US" sz="1800">
              <a:latin typeface="Times New Roman" panose="02020603050405020304" pitchFamily="18" charset="0"/>
            </a:endParaRPr>
          </a:p>
        </p:txBody>
      </p:sp>
      <p:sp>
        <p:nvSpPr>
          <p:cNvPr id="860165" name="Rectangle 5">
            <a:extLst>
              <a:ext uri="{FF2B5EF4-FFF2-40B4-BE49-F238E27FC236}">
                <a16:creationId xmlns:a16="http://schemas.microsoft.com/office/drawing/2014/main" id="{8C5E6AD1-A082-C888-1B3D-91AE4305AACE}"/>
              </a:ext>
            </a:extLst>
          </p:cNvPr>
          <p:cNvSpPr>
            <a:spLocks noChangeArrowheads="1"/>
          </p:cNvSpPr>
          <p:nvPr/>
        </p:nvSpPr>
        <p:spPr bwMode="auto">
          <a:xfrm>
            <a:off x="304800" y="1476375"/>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zh-TW" sz="2800" i="1">
                <a:solidFill>
                  <a:schemeClr val="hlink"/>
                </a:solidFill>
                <a:effectLst>
                  <a:outerShdw blurRad="38100" dist="38100" dir="2700000" algn="tl">
                    <a:srgbClr val="C0C0C0"/>
                  </a:outerShdw>
                </a:effectLst>
                <a:latin typeface="Times New Roman" panose="02020603050405020304" pitchFamily="18" charset="0"/>
              </a:rPr>
              <a:t>Cyclic codes</a:t>
            </a:r>
            <a:r>
              <a:rPr lang="en-US" altLang="zh-TW" sz="2800" i="1">
                <a:effectLst>
                  <a:outerShdw blurRad="38100" dist="38100" dir="2700000" algn="tl">
                    <a:srgbClr val="C0C0C0"/>
                  </a:outerShdw>
                </a:effectLst>
                <a:latin typeface="Times New Roman" panose="02020603050405020304" pitchFamily="18" charset="0"/>
              </a:rPr>
              <a:t> are special linear block codes with one extra property. In a cyclic code, if a codeword is cyclically shifted (rotated), the result is another codeword.</a:t>
            </a:r>
          </a:p>
        </p:txBody>
      </p:sp>
      <p:sp>
        <p:nvSpPr>
          <p:cNvPr id="120840" name="Rectangle 6">
            <a:extLst>
              <a:ext uri="{FF2B5EF4-FFF2-40B4-BE49-F238E27FC236}">
                <a16:creationId xmlns:a16="http://schemas.microsoft.com/office/drawing/2014/main" id="{1DDAC71F-2EC3-67DB-125B-750670182FE8}"/>
              </a:ext>
            </a:extLst>
          </p:cNvPr>
          <p:cNvSpPr>
            <a:spLocks noChangeArrowheads="1"/>
          </p:cNvSpPr>
          <p:nvPr/>
        </p:nvSpPr>
        <p:spPr bwMode="auto">
          <a:xfrm>
            <a:off x="304800" y="3981450"/>
            <a:ext cx="67056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rPr>
              <a:t>Cyclic Redundancy Check</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Hardware Implementation</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Polynomials</a:t>
            </a:r>
            <a:br>
              <a:rPr lang="fr-FR" altLang="en-US" sz="2400">
                <a:solidFill>
                  <a:srgbClr val="0033CC"/>
                </a:solidFill>
                <a:latin typeface="Times New Roman" panose="02020603050405020304" pitchFamily="18" charset="0"/>
              </a:rPr>
            </a:br>
            <a:r>
              <a:rPr lang="en-US" altLang="zh-TW" sz="2400">
                <a:solidFill>
                  <a:srgbClr val="0033CC"/>
                </a:solidFill>
                <a:latin typeface="Times New Roman" panose="02020603050405020304" pitchFamily="18" charset="0"/>
              </a:rPr>
              <a:t>Cyclic Code Analysis</a:t>
            </a:r>
          </a:p>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rPr>
              <a:t>Advantages of Cyclic Codes</a:t>
            </a:r>
            <a:br>
              <a:rPr lang="en-US" altLang="zh-TW" sz="2400">
                <a:solidFill>
                  <a:srgbClr val="0033CC"/>
                </a:solidFill>
                <a:latin typeface="Times New Roman" panose="02020603050405020304" pitchFamily="18" charset="0"/>
              </a:rPr>
            </a:br>
            <a:r>
              <a:rPr lang="en-US" altLang="zh-TW" sz="2400">
                <a:solidFill>
                  <a:srgbClr val="0033CC"/>
                </a:solidFill>
                <a:latin typeface="Times New Roman" panose="02020603050405020304" pitchFamily="18" charset="0"/>
              </a:rPr>
              <a:t>Other Cyclic Codes</a:t>
            </a:r>
          </a:p>
        </p:txBody>
      </p:sp>
      <p:sp>
        <p:nvSpPr>
          <p:cNvPr id="860167" name="Text Box 7">
            <a:extLst>
              <a:ext uri="{FF2B5EF4-FFF2-40B4-BE49-F238E27FC236}">
                <a16:creationId xmlns:a16="http://schemas.microsoft.com/office/drawing/2014/main" id="{7064570F-979E-2F2D-96CE-A66D634A6589}"/>
              </a:ext>
            </a:extLst>
          </p:cNvPr>
          <p:cNvSpPr txBox="1">
            <a:spLocks noChangeArrowheads="1"/>
          </p:cNvSpPr>
          <p:nvPr/>
        </p:nvSpPr>
        <p:spPr bwMode="auto">
          <a:xfrm>
            <a:off x="317500" y="35052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TW"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Slide Number Placeholder 3">
            <a:extLst>
              <a:ext uri="{FF2B5EF4-FFF2-40B4-BE49-F238E27FC236}">
                <a16:creationId xmlns:a16="http://schemas.microsoft.com/office/drawing/2014/main" id="{568D2287-C058-06BA-7977-27A3129D30EA}"/>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338BA7F8-18AF-450F-B558-99D9DEE79772}" type="slidenum">
              <a:rPr lang="en-US" altLang="zh-TW" sz="2000"/>
              <a:pPr/>
              <a:t>54</a:t>
            </a:fld>
            <a:endParaRPr lang="en-US" altLang="zh-TW" sz="2000"/>
          </a:p>
        </p:txBody>
      </p:sp>
      <p:sp>
        <p:nvSpPr>
          <p:cNvPr id="122884" name="Text Box 2">
            <a:extLst>
              <a:ext uri="{FF2B5EF4-FFF2-40B4-BE49-F238E27FC236}">
                <a16:creationId xmlns:a16="http://schemas.microsoft.com/office/drawing/2014/main" id="{7EA328BA-733A-5660-F77C-D26B908ED438}"/>
              </a:ext>
            </a:extLst>
          </p:cNvPr>
          <p:cNvSpPr txBox="1">
            <a:spLocks noChangeArrowheads="1"/>
          </p:cNvSpPr>
          <p:nvPr/>
        </p:nvSpPr>
        <p:spPr bwMode="auto">
          <a:xfrm>
            <a:off x="433388" y="1160463"/>
            <a:ext cx="4273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Table 10.6  </a:t>
            </a:r>
            <a:r>
              <a:rPr lang="en-US" altLang="zh-TW" sz="2000" i="1">
                <a:latin typeface="Times New Roman" panose="02020603050405020304" pitchFamily="18" charset="0"/>
              </a:rPr>
              <a:t>A CRC code with C(7, 4)</a:t>
            </a:r>
          </a:p>
        </p:txBody>
      </p:sp>
      <p:pic>
        <p:nvPicPr>
          <p:cNvPr id="122885" name="Picture 6">
            <a:extLst>
              <a:ext uri="{FF2B5EF4-FFF2-40B4-BE49-F238E27FC236}">
                <a16:creationId xmlns:a16="http://schemas.microsoft.com/office/drawing/2014/main" id="{920B990B-1383-DE44-FCC8-0B1E3D0D4B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76400"/>
            <a:ext cx="8739188" cy="428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Slide Number Placeholder 3">
            <a:extLst>
              <a:ext uri="{FF2B5EF4-FFF2-40B4-BE49-F238E27FC236}">
                <a16:creationId xmlns:a16="http://schemas.microsoft.com/office/drawing/2014/main" id="{9C1FFFF1-B593-C05B-C347-F1C5373902E6}"/>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59DB451-F2A9-4161-AD6E-3B0E8A0B10AD}" type="slidenum">
              <a:rPr lang="en-US" altLang="zh-TW" sz="2000"/>
              <a:pPr/>
              <a:t>55</a:t>
            </a:fld>
            <a:endParaRPr lang="en-US" altLang="zh-TW" sz="2000"/>
          </a:p>
        </p:txBody>
      </p:sp>
      <p:sp>
        <p:nvSpPr>
          <p:cNvPr id="124932" name="Text Box 4">
            <a:extLst>
              <a:ext uri="{FF2B5EF4-FFF2-40B4-BE49-F238E27FC236}">
                <a16:creationId xmlns:a16="http://schemas.microsoft.com/office/drawing/2014/main" id="{71D2F338-2AB7-C996-5246-420A82E03919}"/>
              </a:ext>
            </a:extLst>
          </p:cNvPr>
          <p:cNvSpPr txBox="1">
            <a:spLocks noChangeArrowheads="1"/>
          </p:cNvSpPr>
          <p:nvPr/>
        </p:nvSpPr>
        <p:spPr bwMode="auto">
          <a:xfrm>
            <a:off x="152400" y="304800"/>
            <a:ext cx="470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10.14  </a:t>
            </a:r>
            <a:r>
              <a:rPr lang="en-US" altLang="zh-TW" sz="2000" i="1">
                <a:latin typeface="Times New Roman" panose="02020603050405020304" pitchFamily="18" charset="0"/>
              </a:rPr>
              <a:t>CRC encoder and decoder</a:t>
            </a:r>
          </a:p>
        </p:txBody>
      </p:sp>
      <p:pic>
        <p:nvPicPr>
          <p:cNvPr id="124933" name="Picture 6">
            <a:extLst>
              <a:ext uri="{FF2B5EF4-FFF2-40B4-BE49-F238E27FC236}">
                <a16:creationId xmlns:a16="http://schemas.microsoft.com/office/drawing/2014/main" id="{DA66B255-6888-9455-73D5-45A605A3A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557338"/>
            <a:ext cx="8355013" cy="438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Slide Number Placeholder 3">
            <a:extLst>
              <a:ext uri="{FF2B5EF4-FFF2-40B4-BE49-F238E27FC236}">
                <a16:creationId xmlns:a16="http://schemas.microsoft.com/office/drawing/2014/main" id="{DDFE634E-AC57-5E22-3F68-E7FB2F1951C9}"/>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9E24DB1-BB7E-4057-9C71-BC14B3EBEFB6}" type="slidenum">
              <a:rPr lang="en-US" altLang="zh-TW" sz="2000"/>
              <a:pPr/>
              <a:t>56</a:t>
            </a:fld>
            <a:endParaRPr lang="en-US" altLang="zh-TW" sz="2000"/>
          </a:p>
        </p:txBody>
      </p:sp>
      <p:sp>
        <p:nvSpPr>
          <p:cNvPr id="126980" name="Text Box 4">
            <a:extLst>
              <a:ext uri="{FF2B5EF4-FFF2-40B4-BE49-F238E27FC236}">
                <a16:creationId xmlns:a16="http://schemas.microsoft.com/office/drawing/2014/main" id="{9CB4DF47-41FB-6A10-8E4D-42D63408D934}"/>
              </a:ext>
            </a:extLst>
          </p:cNvPr>
          <p:cNvSpPr txBox="1">
            <a:spLocks noChangeArrowheads="1"/>
          </p:cNvSpPr>
          <p:nvPr/>
        </p:nvSpPr>
        <p:spPr bwMode="auto">
          <a:xfrm>
            <a:off x="304800" y="304800"/>
            <a:ext cx="4576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10.15  </a:t>
            </a:r>
            <a:r>
              <a:rPr lang="en-US" altLang="zh-TW" sz="2000" i="1">
                <a:latin typeface="Times New Roman" panose="02020603050405020304" pitchFamily="18" charset="0"/>
              </a:rPr>
              <a:t>Division in CRC encoder</a:t>
            </a:r>
          </a:p>
        </p:txBody>
      </p:sp>
      <p:pic>
        <p:nvPicPr>
          <p:cNvPr id="126981" name="Picture 6">
            <a:extLst>
              <a:ext uri="{FF2B5EF4-FFF2-40B4-BE49-F238E27FC236}">
                <a16:creationId xmlns:a16="http://schemas.microsoft.com/office/drawing/2014/main" id="{6DF6BAD0-FF0B-FAD8-0400-47D2E17F00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0412" y="990600"/>
            <a:ext cx="5083175" cy="5256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Slide Number Placeholder 3">
            <a:extLst>
              <a:ext uri="{FF2B5EF4-FFF2-40B4-BE49-F238E27FC236}">
                <a16:creationId xmlns:a16="http://schemas.microsoft.com/office/drawing/2014/main" id="{B6E83FA6-F1C2-2106-ED49-BB5C2912C8D0}"/>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2F1C828-6A73-49B6-ABF0-812F9ECD0318}" type="slidenum">
              <a:rPr lang="en-US" altLang="zh-TW" sz="2000"/>
              <a:pPr/>
              <a:t>57</a:t>
            </a:fld>
            <a:endParaRPr lang="en-US" altLang="zh-TW" sz="2000"/>
          </a:p>
        </p:txBody>
      </p:sp>
      <p:sp>
        <p:nvSpPr>
          <p:cNvPr id="129028" name="Text Box 4">
            <a:extLst>
              <a:ext uri="{FF2B5EF4-FFF2-40B4-BE49-F238E27FC236}">
                <a16:creationId xmlns:a16="http://schemas.microsoft.com/office/drawing/2014/main" id="{B1F4EB5A-07D7-3881-417B-2A8C2712E137}"/>
              </a:ext>
            </a:extLst>
          </p:cNvPr>
          <p:cNvSpPr txBox="1">
            <a:spLocks noChangeArrowheads="1"/>
          </p:cNvSpPr>
          <p:nvPr/>
        </p:nvSpPr>
        <p:spPr bwMode="auto">
          <a:xfrm>
            <a:off x="152400" y="304800"/>
            <a:ext cx="636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10.16  </a:t>
            </a:r>
            <a:r>
              <a:rPr lang="en-US" altLang="zh-TW" sz="2000" i="1">
                <a:latin typeface="Times New Roman" panose="02020603050405020304" pitchFamily="18" charset="0"/>
              </a:rPr>
              <a:t>Division in the CRC decoder for two cases</a:t>
            </a:r>
          </a:p>
        </p:txBody>
      </p:sp>
      <p:pic>
        <p:nvPicPr>
          <p:cNvPr id="129029" name="Picture 6">
            <a:extLst>
              <a:ext uri="{FF2B5EF4-FFF2-40B4-BE49-F238E27FC236}">
                <a16:creationId xmlns:a16="http://schemas.microsoft.com/office/drawing/2014/main" id="{381054DF-E4C2-2D50-A757-AC0C23DC9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13" y="1550988"/>
            <a:ext cx="7659687" cy="454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Slide Number Placeholder 3">
            <a:extLst>
              <a:ext uri="{FF2B5EF4-FFF2-40B4-BE49-F238E27FC236}">
                <a16:creationId xmlns:a16="http://schemas.microsoft.com/office/drawing/2014/main" id="{904163C1-D1B3-9F52-65B8-A6B4C76CC1B9}"/>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A2A4806-7768-411F-87C8-F693BA920959}" type="slidenum">
              <a:rPr lang="en-US" altLang="zh-TW" sz="2000"/>
              <a:pPr/>
              <a:t>58</a:t>
            </a:fld>
            <a:endParaRPr lang="en-US" altLang="zh-TW" sz="2000"/>
          </a:p>
        </p:txBody>
      </p:sp>
      <p:sp>
        <p:nvSpPr>
          <p:cNvPr id="131076" name="Text Box 4">
            <a:extLst>
              <a:ext uri="{FF2B5EF4-FFF2-40B4-BE49-F238E27FC236}">
                <a16:creationId xmlns:a16="http://schemas.microsoft.com/office/drawing/2014/main" id="{E1018786-4A5B-B7EA-25D5-E4E48574C249}"/>
              </a:ext>
            </a:extLst>
          </p:cNvPr>
          <p:cNvSpPr txBox="1">
            <a:spLocks noChangeArrowheads="1"/>
          </p:cNvSpPr>
          <p:nvPr/>
        </p:nvSpPr>
        <p:spPr bwMode="auto">
          <a:xfrm>
            <a:off x="152400" y="304800"/>
            <a:ext cx="6103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10.17  </a:t>
            </a:r>
            <a:r>
              <a:rPr lang="en-US" altLang="zh-TW" sz="2000" i="1">
                <a:latin typeface="Times New Roman" panose="02020603050405020304" pitchFamily="18" charset="0"/>
              </a:rPr>
              <a:t>Hardwired design of the divisor in CRC</a:t>
            </a:r>
          </a:p>
        </p:txBody>
      </p:sp>
      <p:pic>
        <p:nvPicPr>
          <p:cNvPr id="131077" name="Picture 6">
            <a:extLst>
              <a:ext uri="{FF2B5EF4-FFF2-40B4-BE49-F238E27FC236}">
                <a16:creationId xmlns:a16="http://schemas.microsoft.com/office/drawing/2014/main" id="{A663B314-0C37-C0A8-02AE-80C1CDCC3D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05000"/>
            <a:ext cx="7467600" cy="287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Slide Number Placeholder 3">
            <a:extLst>
              <a:ext uri="{FF2B5EF4-FFF2-40B4-BE49-F238E27FC236}">
                <a16:creationId xmlns:a16="http://schemas.microsoft.com/office/drawing/2014/main" id="{F6F55654-FCA7-693E-5D30-786DB352FC8E}"/>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9806AD7-129C-411F-AA2D-DC3443FB95D2}" type="slidenum">
              <a:rPr lang="en-US" altLang="zh-TW" sz="2000"/>
              <a:pPr/>
              <a:t>59</a:t>
            </a:fld>
            <a:endParaRPr lang="en-US" altLang="zh-TW" sz="2000"/>
          </a:p>
        </p:txBody>
      </p:sp>
      <p:sp>
        <p:nvSpPr>
          <p:cNvPr id="133124" name="Text Box 4">
            <a:extLst>
              <a:ext uri="{FF2B5EF4-FFF2-40B4-BE49-F238E27FC236}">
                <a16:creationId xmlns:a16="http://schemas.microsoft.com/office/drawing/2014/main" id="{567A9BDF-41CD-6B39-A8B3-E3D006AF997B}"/>
              </a:ext>
            </a:extLst>
          </p:cNvPr>
          <p:cNvSpPr txBox="1">
            <a:spLocks noChangeArrowheads="1"/>
          </p:cNvSpPr>
          <p:nvPr/>
        </p:nvSpPr>
        <p:spPr bwMode="auto">
          <a:xfrm>
            <a:off x="304800" y="304800"/>
            <a:ext cx="6011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10.18  </a:t>
            </a:r>
            <a:r>
              <a:rPr lang="en-US" altLang="zh-TW" sz="2000" i="1">
                <a:latin typeface="Times New Roman" panose="02020603050405020304" pitchFamily="18" charset="0"/>
              </a:rPr>
              <a:t>Simulation of division in CRC encoder</a:t>
            </a:r>
          </a:p>
        </p:txBody>
      </p:sp>
      <p:pic>
        <p:nvPicPr>
          <p:cNvPr id="133125" name="Picture 6">
            <a:extLst>
              <a:ext uri="{FF2B5EF4-FFF2-40B4-BE49-F238E27FC236}">
                <a16:creationId xmlns:a16="http://schemas.microsoft.com/office/drawing/2014/main" id="{EE05D662-356B-6142-6A1E-5718F279B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525" y="1093788"/>
            <a:ext cx="6069013" cy="5078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Slide Number Placeholder 3">
            <a:extLst>
              <a:ext uri="{FF2B5EF4-FFF2-40B4-BE49-F238E27FC236}">
                <a16:creationId xmlns:a16="http://schemas.microsoft.com/office/drawing/2014/main" id="{06EE98FE-DEB4-B81E-3212-191D8B71D387}"/>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C57009B-AD04-4081-89B6-0233B7CB62CA}" type="slidenum">
              <a:rPr lang="en-US" altLang="zh-TW" sz="2000"/>
              <a:pPr/>
              <a:t>60</a:t>
            </a:fld>
            <a:endParaRPr lang="en-US" altLang="zh-TW" sz="2000"/>
          </a:p>
        </p:txBody>
      </p:sp>
      <p:sp>
        <p:nvSpPr>
          <p:cNvPr id="135172" name="Text Box 4">
            <a:extLst>
              <a:ext uri="{FF2B5EF4-FFF2-40B4-BE49-F238E27FC236}">
                <a16:creationId xmlns:a16="http://schemas.microsoft.com/office/drawing/2014/main" id="{F2A9308E-7CE2-AB37-B93D-5DA9ADD7DE8A}"/>
              </a:ext>
            </a:extLst>
          </p:cNvPr>
          <p:cNvSpPr txBox="1">
            <a:spLocks noChangeArrowheads="1"/>
          </p:cNvSpPr>
          <p:nvPr/>
        </p:nvSpPr>
        <p:spPr bwMode="auto">
          <a:xfrm>
            <a:off x="152400" y="304800"/>
            <a:ext cx="6696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10.19  </a:t>
            </a:r>
            <a:r>
              <a:rPr lang="en-US" altLang="zh-TW" sz="2000" i="1">
                <a:latin typeface="Times New Roman" panose="02020603050405020304" pitchFamily="18" charset="0"/>
              </a:rPr>
              <a:t>The CRC encoder design using shift registers</a:t>
            </a:r>
          </a:p>
        </p:txBody>
      </p:sp>
      <p:pic>
        <p:nvPicPr>
          <p:cNvPr id="135173" name="Picture 6">
            <a:extLst>
              <a:ext uri="{FF2B5EF4-FFF2-40B4-BE49-F238E27FC236}">
                <a16:creationId xmlns:a16="http://schemas.microsoft.com/office/drawing/2014/main" id="{27DD2235-0108-1B7C-78E6-12C695F278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954338"/>
            <a:ext cx="7413625"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Slide Number Placeholder 3">
            <a:extLst>
              <a:ext uri="{FF2B5EF4-FFF2-40B4-BE49-F238E27FC236}">
                <a16:creationId xmlns:a16="http://schemas.microsoft.com/office/drawing/2014/main" id="{45D71C93-FD56-0DA7-D4FF-F1CECF007CB4}"/>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35AC447-3DF2-4206-A46B-7949521196FE}" type="slidenum">
              <a:rPr lang="en-US" altLang="zh-TW" sz="2000"/>
              <a:pPr/>
              <a:t>61</a:t>
            </a:fld>
            <a:endParaRPr lang="en-US" altLang="zh-TW" sz="2000"/>
          </a:p>
        </p:txBody>
      </p:sp>
      <p:sp>
        <p:nvSpPr>
          <p:cNvPr id="137220" name="Text Box 4">
            <a:extLst>
              <a:ext uri="{FF2B5EF4-FFF2-40B4-BE49-F238E27FC236}">
                <a16:creationId xmlns:a16="http://schemas.microsoft.com/office/drawing/2014/main" id="{733CE5C3-C493-1B88-762C-9EA56E6A3A31}"/>
              </a:ext>
            </a:extLst>
          </p:cNvPr>
          <p:cNvSpPr txBox="1">
            <a:spLocks noChangeArrowheads="1"/>
          </p:cNvSpPr>
          <p:nvPr/>
        </p:nvSpPr>
        <p:spPr bwMode="auto">
          <a:xfrm>
            <a:off x="152400" y="304800"/>
            <a:ext cx="7637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10.20  </a:t>
            </a:r>
            <a:r>
              <a:rPr lang="en-US" altLang="zh-TW" sz="2000" i="1">
                <a:latin typeface="Times New Roman" panose="02020603050405020304" pitchFamily="18" charset="0"/>
              </a:rPr>
              <a:t>General design of encoder and decoder of a CRC code</a:t>
            </a:r>
          </a:p>
        </p:txBody>
      </p:sp>
      <p:pic>
        <p:nvPicPr>
          <p:cNvPr id="137221" name="Picture 6">
            <a:extLst>
              <a:ext uri="{FF2B5EF4-FFF2-40B4-BE49-F238E27FC236}">
                <a16:creationId xmlns:a16="http://schemas.microsoft.com/office/drawing/2014/main" id="{D664F053-86FD-EBBD-B69C-F67CD77762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3338" y="1371600"/>
            <a:ext cx="6545262" cy="454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Slide Number Placeholder 3">
            <a:extLst>
              <a:ext uri="{FF2B5EF4-FFF2-40B4-BE49-F238E27FC236}">
                <a16:creationId xmlns:a16="http://schemas.microsoft.com/office/drawing/2014/main" id="{8F80A430-6A86-FDF3-05DE-8651FC80E553}"/>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EAF2E593-3680-430B-9CDF-C5020C549315}" type="slidenum">
              <a:rPr lang="en-US" altLang="zh-TW" sz="2000"/>
              <a:pPr/>
              <a:t>62</a:t>
            </a:fld>
            <a:endParaRPr lang="en-US" altLang="zh-TW" sz="2000"/>
          </a:p>
        </p:txBody>
      </p:sp>
      <p:sp>
        <p:nvSpPr>
          <p:cNvPr id="139268" name="Text Box 4">
            <a:extLst>
              <a:ext uri="{FF2B5EF4-FFF2-40B4-BE49-F238E27FC236}">
                <a16:creationId xmlns:a16="http://schemas.microsoft.com/office/drawing/2014/main" id="{403BC8C2-3CD8-9087-FAF7-7B4E5472DC89}"/>
              </a:ext>
            </a:extLst>
          </p:cNvPr>
          <p:cNvSpPr txBox="1">
            <a:spLocks noChangeArrowheads="1"/>
          </p:cNvSpPr>
          <p:nvPr/>
        </p:nvSpPr>
        <p:spPr bwMode="auto">
          <a:xfrm>
            <a:off x="152400" y="304800"/>
            <a:ext cx="6296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10.21   </a:t>
            </a:r>
            <a:r>
              <a:rPr lang="en-US" altLang="zh-TW" sz="2400" i="1">
                <a:solidFill>
                  <a:schemeClr val="folHlink"/>
                </a:solidFill>
                <a:latin typeface="Times New Roman" panose="02020603050405020304" pitchFamily="18" charset="0"/>
              </a:rPr>
              <a:t>A</a:t>
            </a:r>
            <a:r>
              <a:rPr lang="en-US" altLang="zh-TW" sz="2400">
                <a:solidFill>
                  <a:schemeClr val="folHlink"/>
                </a:solidFill>
                <a:latin typeface="Times New Roman" panose="02020603050405020304" pitchFamily="18" charset="0"/>
              </a:rPr>
              <a:t> </a:t>
            </a:r>
            <a:r>
              <a:rPr lang="en-US" altLang="zh-TW" sz="2000" i="1">
                <a:latin typeface="Times New Roman" panose="02020603050405020304" pitchFamily="18" charset="0"/>
              </a:rPr>
              <a:t>polynomial to represent a binary word</a:t>
            </a:r>
          </a:p>
        </p:txBody>
      </p:sp>
      <p:pic>
        <p:nvPicPr>
          <p:cNvPr id="139269" name="Picture 6">
            <a:extLst>
              <a:ext uri="{FF2B5EF4-FFF2-40B4-BE49-F238E27FC236}">
                <a16:creationId xmlns:a16="http://schemas.microsoft.com/office/drawing/2014/main" id="{3D0A3710-8576-8AC5-09FB-C2CF11924E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60638"/>
            <a:ext cx="8696325" cy="235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Slide Number Placeholder 3">
            <a:extLst>
              <a:ext uri="{FF2B5EF4-FFF2-40B4-BE49-F238E27FC236}">
                <a16:creationId xmlns:a16="http://schemas.microsoft.com/office/drawing/2014/main" id="{2C365953-ECD3-DF01-0184-1F9652706FD4}"/>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399C42D-21A8-4CD6-8FEB-4DF9DDEEA901}" type="slidenum">
              <a:rPr lang="en-US" altLang="zh-TW" sz="2000"/>
              <a:pPr/>
              <a:t>63</a:t>
            </a:fld>
            <a:endParaRPr lang="en-US" altLang="zh-TW" sz="2000"/>
          </a:p>
        </p:txBody>
      </p:sp>
      <p:sp>
        <p:nvSpPr>
          <p:cNvPr id="141316" name="Text Box 4">
            <a:extLst>
              <a:ext uri="{FF2B5EF4-FFF2-40B4-BE49-F238E27FC236}">
                <a16:creationId xmlns:a16="http://schemas.microsoft.com/office/drawing/2014/main" id="{5622039F-042B-4A23-F722-DE9AC4F9AA5C}"/>
              </a:ext>
            </a:extLst>
          </p:cNvPr>
          <p:cNvSpPr txBox="1">
            <a:spLocks noChangeArrowheads="1"/>
          </p:cNvSpPr>
          <p:nvPr/>
        </p:nvSpPr>
        <p:spPr bwMode="auto">
          <a:xfrm>
            <a:off x="152400" y="304800"/>
            <a:ext cx="532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10.22  </a:t>
            </a:r>
            <a:r>
              <a:rPr lang="en-US" altLang="zh-TW" sz="2000" i="1">
                <a:latin typeface="Times New Roman" panose="02020603050405020304" pitchFamily="18" charset="0"/>
              </a:rPr>
              <a:t>CRC division using polynomials</a:t>
            </a:r>
          </a:p>
        </p:txBody>
      </p:sp>
      <p:pic>
        <p:nvPicPr>
          <p:cNvPr id="141317" name="Picture 6">
            <a:extLst>
              <a:ext uri="{FF2B5EF4-FFF2-40B4-BE49-F238E27FC236}">
                <a16:creationId xmlns:a16="http://schemas.microsoft.com/office/drawing/2014/main" id="{539D27A7-2704-CEA6-D388-5ECE01C53C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1524000"/>
            <a:ext cx="6097587" cy="429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Slide Number Placeholder 3">
            <a:extLst>
              <a:ext uri="{FF2B5EF4-FFF2-40B4-BE49-F238E27FC236}">
                <a16:creationId xmlns:a16="http://schemas.microsoft.com/office/drawing/2014/main" id="{DF3E36A8-1B96-A604-DC8B-FE370356580B}"/>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F454EEA-4C0D-4B85-AA64-C9AE506C225D}" type="slidenum">
              <a:rPr lang="en-US" altLang="zh-TW" sz="2000"/>
              <a:pPr/>
              <a:t>64</a:t>
            </a:fld>
            <a:endParaRPr lang="en-US" altLang="zh-TW" sz="2000"/>
          </a:p>
        </p:txBody>
      </p:sp>
      <p:sp>
        <p:nvSpPr>
          <p:cNvPr id="143364" name="Line 9">
            <a:extLst>
              <a:ext uri="{FF2B5EF4-FFF2-40B4-BE49-F238E27FC236}">
                <a16:creationId xmlns:a16="http://schemas.microsoft.com/office/drawing/2014/main" id="{F878C7F5-C2C4-8F0B-CC6A-156ADA889797}"/>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65" name="Line 10">
            <a:extLst>
              <a:ext uri="{FF2B5EF4-FFF2-40B4-BE49-F238E27FC236}">
                <a16:creationId xmlns:a16="http://schemas.microsoft.com/office/drawing/2014/main" id="{D3D6B77A-D400-77D9-E595-C804545B6E45}"/>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66" name="Rectangle 11">
            <a:extLst>
              <a:ext uri="{FF2B5EF4-FFF2-40B4-BE49-F238E27FC236}">
                <a16:creationId xmlns:a16="http://schemas.microsoft.com/office/drawing/2014/main" id="{C2646DC0-930A-5773-594E-11D17E795149}"/>
              </a:ext>
            </a:extLst>
          </p:cNvPr>
          <p:cNvSpPr>
            <a:spLocks noChangeArrowheads="1"/>
          </p:cNvSpPr>
          <p:nvPr/>
        </p:nvSpPr>
        <p:spPr bwMode="auto">
          <a:xfrm>
            <a:off x="495300" y="2759075"/>
            <a:ext cx="8077200" cy="156966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The divisor in a cyclic code is normally called the generator polynomial</a:t>
            </a:r>
          </a:p>
          <a:p>
            <a:pPr algn="ctr"/>
            <a:r>
              <a:rPr lang="en-US" altLang="zh-TW" dirty="0">
                <a:latin typeface="Times New Roman" panose="02020603050405020304" pitchFamily="18" charset="0"/>
                <a:cs typeface="Times New Roman" panose="02020603050405020304" pitchFamily="18" charset="0"/>
              </a:rPr>
              <a:t>or simply the generator.</a:t>
            </a:r>
          </a:p>
        </p:txBody>
      </p:sp>
      <p:grpSp>
        <p:nvGrpSpPr>
          <p:cNvPr id="143367" name="Group 12">
            <a:extLst>
              <a:ext uri="{FF2B5EF4-FFF2-40B4-BE49-F238E27FC236}">
                <a16:creationId xmlns:a16="http://schemas.microsoft.com/office/drawing/2014/main" id="{EAFC3CBD-2692-0C6B-113F-20EF37D30BE6}"/>
              </a:ext>
            </a:extLst>
          </p:cNvPr>
          <p:cNvGrpSpPr>
            <a:grpSpLocks/>
          </p:cNvGrpSpPr>
          <p:nvPr/>
        </p:nvGrpSpPr>
        <p:grpSpPr bwMode="auto">
          <a:xfrm>
            <a:off x="533400" y="2024063"/>
            <a:ext cx="1143000" cy="566737"/>
            <a:chOff x="1200" y="1248"/>
            <a:chExt cx="720" cy="357"/>
          </a:xfrm>
        </p:grpSpPr>
        <p:pic>
          <p:nvPicPr>
            <p:cNvPr id="143368" name="Picture 13">
              <a:extLst>
                <a:ext uri="{FF2B5EF4-FFF2-40B4-BE49-F238E27FC236}">
                  <a16:creationId xmlns:a16="http://schemas.microsoft.com/office/drawing/2014/main" id="{97718D08-3D8A-F877-30D4-A33226AB96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369" name="Text Box 14">
              <a:extLst>
                <a:ext uri="{FF2B5EF4-FFF2-40B4-BE49-F238E27FC236}">
                  <a16:creationId xmlns:a16="http://schemas.microsoft.com/office/drawing/2014/main" id="{FE89F523-84F0-6754-028A-F17547A6E72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Slide Number Placeholder 3">
            <a:extLst>
              <a:ext uri="{FF2B5EF4-FFF2-40B4-BE49-F238E27FC236}">
                <a16:creationId xmlns:a16="http://schemas.microsoft.com/office/drawing/2014/main" id="{4CB31ED9-BAC0-5D0C-6DA6-3A4A94951F72}"/>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FF1ABF0-A59F-4792-8892-F8414F34D50D}" type="slidenum">
              <a:rPr lang="en-US" altLang="zh-TW" sz="2000"/>
              <a:pPr/>
              <a:t>65</a:t>
            </a:fld>
            <a:endParaRPr lang="en-US" altLang="zh-TW" sz="2000"/>
          </a:p>
        </p:txBody>
      </p:sp>
      <p:grpSp>
        <p:nvGrpSpPr>
          <p:cNvPr id="145412" name="Group 12">
            <a:extLst>
              <a:ext uri="{FF2B5EF4-FFF2-40B4-BE49-F238E27FC236}">
                <a16:creationId xmlns:a16="http://schemas.microsoft.com/office/drawing/2014/main" id="{BDDB5E3C-3663-7851-A363-F74AEC4B093F}"/>
              </a:ext>
            </a:extLst>
          </p:cNvPr>
          <p:cNvGrpSpPr>
            <a:grpSpLocks/>
          </p:cNvGrpSpPr>
          <p:nvPr/>
        </p:nvGrpSpPr>
        <p:grpSpPr bwMode="auto">
          <a:xfrm>
            <a:off x="228600" y="2057400"/>
            <a:ext cx="8686800" cy="3657600"/>
            <a:chOff x="192" y="1440"/>
            <a:chExt cx="5137" cy="2016"/>
          </a:xfrm>
        </p:grpSpPr>
        <p:sp>
          <p:nvSpPr>
            <p:cNvPr id="145417" name="Line 9">
              <a:extLst>
                <a:ext uri="{FF2B5EF4-FFF2-40B4-BE49-F238E27FC236}">
                  <a16:creationId xmlns:a16="http://schemas.microsoft.com/office/drawing/2014/main" id="{40DF18B5-4406-5E50-097D-27C7C2EB9031}"/>
                </a:ext>
              </a:extLst>
            </p:cNvPr>
            <p:cNvSpPr>
              <a:spLocks noChangeShapeType="1"/>
            </p:cNvSpPr>
            <p:nvPr/>
          </p:nvSpPr>
          <p:spPr bwMode="auto">
            <a:xfrm>
              <a:off x="192" y="1440"/>
              <a:ext cx="5136"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5418" name="Line 10">
              <a:extLst>
                <a:ext uri="{FF2B5EF4-FFF2-40B4-BE49-F238E27FC236}">
                  <a16:creationId xmlns:a16="http://schemas.microsoft.com/office/drawing/2014/main" id="{246A7008-2A97-3696-C2C2-B74A40B0BA79}"/>
                </a:ext>
              </a:extLst>
            </p:cNvPr>
            <p:cNvSpPr>
              <a:spLocks noChangeShapeType="1"/>
            </p:cNvSpPr>
            <p:nvPr/>
          </p:nvSpPr>
          <p:spPr bwMode="auto">
            <a:xfrm>
              <a:off x="193" y="3456"/>
              <a:ext cx="5136"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45413" name="Rectangle 11">
            <a:extLst>
              <a:ext uri="{FF2B5EF4-FFF2-40B4-BE49-F238E27FC236}">
                <a16:creationId xmlns:a16="http://schemas.microsoft.com/office/drawing/2014/main" id="{C7173019-E81C-002C-D034-185EEFD82F39}"/>
              </a:ext>
            </a:extLst>
          </p:cNvPr>
          <p:cNvSpPr>
            <a:spLocks noChangeArrowheads="1"/>
          </p:cNvSpPr>
          <p:nvPr/>
        </p:nvSpPr>
        <p:spPr bwMode="auto">
          <a:xfrm>
            <a:off x="342900" y="2149475"/>
            <a:ext cx="8496300" cy="353943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In a cyclic code,</a:t>
            </a:r>
          </a:p>
          <a:p>
            <a:r>
              <a:rPr lang="en-US" altLang="zh-TW" dirty="0">
                <a:latin typeface="Times New Roman" panose="02020603050405020304" pitchFamily="18" charset="0"/>
                <a:cs typeface="Times New Roman" panose="02020603050405020304" pitchFamily="18" charset="0"/>
              </a:rPr>
              <a:t>If </a:t>
            </a:r>
            <a:r>
              <a:rPr lang="en-US" altLang="zh-TW" i="1" dirty="0">
                <a:latin typeface="Times New Roman" panose="02020603050405020304" pitchFamily="18" charset="0"/>
                <a:cs typeface="Times New Roman" panose="02020603050405020304" pitchFamily="18" charset="0"/>
              </a:rPr>
              <a:t>s</a:t>
            </a:r>
            <a:r>
              <a:rPr lang="en-US" altLang="zh-TW" dirty="0">
                <a:latin typeface="Times New Roman" panose="02020603050405020304" pitchFamily="18" charset="0"/>
                <a:cs typeface="Times New Roman" panose="02020603050405020304" pitchFamily="18" charset="0"/>
              </a:rPr>
              <a:t>(x) ≠ 0, one or more bits is corrupted.</a:t>
            </a:r>
          </a:p>
          <a:p>
            <a:r>
              <a:rPr lang="en-US" altLang="zh-TW" dirty="0">
                <a:latin typeface="Times New Roman" panose="02020603050405020304" pitchFamily="18" charset="0"/>
                <a:cs typeface="Times New Roman" panose="02020603050405020304" pitchFamily="18" charset="0"/>
              </a:rPr>
              <a:t>If </a:t>
            </a:r>
            <a:r>
              <a:rPr lang="en-US" altLang="zh-TW" i="1" dirty="0">
                <a:latin typeface="Times New Roman" panose="02020603050405020304" pitchFamily="18" charset="0"/>
                <a:cs typeface="Times New Roman" panose="02020603050405020304" pitchFamily="18" charset="0"/>
              </a:rPr>
              <a:t>s</a:t>
            </a:r>
            <a:r>
              <a:rPr lang="en-US" altLang="zh-TW" dirty="0">
                <a:latin typeface="Times New Roman" panose="02020603050405020304" pitchFamily="18" charset="0"/>
                <a:cs typeface="Times New Roman" panose="02020603050405020304" pitchFamily="18" charset="0"/>
              </a:rPr>
              <a:t>(x) = 0, either</a:t>
            </a:r>
            <a:br>
              <a:rPr lang="en-US" altLang="zh-TW" dirty="0">
                <a:latin typeface="Times New Roman" panose="02020603050405020304" pitchFamily="18" charset="0"/>
                <a:cs typeface="Times New Roman" panose="02020603050405020304" pitchFamily="18" charset="0"/>
              </a:rPr>
            </a:b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a:solidFill>
                  <a:schemeClr val="hlink"/>
                </a:solidFill>
                <a:latin typeface="Times New Roman" panose="02020603050405020304" pitchFamily="18" charset="0"/>
                <a:cs typeface="Times New Roman" panose="02020603050405020304" pitchFamily="18" charset="0"/>
              </a:rPr>
              <a:t>a.</a:t>
            </a:r>
            <a:r>
              <a:rPr lang="en-US" altLang="zh-TW" dirty="0">
                <a:latin typeface="Times New Roman" panose="02020603050405020304" pitchFamily="18" charset="0"/>
                <a:cs typeface="Times New Roman" panose="02020603050405020304" pitchFamily="18" charset="0"/>
              </a:rPr>
              <a:t> No bit is corrupted. or</a:t>
            </a:r>
          </a:p>
          <a:p>
            <a:r>
              <a:rPr lang="en-US" altLang="zh-TW" dirty="0">
                <a:latin typeface="Times New Roman" panose="02020603050405020304" pitchFamily="18" charset="0"/>
                <a:cs typeface="Times New Roman" panose="02020603050405020304" pitchFamily="18" charset="0"/>
              </a:rPr>
              <a:t>   </a:t>
            </a:r>
            <a:r>
              <a:rPr lang="en-US" altLang="zh-TW" dirty="0">
                <a:solidFill>
                  <a:schemeClr val="hlink"/>
                </a:solidFill>
                <a:latin typeface="Times New Roman" panose="02020603050405020304" pitchFamily="18" charset="0"/>
                <a:cs typeface="Times New Roman" panose="02020603050405020304" pitchFamily="18" charset="0"/>
              </a:rPr>
              <a:t>b.</a:t>
            </a:r>
            <a:r>
              <a:rPr lang="en-US" altLang="zh-TW" dirty="0">
                <a:latin typeface="Times New Roman" panose="02020603050405020304" pitchFamily="18" charset="0"/>
                <a:cs typeface="Times New Roman" panose="02020603050405020304" pitchFamily="18" charset="0"/>
              </a:rPr>
              <a:t> Some bits are corrupted, but the</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decoder failed to detect them.</a:t>
            </a:r>
          </a:p>
        </p:txBody>
      </p:sp>
      <p:grpSp>
        <p:nvGrpSpPr>
          <p:cNvPr id="145414" name="Group 13">
            <a:extLst>
              <a:ext uri="{FF2B5EF4-FFF2-40B4-BE49-F238E27FC236}">
                <a16:creationId xmlns:a16="http://schemas.microsoft.com/office/drawing/2014/main" id="{B122DE4A-891F-C7F1-9BD3-9FEBA3ADF02A}"/>
              </a:ext>
            </a:extLst>
          </p:cNvPr>
          <p:cNvGrpSpPr>
            <a:grpSpLocks/>
          </p:cNvGrpSpPr>
          <p:nvPr/>
        </p:nvGrpSpPr>
        <p:grpSpPr bwMode="auto">
          <a:xfrm>
            <a:off x="304800" y="1371600"/>
            <a:ext cx="1143000" cy="566738"/>
            <a:chOff x="1200" y="1248"/>
            <a:chExt cx="720" cy="357"/>
          </a:xfrm>
        </p:grpSpPr>
        <p:pic>
          <p:nvPicPr>
            <p:cNvPr id="145415" name="Picture 14">
              <a:extLst>
                <a:ext uri="{FF2B5EF4-FFF2-40B4-BE49-F238E27FC236}">
                  <a16:creationId xmlns:a16="http://schemas.microsoft.com/office/drawing/2014/main" id="{2199E197-41D3-91BE-A260-D7A05471B0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5416" name="Text Box 15">
              <a:extLst>
                <a:ext uri="{FF2B5EF4-FFF2-40B4-BE49-F238E27FC236}">
                  <a16:creationId xmlns:a16="http://schemas.microsoft.com/office/drawing/2014/main" id="{013586A3-FC62-61E8-12CF-7EC1EF21097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Slide Number Placeholder 3">
            <a:extLst>
              <a:ext uri="{FF2B5EF4-FFF2-40B4-BE49-F238E27FC236}">
                <a16:creationId xmlns:a16="http://schemas.microsoft.com/office/drawing/2014/main" id="{BF7E6F70-17F5-FDFF-966A-BAF285202377}"/>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4D8B05B0-6007-4CAC-B24B-65C3ED5C02D4}" type="slidenum">
              <a:rPr lang="en-US" altLang="zh-TW" sz="2000"/>
              <a:pPr/>
              <a:t>66</a:t>
            </a:fld>
            <a:endParaRPr lang="en-US" altLang="zh-TW" sz="2000"/>
          </a:p>
        </p:txBody>
      </p:sp>
      <p:sp>
        <p:nvSpPr>
          <p:cNvPr id="147460" name="Line 9">
            <a:extLst>
              <a:ext uri="{FF2B5EF4-FFF2-40B4-BE49-F238E27FC236}">
                <a16:creationId xmlns:a16="http://schemas.microsoft.com/office/drawing/2014/main" id="{1D86867B-F025-8F2C-FBBB-2EE57E00B26A}"/>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7461" name="Line 10">
            <a:extLst>
              <a:ext uri="{FF2B5EF4-FFF2-40B4-BE49-F238E27FC236}">
                <a16:creationId xmlns:a16="http://schemas.microsoft.com/office/drawing/2014/main" id="{B6EB8998-0A3A-8A1C-FB7C-4743879588BD}"/>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7462" name="Rectangle 11">
            <a:extLst>
              <a:ext uri="{FF2B5EF4-FFF2-40B4-BE49-F238E27FC236}">
                <a16:creationId xmlns:a16="http://schemas.microsoft.com/office/drawing/2014/main" id="{FBAA59C9-5C55-57AF-436B-E49EBD4EDEAA}"/>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In a cyclic code, those </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(x) errors that are divisible by </a:t>
            </a:r>
            <a:r>
              <a:rPr lang="en-US" altLang="zh-TW" i="1" dirty="0">
                <a:latin typeface="Times New Roman" panose="02020603050405020304" pitchFamily="18" charset="0"/>
                <a:cs typeface="Times New Roman" panose="02020603050405020304" pitchFamily="18" charset="0"/>
              </a:rPr>
              <a:t>g</a:t>
            </a:r>
            <a:r>
              <a:rPr lang="en-US" altLang="zh-TW" dirty="0">
                <a:latin typeface="Times New Roman" panose="02020603050405020304" pitchFamily="18" charset="0"/>
                <a:cs typeface="Times New Roman" panose="02020603050405020304" pitchFamily="18" charset="0"/>
              </a:rPr>
              <a:t>(x) are not caught.</a:t>
            </a:r>
          </a:p>
        </p:txBody>
      </p:sp>
      <p:grpSp>
        <p:nvGrpSpPr>
          <p:cNvPr id="147463" name="Group 12">
            <a:extLst>
              <a:ext uri="{FF2B5EF4-FFF2-40B4-BE49-F238E27FC236}">
                <a16:creationId xmlns:a16="http://schemas.microsoft.com/office/drawing/2014/main" id="{2E165DFB-DD0D-348B-B443-F6EDB580097C}"/>
              </a:ext>
            </a:extLst>
          </p:cNvPr>
          <p:cNvGrpSpPr>
            <a:grpSpLocks/>
          </p:cNvGrpSpPr>
          <p:nvPr/>
        </p:nvGrpSpPr>
        <p:grpSpPr bwMode="auto">
          <a:xfrm>
            <a:off x="533400" y="2024063"/>
            <a:ext cx="1143000" cy="566737"/>
            <a:chOff x="1200" y="1248"/>
            <a:chExt cx="720" cy="357"/>
          </a:xfrm>
        </p:grpSpPr>
        <p:pic>
          <p:nvPicPr>
            <p:cNvPr id="147464" name="Picture 13">
              <a:extLst>
                <a:ext uri="{FF2B5EF4-FFF2-40B4-BE49-F238E27FC236}">
                  <a16:creationId xmlns:a16="http://schemas.microsoft.com/office/drawing/2014/main" id="{6DF71D06-8871-8AC9-1519-8A30E84211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7465" name="Text Box 14">
              <a:extLst>
                <a:ext uri="{FF2B5EF4-FFF2-40B4-BE49-F238E27FC236}">
                  <a16:creationId xmlns:a16="http://schemas.microsoft.com/office/drawing/2014/main" id="{A122CBEB-878C-C8C7-172D-FADB4200938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Slide Number Placeholder 3">
            <a:extLst>
              <a:ext uri="{FF2B5EF4-FFF2-40B4-BE49-F238E27FC236}">
                <a16:creationId xmlns:a16="http://schemas.microsoft.com/office/drawing/2014/main" id="{F59F2B68-B9C7-9C55-1BF4-FD783369C29E}"/>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7EDE874A-E2CD-4128-959D-A5ECEB78F06D}" type="slidenum">
              <a:rPr lang="en-US" altLang="zh-TW" sz="2000"/>
              <a:pPr/>
              <a:t>67</a:t>
            </a:fld>
            <a:endParaRPr lang="en-US" altLang="zh-TW" sz="2000"/>
          </a:p>
        </p:txBody>
      </p:sp>
      <p:sp>
        <p:nvSpPr>
          <p:cNvPr id="149508" name="Line 9">
            <a:extLst>
              <a:ext uri="{FF2B5EF4-FFF2-40B4-BE49-F238E27FC236}">
                <a16:creationId xmlns:a16="http://schemas.microsoft.com/office/drawing/2014/main" id="{2568BF0F-A02C-B6BA-D248-C3D55E2955C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509" name="Line 10">
            <a:extLst>
              <a:ext uri="{FF2B5EF4-FFF2-40B4-BE49-F238E27FC236}">
                <a16:creationId xmlns:a16="http://schemas.microsoft.com/office/drawing/2014/main" id="{2E8FEADA-BF8A-A82D-77EF-F3181BAC092F}"/>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510" name="Rectangle 11">
            <a:extLst>
              <a:ext uri="{FF2B5EF4-FFF2-40B4-BE49-F238E27FC236}">
                <a16:creationId xmlns:a16="http://schemas.microsoft.com/office/drawing/2014/main" id="{E00E1395-9BA2-2856-55C4-C680720B60E0}"/>
              </a:ext>
            </a:extLst>
          </p:cNvPr>
          <p:cNvSpPr>
            <a:spLocks noChangeArrowheads="1"/>
          </p:cNvSpPr>
          <p:nvPr/>
        </p:nvSpPr>
        <p:spPr bwMode="auto">
          <a:xfrm>
            <a:off x="495300" y="2759075"/>
            <a:ext cx="8077200" cy="156966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If the generator has more than one term and the coefficient of x</a:t>
            </a:r>
            <a:r>
              <a:rPr lang="en-US" altLang="zh-TW" baseline="30000" dirty="0">
                <a:latin typeface="Times New Roman" panose="02020603050405020304" pitchFamily="18" charset="0"/>
                <a:cs typeface="Times New Roman" panose="02020603050405020304" pitchFamily="18" charset="0"/>
              </a:rPr>
              <a:t>0</a:t>
            </a:r>
            <a:r>
              <a:rPr lang="en-US" altLang="zh-TW" dirty="0">
                <a:latin typeface="Times New Roman" panose="02020603050405020304" pitchFamily="18" charset="0"/>
                <a:cs typeface="Times New Roman" panose="02020603050405020304" pitchFamily="18" charset="0"/>
              </a:rPr>
              <a:t> is 1,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all single errors can be caught.</a:t>
            </a:r>
          </a:p>
        </p:txBody>
      </p:sp>
      <p:grpSp>
        <p:nvGrpSpPr>
          <p:cNvPr id="149511" name="Group 12">
            <a:extLst>
              <a:ext uri="{FF2B5EF4-FFF2-40B4-BE49-F238E27FC236}">
                <a16:creationId xmlns:a16="http://schemas.microsoft.com/office/drawing/2014/main" id="{BF0F2C50-EFC1-D443-94BE-E87E2916732C}"/>
              </a:ext>
            </a:extLst>
          </p:cNvPr>
          <p:cNvGrpSpPr>
            <a:grpSpLocks/>
          </p:cNvGrpSpPr>
          <p:nvPr/>
        </p:nvGrpSpPr>
        <p:grpSpPr bwMode="auto">
          <a:xfrm>
            <a:off x="533400" y="2024063"/>
            <a:ext cx="1143000" cy="566737"/>
            <a:chOff x="1200" y="1248"/>
            <a:chExt cx="720" cy="357"/>
          </a:xfrm>
        </p:grpSpPr>
        <p:pic>
          <p:nvPicPr>
            <p:cNvPr id="149512" name="Picture 13">
              <a:extLst>
                <a:ext uri="{FF2B5EF4-FFF2-40B4-BE49-F238E27FC236}">
                  <a16:creationId xmlns:a16="http://schemas.microsoft.com/office/drawing/2014/main" id="{B485A342-17EC-9202-710A-A550C4A66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9513" name="Text Box 14">
              <a:extLst>
                <a:ext uri="{FF2B5EF4-FFF2-40B4-BE49-F238E27FC236}">
                  <a16:creationId xmlns:a16="http://schemas.microsoft.com/office/drawing/2014/main" id="{4649D417-76AE-23E5-363C-A6E64ECAC06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Slide Number Placeholder 3">
            <a:extLst>
              <a:ext uri="{FF2B5EF4-FFF2-40B4-BE49-F238E27FC236}">
                <a16:creationId xmlns:a16="http://schemas.microsoft.com/office/drawing/2014/main" id="{BDC30301-5920-9FFF-218D-6FF7B5B7943A}"/>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4CFFF5C0-D352-49D9-89F2-6B8EDF55784D}" type="slidenum">
              <a:rPr lang="en-US" altLang="zh-TW" sz="2000"/>
              <a:pPr/>
              <a:t>68</a:t>
            </a:fld>
            <a:endParaRPr lang="en-US" altLang="zh-TW" sz="2000"/>
          </a:p>
        </p:txBody>
      </p:sp>
      <p:sp>
        <p:nvSpPr>
          <p:cNvPr id="151556" name="Rectangle 9">
            <a:extLst>
              <a:ext uri="{FF2B5EF4-FFF2-40B4-BE49-F238E27FC236}">
                <a16:creationId xmlns:a16="http://schemas.microsoft.com/office/drawing/2014/main" id="{4C3F8754-53C1-E4FB-E143-38F5970DD3FA}"/>
              </a:ext>
            </a:extLst>
          </p:cNvPr>
          <p:cNvSpPr>
            <a:spLocks noChangeArrowheads="1"/>
          </p:cNvSpPr>
          <p:nvPr/>
        </p:nvSpPr>
        <p:spPr bwMode="auto">
          <a:xfrm>
            <a:off x="228600" y="1077913"/>
            <a:ext cx="8686800" cy="18002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latin typeface="Times New Roman" panose="02020603050405020304" pitchFamily="18" charset="0"/>
              </a:rPr>
              <a:t>Which of the following g(x) values guarantees that a single-bit error is caught? For each case, what is the error that cannot be caught?</a:t>
            </a:r>
          </a:p>
          <a:p>
            <a:r>
              <a:rPr lang="en-US" altLang="zh-TW" sz="2800" i="1">
                <a:solidFill>
                  <a:schemeClr val="hlink"/>
                </a:solidFill>
                <a:latin typeface="Times New Roman" panose="02020603050405020304" pitchFamily="18" charset="0"/>
              </a:rPr>
              <a:t>a.</a:t>
            </a:r>
            <a:r>
              <a:rPr lang="en-US" altLang="zh-TW" sz="2800" i="1">
                <a:latin typeface="Times New Roman" panose="02020603050405020304" pitchFamily="18" charset="0"/>
              </a:rPr>
              <a:t>  x +</a:t>
            </a:r>
            <a:r>
              <a:rPr lang="en-US" altLang="zh-TW" sz="2800">
                <a:latin typeface="Times New Roman" panose="02020603050405020304" pitchFamily="18" charset="0"/>
              </a:rPr>
              <a:t> </a:t>
            </a:r>
            <a:r>
              <a:rPr lang="en-US" altLang="zh-TW" sz="2800" i="1">
                <a:latin typeface="Times New Roman" panose="02020603050405020304" pitchFamily="18" charset="0"/>
              </a:rPr>
              <a:t>1</a:t>
            </a:r>
            <a:r>
              <a:rPr lang="en-US" altLang="zh-TW" sz="2800">
                <a:latin typeface="Times New Roman" panose="02020603050405020304" pitchFamily="18" charset="0"/>
              </a:rPr>
              <a:t>       </a:t>
            </a:r>
            <a:r>
              <a:rPr lang="en-US" altLang="zh-TW" sz="2800" i="1">
                <a:solidFill>
                  <a:schemeClr val="hlink"/>
                </a:solidFill>
                <a:latin typeface="Times New Roman" panose="02020603050405020304" pitchFamily="18" charset="0"/>
              </a:rPr>
              <a:t>b.</a:t>
            </a:r>
            <a:r>
              <a:rPr lang="en-US" altLang="zh-TW" sz="2800" i="1">
                <a:latin typeface="Times New Roman" panose="02020603050405020304" pitchFamily="18" charset="0"/>
              </a:rPr>
              <a:t> x</a:t>
            </a:r>
            <a:r>
              <a:rPr lang="en-US" altLang="zh-TW" sz="2800" baseline="30000">
                <a:latin typeface="Times New Roman" panose="02020603050405020304" pitchFamily="18" charset="0"/>
              </a:rPr>
              <a:t>3</a:t>
            </a:r>
            <a:r>
              <a:rPr lang="en-US" altLang="zh-TW" sz="2800">
                <a:latin typeface="Times New Roman" panose="02020603050405020304" pitchFamily="18" charset="0"/>
              </a:rPr>
              <a:t>            </a:t>
            </a:r>
            <a:r>
              <a:rPr lang="en-US" altLang="zh-TW" sz="2800" i="1">
                <a:solidFill>
                  <a:schemeClr val="hlink"/>
                </a:solidFill>
                <a:latin typeface="Times New Roman" panose="02020603050405020304" pitchFamily="18" charset="0"/>
              </a:rPr>
              <a:t>c.</a:t>
            </a:r>
            <a:r>
              <a:rPr lang="en-US" altLang="zh-TW" sz="2800" i="1">
                <a:latin typeface="Times New Roman" panose="02020603050405020304" pitchFamily="18" charset="0"/>
              </a:rPr>
              <a:t> 1</a:t>
            </a:r>
          </a:p>
        </p:txBody>
      </p:sp>
      <p:sp>
        <p:nvSpPr>
          <p:cNvPr id="151557" name="Rectangle 10">
            <a:extLst>
              <a:ext uri="{FF2B5EF4-FFF2-40B4-BE49-F238E27FC236}">
                <a16:creationId xmlns:a16="http://schemas.microsoft.com/office/drawing/2014/main" id="{3E99D238-7FFA-3D4E-46A8-5A99FE080F16}"/>
              </a:ext>
            </a:extLst>
          </p:cNvPr>
          <p:cNvSpPr>
            <a:spLocks noChangeArrowheads="1"/>
          </p:cNvSpPr>
          <p:nvPr/>
        </p:nvSpPr>
        <p:spPr bwMode="auto">
          <a:xfrm>
            <a:off x="228600" y="3014663"/>
            <a:ext cx="8686800" cy="308133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Solution</a:t>
            </a:r>
          </a:p>
          <a:p>
            <a:r>
              <a:rPr lang="en-US" altLang="zh-TW" sz="2800" i="1">
                <a:solidFill>
                  <a:schemeClr val="hlink"/>
                </a:solidFill>
                <a:latin typeface="Times" panose="02020603050405020304" pitchFamily="18" charset="0"/>
              </a:rPr>
              <a:t>a.</a:t>
            </a:r>
            <a:r>
              <a:rPr lang="en-US" altLang="zh-TW" sz="2800" i="1">
                <a:latin typeface="Times" panose="02020603050405020304" pitchFamily="18" charset="0"/>
              </a:rPr>
              <a:t> No x</a:t>
            </a:r>
            <a:r>
              <a:rPr lang="en-US" altLang="zh-TW" sz="2800" i="1" baseline="30000">
                <a:latin typeface="Times" panose="02020603050405020304" pitchFamily="18" charset="0"/>
              </a:rPr>
              <a:t>i</a:t>
            </a:r>
            <a:r>
              <a:rPr lang="en-US" altLang="zh-TW" sz="2800" i="1">
                <a:latin typeface="Times" panose="02020603050405020304" pitchFamily="18" charset="0"/>
              </a:rPr>
              <a:t> can be divisible by x + 1. Any single-bit error can</a:t>
            </a:r>
            <a:br>
              <a:rPr lang="en-US" altLang="zh-TW" sz="2800" i="1">
                <a:latin typeface="Times" panose="02020603050405020304" pitchFamily="18" charset="0"/>
              </a:rPr>
            </a:br>
            <a:r>
              <a:rPr lang="en-US" altLang="zh-TW" sz="2800" i="1">
                <a:latin typeface="Times" panose="02020603050405020304" pitchFamily="18" charset="0"/>
              </a:rPr>
              <a:t>    be caught.</a:t>
            </a:r>
          </a:p>
          <a:p>
            <a:r>
              <a:rPr lang="en-US" altLang="zh-TW" sz="2800" i="1">
                <a:solidFill>
                  <a:schemeClr val="hlink"/>
                </a:solidFill>
                <a:latin typeface="Times" panose="02020603050405020304" pitchFamily="18" charset="0"/>
              </a:rPr>
              <a:t>b.</a:t>
            </a:r>
            <a:r>
              <a:rPr lang="en-US" altLang="zh-TW" sz="2800" i="1">
                <a:latin typeface="Times" panose="02020603050405020304" pitchFamily="18" charset="0"/>
              </a:rPr>
              <a:t> If i is equal to or greater than 3, x</a:t>
            </a:r>
            <a:r>
              <a:rPr lang="en-US" altLang="zh-TW" sz="2800" i="1" baseline="30000">
                <a:latin typeface="Times" panose="02020603050405020304" pitchFamily="18" charset="0"/>
              </a:rPr>
              <a:t>i </a:t>
            </a:r>
            <a:r>
              <a:rPr lang="en-US" altLang="zh-TW" sz="2800" i="1">
                <a:latin typeface="Times" panose="02020603050405020304" pitchFamily="18" charset="0"/>
              </a:rPr>
              <a:t>is divisible by g(x).</a:t>
            </a:r>
            <a:br>
              <a:rPr lang="en-US" altLang="zh-TW" sz="2800" i="1">
                <a:latin typeface="Times" panose="02020603050405020304" pitchFamily="18" charset="0"/>
              </a:rPr>
            </a:br>
            <a:r>
              <a:rPr lang="en-US" altLang="zh-TW" sz="2800" i="1">
                <a:latin typeface="Times" panose="02020603050405020304" pitchFamily="18" charset="0"/>
              </a:rPr>
              <a:t>   All single-bit errors in positions 1 to 3 are caught.</a:t>
            </a:r>
          </a:p>
          <a:p>
            <a:r>
              <a:rPr lang="en-US" altLang="zh-TW" sz="2800" i="1">
                <a:solidFill>
                  <a:schemeClr val="hlink"/>
                </a:solidFill>
                <a:latin typeface="Times" panose="02020603050405020304" pitchFamily="18" charset="0"/>
              </a:rPr>
              <a:t>c.</a:t>
            </a:r>
            <a:r>
              <a:rPr lang="en-US" altLang="zh-TW" sz="2800" i="1">
                <a:latin typeface="Times" panose="02020603050405020304" pitchFamily="18" charset="0"/>
              </a:rPr>
              <a:t> All values of i make x</a:t>
            </a:r>
            <a:r>
              <a:rPr lang="en-US" altLang="zh-TW" sz="2800" i="1" baseline="30000">
                <a:latin typeface="Times" panose="02020603050405020304" pitchFamily="18" charset="0"/>
              </a:rPr>
              <a:t>i</a:t>
            </a:r>
            <a:r>
              <a:rPr lang="en-US" altLang="zh-TW" sz="2800" i="1">
                <a:latin typeface="Times" panose="02020603050405020304" pitchFamily="18" charset="0"/>
              </a:rPr>
              <a:t> divisible by g(x). No single-bit</a:t>
            </a:r>
            <a:br>
              <a:rPr lang="en-US" altLang="zh-TW" sz="2800" i="1">
                <a:latin typeface="Times" panose="02020603050405020304" pitchFamily="18" charset="0"/>
              </a:rPr>
            </a:br>
            <a:r>
              <a:rPr lang="en-US" altLang="zh-TW" sz="2800" i="1">
                <a:latin typeface="Times" panose="02020603050405020304" pitchFamily="18" charset="0"/>
              </a:rPr>
              <a:t>    error can be caught. This  g(x) is useless.</a:t>
            </a:r>
          </a:p>
        </p:txBody>
      </p:sp>
      <p:sp>
        <p:nvSpPr>
          <p:cNvPr id="151558" name="Text Box 11">
            <a:extLst>
              <a:ext uri="{FF2B5EF4-FFF2-40B4-BE49-F238E27FC236}">
                <a16:creationId xmlns:a16="http://schemas.microsoft.com/office/drawing/2014/main" id="{1A0D0C11-F7F3-59DD-914F-33DA67646823}"/>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10.15</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Slide Number Placeholder 3">
            <a:extLst>
              <a:ext uri="{FF2B5EF4-FFF2-40B4-BE49-F238E27FC236}">
                <a16:creationId xmlns:a16="http://schemas.microsoft.com/office/drawing/2014/main" id="{2C7DB715-22A3-6B1E-7BB2-AB94FDB7230F}"/>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CC7A633-CD96-476E-8AAF-5B3A7CEDE514}" type="slidenum">
              <a:rPr lang="en-US" altLang="zh-TW" sz="2000"/>
              <a:pPr/>
              <a:t>69</a:t>
            </a:fld>
            <a:endParaRPr lang="en-US" altLang="zh-TW" sz="2000"/>
          </a:p>
        </p:txBody>
      </p:sp>
      <p:sp>
        <p:nvSpPr>
          <p:cNvPr id="153604" name="Text Box 4">
            <a:extLst>
              <a:ext uri="{FF2B5EF4-FFF2-40B4-BE49-F238E27FC236}">
                <a16:creationId xmlns:a16="http://schemas.microsoft.com/office/drawing/2014/main" id="{7852BB24-7228-3383-70EA-1C4FF9E6D7D4}"/>
              </a:ext>
            </a:extLst>
          </p:cNvPr>
          <p:cNvSpPr txBox="1">
            <a:spLocks noChangeArrowheads="1"/>
          </p:cNvSpPr>
          <p:nvPr/>
        </p:nvSpPr>
        <p:spPr bwMode="auto">
          <a:xfrm>
            <a:off x="152400" y="304800"/>
            <a:ext cx="8810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10.23  </a:t>
            </a:r>
            <a:r>
              <a:rPr lang="en-US" altLang="zh-TW" sz="2000" i="1">
                <a:latin typeface="Times New Roman" panose="02020603050405020304" pitchFamily="18" charset="0"/>
              </a:rPr>
              <a:t>Representation of two isolated single-bit errors using polynomials</a:t>
            </a:r>
          </a:p>
        </p:txBody>
      </p:sp>
      <p:pic>
        <p:nvPicPr>
          <p:cNvPr id="153605" name="Picture 6">
            <a:extLst>
              <a:ext uri="{FF2B5EF4-FFF2-40B4-BE49-F238E27FC236}">
                <a16:creationId xmlns:a16="http://schemas.microsoft.com/office/drawing/2014/main" id="{39BE5483-D968-6B5E-CE6E-C3E7100BE6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950" y="2587625"/>
            <a:ext cx="7148513" cy="168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Slide Number Placeholder 3">
            <a:extLst>
              <a:ext uri="{FF2B5EF4-FFF2-40B4-BE49-F238E27FC236}">
                <a16:creationId xmlns:a16="http://schemas.microsoft.com/office/drawing/2014/main" id="{4CB1D1F3-F425-3E18-7C1E-9BE45ABC55D2}"/>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45E241C6-B21B-4E67-9996-A53F7C6C54D0}" type="slidenum">
              <a:rPr lang="en-US" altLang="zh-TW" sz="2000"/>
              <a:pPr/>
              <a:t>70</a:t>
            </a:fld>
            <a:endParaRPr lang="en-US" altLang="zh-TW" sz="2000"/>
          </a:p>
        </p:txBody>
      </p:sp>
      <p:sp>
        <p:nvSpPr>
          <p:cNvPr id="155652" name="Line 9">
            <a:extLst>
              <a:ext uri="{FF2B5EF4-FFF2-40B4-BE49-F238E27FC236}">
                <a16:creationId xmlns:a16="http://schemas.microsoft.com/office/drawing/2014/main" id="{BF8C5F56-76DB-0AE0-7C1B-DE99FFCEA86F}"/>
              </a:ext>
            </a:extLst>
          </p:cNvPr>
          <p:cNvSpPr>
            <a:spLocks noChangeShapeType="1"/>
          </p:cNvSpPr>
          <p:nvPr/>
        </p:nvSpPr>
        <p:spPr bwMode="auto">
          <a:xfrm>
            <a:off x="457200" y="228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5653" name="Line 10">
            <a:extLst>
              <a:ext uri="{FF2B5EF4-FFF2-40B4-BE49-F238E27FC236}">
                <a16:creationId xmlns:a16="http://schemas.microsoft.com/office/drawing/2014/main" id="{B390862F-D398-18E6-1D5D-31F3264E2D75}"/>
              </a:ext>
            </a:extLst>
          </p:cNvPr>
          <p:cNvSpPr>
            <a:spLocks noChangeShapeType="1"/>
          </p:cNvSpPr>
          <p:nvPr/>
        </p:nvSpPr>
        <p:spPr bwMode="auto">
          <a:xfrm>
            <a:off x="458788" y="4495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5654" name="Rectangle 11">
            <a:extLst>
              <a:ext uri="{FF2B5EF4-FFF2-40B4-BE49-F238E27FC236}">
                <a16:creationId xmlns:a16="http://schemas.microsoft.com/office/drawing/2014/main" id="{4F2863BE-3500-EA83-FE29-6C19DE5477D7}"/>
              </a:ext>
            </a:extLst>
          </p:cNvPr>
          <p:cNvSpPr>
            <a:spLocks noChangeArrowheads="1"/>
          </p:cNvSpPr>
          <p:nvPr/>
        </p:nvSpPr>
        <p:spPr bwMode="auto">
          <a:xfrm>
            <a:off x="495300" y="2378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a:t>If a generator cannot divide x</a:t>
            </a:r>
            <a:r>
              <a:rPr lang="en-US" altLang="zh-TW" baseline="30000"/>
              <a:t>t</a:t>
            </a:r>
            <a:r>
              <a:rPr lang="en-US" altLang="zh-TW"/>
              <a:t> + 1 </a:t>
            </a:r>
            <a:br>
              <a:rPr lang="en-US" altLang="zh-TW"/>
            </a:br>
            <a:r>
              <a:rPr lang="en-US" altLang="zh-TW"/>
              <a:t>(t between 0 and n – 1),</a:t>
            </a:r>
          </a:p>
          <a:p>
            <a:pPr algn="ctr"/>
            <a:r>
              <a:rPr lang="en-US" altLang="zh-TW"/>
              <a:t>then all isolated double errors </a:t>
            </a:r>
            <a:br>
              <a:rPr lang="en-US" altLang="zh-TW"/>
            </a:br>
            <a:r>
              <a:rPr lang="en-US" altLang="zh-TW"/>
              <a:t>can be detected.</a:t>
            </a:r>
          </a:p>
        </p:txBody>
      </p:sp>
      <p:grpSp>
        <p:nvGrpSpPr>
          <p:cNvPr id="155655" name="Group 12">
            <a:extLst>
              <a:ext uri="{FF2B5EF4-FFF2-40B4-BE49-F238E27FC236}">
                <a16:creationId xmlns:a16="http://schemas.microsoft.com/office/drawing/2014/main" id="{4B61F439-4088-8509-142A-6E8CD0544229}"/>
              </a:ext>
            </a:extLst>
          </p:cNvPr>
          <p:cNvGrpSpPr>
            <a:grpSpLocks/>
          </p:cNvGrpSpPr>
          <p:nvPr/>
        </p:nvGrpSpPr>
        <p:grpSpPr bwMode="auto">
          <a:xfrm>
            <a:off x="457200" y="1600200"/>
            <a:ext cx="1143000" cy="566738"/>
            <a:chOff x="1200" y="1248"/>
            <a:chExt cx="720" cy="357"/>
          </a:xfrm>
        </p:grpSpPr>
        <p:pic>
          <p:nvPicPr>
            <p:cNvPr id="155656" name="Picture 13">
              <a:extLst>
                <a:ext uri="{FF2B5EF4-FFF2-40B4-BE49-F238E27FC236}">
                  <a16:creationId xmlns:a16="http://schemas.microsoft.com/office/drawing/2014/main" id="{3D0986B5-FB61-D1DF-7070-01C0BF471B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5657" name="Text Box 14">
              <a:extLst>
                <a:ext uri="{FF2B5EF4-FFF2-40B4-BE49-F238E27FC236}">
                  <a16:creationId xmlns:a16="http://schemas.microsoft.com/office/drawing/2014/main" id="{FC7B7702-AC0B-596B-66A4-9B086A04EE1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Slide Number Placeholder 3">
            <a:extLst>
              <a:ext uri="{FF2B5EF4-FFF2-40B4-BE49-F238E27FC236}">
                <a16:creationId xmlns:a16="http://schemas.microsoft.com/office/drawing/2014/main" id="{3441E983-1082-9AED-CD50-BBCFD5DB3AD1}"/>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2C9845C2-1714-46DA-BBEE-6B2286A89A80}" type="slidenum">
              <a:rPr lang="en-US" altLang="zh-TW" sz="2000"/>
              <a:pPr/>
              <a:t>71</a:t>
            </a:fld>
            <a:endParaRPr lang="en-US" altLang="zh-TW" sz="2000"/>
          </a:p>
        </p:txBody>
      </p:sp>
      <p:sp>
        <p:nvSpPr>
          <p:cNvPr id="157700" name="Rectangle 9">
            <a:extLst>
              <a:ext uri="{FF2B5EF4-FFF2-40B4-BE49-F238E27FC236}">
                <a16:creationId xmlns:a16="http://schemas.microsoft.com/office/drawing/2014/main" id="{193F2692-6EEC-E029-A512-B6A90AD6464C}"/>
              </a:ext>
            </a:extLst>
          </p:cNvPr>
          <p:cNvSpPr>
            <a:spLocks noChangeArrowheads="1"/>
          </p:cNvSpPr>
          <p:nvPr/>
        </p:nvSpPr>
        <p:spPr bwMode="auto">
          <a:xfrm>
            <a:off x="228600" y="1063625"/>
            <a:ext cx="8686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Find the status of the following generators related to two isolated, single-bit errors.</a:t>
            </a:r>
          </a:p>
          <a:p>
            <a:pPr algn="just"/>
            <a:r>
              <a:rPr lang="en-US" altLang="zh-TW" sz="2800" i="1">
                <a:solidFill>
                  <a:schemeClr val="hlink"/>
                </a:solidFill>
                <a:latin typeface="Times New Roman" panose="02020603050405020304" pitchFamily="18" charset="0"/>
              </a:rPr>
              <a:t>a.</a:t>
            </a:r>
            <a:r>
              <a:rPr lang="en-US" altLang="zh-TW" sz="2800" i="1">
                <a:latin typeface="Times New Roman" panose="02020603050405020304" pitchFamily="18" charset="0"/>
              </a:rPr>
              <a:t> x + 1      </a:t>
            </a:r>
            <a:r>
              <a:rPr lang="en-US" altLang="zh-TW" sz="2800" i="1">
                <a:solidFill>
                  <a:schemeClr val="hlink"/>
                </a:solidFill>
                <a:latin typeface="Times New Roman" panose="02020603050405020304" pitchFamily="18" charset="0"/>
              </a:rPr>
              <a:t>b.</a:t>
            </a:r>
            <a:r>
              <a:rPr lang="en-US" altLang="zh-TW" sz="2800" i="1">
                <a:latin typeface="Times New Roman" panose="02020603050405020304" pitchFamily="18" charset="0"/>
              </a:rPr>
              <a:t> x</a:t>
            </a:r>
            <a:r>
              <a:rPr lang="en-US" altLang="zh-TW" sz="2800" i="1" baseline="30000">
                <a:latin typeface="Times New Roman" panose="02020603050405020304" pitchFamily="18" charset="0"/>
              </a:rPr>
              <a:t>4</a:t>
            </a:r>
            <a:r>
              <a:rPr lang="en-US" altLang="zh-TW" sz="2800" i="1">
                <a:latin typeface="Times New Roman" panose="02020603050405020304" pitchFamily="18" charset="0"/>
              </a:rPr>
              <a:t> + 1      </a:t>
            </a:r>
            <a:r>
              <a:rPr lang="en-US" altLang="zh-TW" sz="2800" i="1">
                <a:solidFill>
                  <a:schemeClr val="hlink"/>
                </a:solidFill>
                <a:latin typeface="Times New Roman" panose="02020603050405020304" pitchFamily="18" charset="0"/>
              </a:rPr>
              <a:t>c.</a:t>
            </a:r>
            <a:r>
              <a:rPr lang="en-US" altLang="zh-TW" sz="2800" i="1">
                <a:latin typeface="Times New Roman" panose="02020603050405020304" pitchFamily="18" charset="0"/>
              </a:rPr>
              <a:t> x</a:t>
            </a:r>
            <a:r>
              <a:rPr lang="en-US" altLang="zh-TW" sz="2800" i="1" baseline="30000">
                <a:latin typeface="Times New Roman" panose="02020603050405020304" pitchFamily="18" charset="0"/>
              </a:rPr>
              <a:t>7</a:t>
            </a:r>
            <a:r>
              <a:rPr lang="en-US" altLang="zh-TW" sz="2800" i="1">
                <a:latin typeface="Times New Roman" panose="02020603050405020304" pitchFamily="18" charset="0"/>
              </a:rPr>
              <a:t> + x</a:t>
            </a:r>
            <a:r>
              <a:rPr lang="en-US" altLang="zh-TW" sz="2800" i="1" baseline="30000">
                <a:latin typeface="Times New Roman" panose="02020603050405020304" pitchFamily="18" charset="0"/>
              </a:rPr>
              <a:t>6</a:t>
            </a:r>
            <a:r>
              <a:rPr lang="en-US" altLang="zh-TW" sz="2800" i="1">
                <a:latin typeface="Times New Roman" panose="02020603050405020304" pitchFamily="18" charset="0"/>
              </a:rPr>
              <a:t> + 1      </a:t>
            </a:r>
            <a:r>
              <a:rPr lang="en-US" altLang="zh-TW" sz="2800" i="1">
                <a:solidFill>
                  <a:schemeClr val="hlink"/>
                </a:solidFill>
                <a:latin typeface="Times New Roman" panose="02020603050405020304" pitchFamily="18" charset="0"/>
              </a:rPr>
              <a:t>d</a:t>
            </a:r>
            <a:r>
              <a:rPr lang="en-US" altLang="zh-TW" sz="2800" i="1">
                <a:latin typeface="Times New Roman" panose="02020603050405020304" pitchFamily="18" charset="0"/>
              </a:rPr>
              <a:t>. x</a:t>
            </a:r>
            <a:r>
              <a:rPr lang="en-US" altLang="zh-TW" sz="2800" i="1" baseline="30000">
                <a:latin typeface="Times New Roman" panose="02020603050405020304" pitchFamily="18" charset="0"/>
              </a:rPr>
              <a:t>15</a:t>
            </a:r>
            <a:r>
              <a:rPr lang="en-US" altLang="zh-TW" sz="2800" i="1">
                <a:latin typeface="Times New Roman" panose="02020603050405020304" pitchFamily="18" charset="0"/>
              </a:rPr>
              <a:t> + x</a:t>
            </a:r>
            <a:r>
              <a:rPr lang="en-US" altLang="zh-TW" sz="2800" i="1" baseline="30000">
                <a:latin typeface="Times New Roman" panose="02020603050405020304" pitchFamily="18" charset="0"/>
              </a:rPr>
              <a:t>14</a:t>
            </a:r>
            <a:r>
              <a:rPr lang="en-US" altLang="zh-TW" sz="2800" i="1">
                <a:latin typeface="Times New Roman" panose="02020603050405020304" pitchFamily="18" charset="0"/>
              </a:rPr>
              <a:t> + 1</a:t>
            </a:r>
          </a:p>
        </p:txBody>
      </p:sp>
      <p:sp>
        <p:nvSpPr>
          <p:cNvPr id="157701" name="Rectangle 10">
            <a:extLst>
              <a:ext uri="{FF2B5EF4-FFF2-40B4-BE49-F238E27FC236}">
                <a16:creationId xmlns:a16="http://schemas.microsoft.com/office/drawing/2014/main" id="{3D1F5080-6426-11A2-3488-123B2266E6BD}"/>
              </a:ext>
            </a:extLst>
          </p:cNvPr>
          <p:cNvSpPr>
            <a:spLocks noChangeArrowheads="1"/>
          </p:cNvSpPr>
          <p:nvPr/>
        </p:nvSpPr>
        <p:spPr bwMode="auto">
          <a:xfrm>
            <a:off x="228600" y="2514600"/>
            <a:ext cx="8686800" cy="39354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Solution</a:t>
            </a:r>
          </a:p>
          <a:p>
            <a:r>
              <a:rPr lang="en-US" altLang="zh-TW" sz="2800" i="1">
                <a:solidFill>
                  <a:schemeClr val="hlink"/>
                </a:solidFill>
                <a:latin typeface="Times" panose="02020603050405020304" pitchFamily="18" charset="0"/>
              </a:rPr>
              <a:t>a.</a:t>
            </a:r>
            <a:r>
              <a:rPr lang="en-US" altLang="zh-TW" sz="2800" i="1">
                <a:latin typeface="Times" panose="02020603050405020304" pitchFamily="18" charset="0"/>
              </a:rPr>
              <a:t> This is a very poor choice for a generator. Any two</a:t>
            </a:r>
            <a:br>
              <a:rPr lang="en-US" altLang="zh-TW" sz="2800" i="1">
                <a:latin typeface="Times" panose="02020603050405020304" pitchFamily="18" charset="0"/>
              </a:rPr>
            </a:br>
            <a:r>
              <a:rPr lang="en-US" altLang="zh-TW" sz="2800" i="1">
                <a:latin typeface="Times" panose="02020603050405020304" pitchFamily="18" charset="0"/>
              </a:rPr>
              <a:t>    errors next to each other cannot be detected.</a:t>
            </a:r>
          </a:p>
          <a:p>
            <a:r>
              <a:rPr lang="en-US" altLang="zh-TW" sz="2800" i="1">
                <a:solidFill>
                  <a:schemeClr val="hlink"/>
                </a:solidFill>
                <a:latin typeface="Times" panose="02020603050405020304" pitchFamily="18" charset="0"/>
              </a:rPr>
              <a:t>b.</a:t>
            </a:r>
            <a:r>
              <a:rPr lang="en-US" altLang="zh-TW" sz="2800" i="1">
                <a:latin typeface="Times" panose="02020603050405020304" pitchFamily="18" charset="0"/>
              </a:rPr>
              <a:t> This generator cannot detect two errors that are four</a:t>
            </a:r>
            <a:br>
              <a:rPr lang="en-US" altLang="zh-TW" sz="2800" i="1">
                <a:latin typeface="Times" panose="02020603050405020304" pitchFamily="18" charset="0"/>
              </a:rPr>
            </a:br>
            <a:r>
              <a:rPr lang="en-US" altLang="zh-TW" sz="2800" i="1">
                <a:latin typeface="Times" panose="02020603050405020304" pitchFamily="18" charset="0"/>
              </a:rPr>
              <a:t>     positions apart.</a:t>
            </a:r>
          </a:p>
          <a:p>
            <a:r>
              <a:rPr lang="en-US" altLang="zh-TW" sz="2800" i="1">
                <a:solidFill>
                  <a:schemeClr val="hlink"/>
                </a:solidFill>
                <a:latin typeface="Times" panose="02020603050405020304" pitchFamily="18" charset="0"/>
              </a:rPr>
              <a:t>c.</a:t>
            </a:r>
            <a:r>
              <a:rPr lang="en-US" altLang="zh-TW" sz="2800" i="1">
                <a:latin typeface="Times" panose="02020603050405020304" pitchFamily="18" charset="0"/>
              </a:rPr>
              <a:t> This is a good choice for this purpose.</a:t>
            </a:r>
          </a:p>
          <a:p>
            <a:r>
              <a:rPr lang="en-US" altLang="zh-TW" sz="2800" i="1">
                <a:solidFill>
                  <a:schemeClr val="hlink"/>
                </a:solidFill>
                <a:latin typeface="Times" panose="02020603050405020304" pitchFamily="18" charset="0"/>
              </a:rPr>
              <a:t>d.</a:t>
            </a:r>
            <a:r>
              <a:rPr lang="en-US" altLang="zh-TW" sz="2800" i="1">
                <a:latin typeface="Times" panose="02020603050405020304" pitchFamily="18" charset="0"/>
              </a:rPr>
              <a:t> This polynomial cannot divide x</a:t>
            </a:r>
            <a:r>
              <a:rPr lang="en-US" altLang="zh-TW" sz="2800" i="1" baseline="30000">
                <a:latin typeface="Times" panose="02020603050405020304" pitchFamily="18" charset="0"/>
              </a:rPr>
              <a:t>t</a:t>
            </a:r>
            <a:r>
              <a:rPr lang="en-US" altLang="zh-TW" sz="2800" i="1">
                <a:latin typeface="Times" panose="02020603050405020304" pitchFamily="18" charset="0"/>
              </a:rPr>
              <a:t> + 1 if t is less than</a:t>
            </a:r>
            <a:br>
              <a:rPr lang="en-US" altLang="zh-TW" sz="2800" i="1">
                <a:latin typeface="Times" panose="02020603050405020304" pitchFamily="18" charset="0"/>
              </a:rPr>
            </a:br>
            <a:r>
              <a:rPr lang="en-US" altLang="zh-TW" sz="2800" i="1">
                <a:latin typeface="Times" panose="02020603050405020304" pitchFamily="18" charset="0"/>
              </a:rPr>
              <a:t>     32,768. A codeword with two isolated errors up to</a:t>
            </a:r>
            <a:br>
              <a:rPr lang="en-US" altLang="zh-TW" sz="2800" i="1">
                <a:latin typeface="Times" panose="02020603050405020304" pitchFamily="18" charset="0"/>
              </a:rPr>
            </a:br>
            <a:r>
              <a:rPr lang="en-US" altLang="zh-TW" sz="2800" i="1">
                <a:latin typeface="Times" panose="02020603050405020304" pitchFamily="18" charset="0"/>
              </a:rPr>
              <a:t>     32,768 bits apart can be detected by this generator.</a:t>
            </a:r>
          </a:p>
        </p:txBody>
      </p:sp>
      <p:sp>
        <p:nvSpPr>
          <p:cNvPr id="157702" name="Text Box 11">
            <a:extLst>
              <a:ext uri="{FF2B5EF4-FFF2-40B4-BE49-F238E27FC236}">
                <a16:creationId xmlns:a16="http://schemas.microsoft.com/office/drawing/2014/main" id="{1B844113-3389-EA24-5856-25AEBC9F83E0}"/>
              </a:ext>
            </a:extLst>
          </p:cNvPr>
          <p:cNvSpPr txBox="1">
            <a:spLocks noChangeArrowheads="1"/>
          </p:cNvSpPr>
          <p:nvPr/>
        </p:nvSpPr>
        <p:spPr bwMode="auto">
          <a:xfrm>
            <a:off x="2286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10.16</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Slide Number Placeholder 3">
            <a:extLst>
              <a:ext uri="{FF2B5EF4-FFF2-40B4-BE49-F238E27FC236}">
                <a16:creationId xmlns:a16="http://schemas.microsoft.com/office/drawing/2014/main" id="{2C6D6599-F9F0-6D07-B21D-77236A2A90B4}"/>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5799F12-C6BD-412C-BD85-F93C31EB1596}" type="slidenum">
              <a:rPr lang="en-US" altLang="zh-TW" sz="2000"/>
              <a:pPr/>
              <a:t>72</a:t>
            </a:fld>
            <a:endParaRPr lang="en-US" altLang="zh-TW" sz="2000"/>
          </a:p>
        </p:txBody>
      </p:sp>
      <p:sp>
        <p:nvSpPr>
          <p:cNvPr id="159748" name="Line 9">
            <a:extLst>
              <a:ext uri="{FF2B5EF4-FFF2-40B4-BE49-F238E27FC236}">
                <a16:creationId xmlns:a16="http://schemas.microsoft.com/office/drawing/2014/main" id="{AFC327B9-6F83-BDB8-195D-4FCB3CFA638C}"/>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9749" name="Line 10">
            <a:extLst>
              <a:ext uri="{FF2B5EF4-FFF2-40B4-BE49-F238E27FC236}">
                <a16:creationId xmlns:a16="http://schemas.microsoft.com/office/drawing/2014/main" id="{8A17E208-0487-F876-4EAB-189762470827}"/>
              </a:ext>
            </a:extLst>
          </p:cNvPr>
          <p:cNvSpPr>
            <a:spLocks noChangeShapeType="1"/>
          </p:cNvSpPr>
          <p:nvPr/>
        </p:nvSpPr>
        <p:spPr bwMode="auto">
          <a:xfrm>
            <a:off x="419100"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9750" name="Rectangle 11">
            <a:extLst>
              <a:ext uri="{FF2B5EF4-FFF2-40B4-BE49-F238E27FC236}">
                <a16:creationId xmlns:a16="http://schemas.microsoft.com/office/drawing/2014/main" id="{D04F3B9B-9B3C-B4D8-B5A4-ED09E5374F0D}"/>
              </a:ext>
            </a:extLst>
          </p:cNvPr>
          <p:cNvSpPr>
            <a:spLocks noChangeArrowheads="1"/>
          </p:cNvSpPr>
          <p:nvPr/>
        </p:nvSpPr>
        <p:spPr bwMode="auto">
          <a:xfrm>
            <a:off x="495300" y="2759075"/>
            <a:ext cx="8077200" cy="107721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ctr"/>
            <a:r>
              <a:rPr lang="en-US" altLang="zh-TW" dirty="0">
                <a:latin typeface="Times New Roman" panose="02020603050405020304" pitchFamily="18" charset="0"/>
                <a:cs typeface="Times New Roman" panose="02020603050405020304" pitchFamily="18" charset="0"/>
              </a:rPr>
              <a:t>A generator that contains a factor of </a:t>
            </a:r>
            <a:br>
              <a:rPr lang="en-US" altLang="zh-TW" dirty="0">
                <a:latin typeface="Times New Roman" panose="02020603050405020304" pitchFamily="18" charset="0"/>
                <a:cs typeface="Times New Roman" panose="02020603050405020304" pitchFamily="18" charset="0"/>
              </a:rPr>
            </a:br>
            <a:r>
              <a:rPr lang="en-US" altLang="zh-TW" i="1" dirty="0">
                <a:latin typeface="Times New Roman" panose="02020603050405020304" pitchFamily="18" charset="0"/>
                <a:cs typeface="Times New Roman" panose="02020603050405020304" pitchFamily="18" charset="0"/>
              </a:rPr>
              <a:t>x</a:t>
            </a:r>
            <a:r>
              <a:rPr lang="en-US" altLang="zh-TW" dirty="0">
                <a:latin typeface="Times New Roman" panose="02020603050405020304" pitchFamily="18" charset="0"/>
                <a:cs typeface="Times New Roman" panose="02020603050405020304" pitchFamily="18" charset="0"/>
              </a:rPr>
              <a:t> + 1 can detect all odd-numbered errors.</a:t>
            </a:r>
          </a:p>
        </p:txBody>
      </p:sp>
      <p:grpSp>
        <p:nvGrpSpPr>
          <p:cNvPr id="159751" name="Group 12">
            <a:extLst>
              <a:ext uri="{FF2B5EF4-FFF2-40B4-BE49-F238E27FC236}">
                <a16:creationId xmlns:a16="http://schemas.microsoft.com/office/drawing/2014/main" id="{64C711F1-D5DF-9A7B-4B05-E1F0C31F020C}"/>
              </a:ext>
            </a:extLst>
          </p:cNvPr>
          <p:cNvGrpSpPr>
            <a:grpSpLocks/>
          </p:cNvGrpSpPr>
          <p:nvPr/>
        </p:nvGrpSpPr>
        <p:grpSpPr bwMode="auto">
          <a:xfrm>
            <a:off x="533400" y="2024063"/>
            <a:ext cx="1143000" cy="566737"/>
            <a:chOff x="1200" y="1248"/>
            <a:chExt cx="720" cy="357"/>
          </a:xfrm>
        </p:grpSpPr>
        <p:pic>
          <p:nvPicPr>
            <p:cNvPr id="159752" name="Picture 13">
              <a:extLst>
                <a:ext uri="{FF2B5EF4-FFF2-40B4-BE49-F238E27FC236}">
                  <a16:creationId xmlns:a16="http://schemas.microsoft.com/office/drawing/2014/main" id="{0D39A83D-75BB-29BE-A422-C0D522FEC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9753" name="Text Box 14">
              <a:extLst>
                <a:ext uri="{FF2B5EF4-FFF2-40B4-BE49-F238E27FC236}">
                  <a16:creationId xmlns:a16="http://schemas.microsoft.com/office/drawing/2014/main" id="{33B0284F-7408-F152-CC27-7823B2546EF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5" name="Slide Number Placeholder 3">
            <a:extLst>
              <a:ext uri="{FF2B5EF4-FFF2-40B4-BE49-F238E27FC236}">
                <a16:creationId xmlns:a16="http://schemas.microsoft.com/office/drawing/2014/main" id="{16DFF583-7BBE-6737-2A96-8260FFB3F41B}"/>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D24D1E78-CD46-4035-A9C2-A82D31B765B5}" type="slidenum">
              <a:rPr lang="en-US" altLang="zh-TW" sz="2000"/>
              <a:pPr/>
              <a:t>73</a:t>
            </a:fld>
            <a:endParaRPr lang="en-US" altLang="zh-TW" sz="2000"/>
          </a:p>
        </p:txBody>
      </p:sp>
      <p:sp>
        <p:nvSpPr>
          <p:cNvPr id="161801" name="Line 9">
            <a:extLst>
              <a:ext uri="{FF2B5EF4-FFF2-40B4-BE49-F238E27FC236}">
                <a16:creationId xmlns:a16="http://schemas.microsoft.com/office/drawing/2014/main" id="{80C3928C-95D7-7A02-1C4C-85FD57BA2F05}"/>
              </a:ext>
            </a:extLst>
          </p:cNvPr>
          <p:cNvSpPr>
            <a:spLocks noChangeShapeType="1"/>
          </p:cNvSpPr>
          <p:nvPr/>
        </p:nvSpPr>
        <p:spPr bwMode="auto">
          <a:xfrm>
            <a:off x="228600" y="2043113"/>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1802" name="Line 10">
            <a:extLst>
              <a:ext uri="{FF2B5EF4-FFF2-40B4-BE49-F238E27FC236}">
                <a16:creationId xmlns:a16="http://schemas.microsoft.com/office/drawing/2014/main" id="{A7BBE5BD-80E2-DA59-2985-D0306D393C84}"/>
              </a:ext>
            </a:extLst>
          </p:cNvPr>
          <p:cNvSpPr>
            <a:spLocks noChangeShapeType="1"/>
          </p:cNvSpPr>
          <p:nvPr/>
        </p:nvSpPr>
        <p:spPr bwMode="auto">
          <a:xfrm>
            <a:off x="266700" y="4800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1797" name="Rectangle 11">
            <a:extLst>
              <a:ext uri="{FF2B5EF4-FFF2-40B4-BE49-F238E27FC236}">
                <a16:creationId xmlns:a16="http://schemas.microsoft.com/office/drawing/2014/main" id="{786F38BB-F68B-8A4E-D6D1-900F1D2E5F68}"/>
              </a:ext>
            </a:extLst>
          </p:cNvPr>
          <p:cNvSpPr>
            <a:spLocks noChangeArrowheads="1"/>
          </p:cNvSpPr>
          <p:nvPr/>
        </p:nvSpPr>
        <p:spPr bwMode="auto">
          <a:xfrm>
            <a:off x="304800" y="2148034"/>
            <a:ext cx="8077200" cy="255454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zh-TW" altLang="en-US" b="0" dirty="0">
                <a:solidFill>
                  <a:schemeClr val="hlink"/>
                </a:solidFill>
                <a:latin typeface="Times New Roman" panose="02020603050405020304" pitchFamily="18" charset="0"/>
                <a:cs typeface="Times New Roman" panose="02020603050405020304" pitchFamily="18" charset="0"/>
              </a:rPr>
              <a:t>❏</a:t>
            </a:r>
            <a:r>
              <a:rPr lang="zh-TW" altLang="en-US" b="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All burst errors with </a:t>
            </a:r>
            <a:r>
              <a:rPr lang="en-US" altLang="zh-TW" i="1" dirty="0">
                <a:latin typeface="Times New Roman" panose="02020603050405020304" pitchFamily="18" charset="0"/>
                <a:cs typeface="Times New Roman" panose="02020603050405020304" pitchFamily="18" charset="0"/>
              </a:rPr>
              <a:t>L </a:t>
            </a:r>
            <a:r>
              <a:rPr lang="en-US" altLang="zh-TW" b="0"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r </a:t>
            </a:r>
            <a:r>
              <a:rPr lang="en-US" altLang="zh-TW" dirty="0">
                <a:latin typeface="Times New Roman" panose="02020603050405020304" pitchFamily="18" charset="0"/>
                <a:cs typeface="Times New Roman" panose="02020603050405020304" pitchFamily="18" charset="0"/>
              </a:rPr>
              <a:t>will be detected.</a:t>
            </a:r>
          </a:p>
          <a:p>
            <a:pPr algn="just"/>
            <a:r>
              <a:rPr lang="en-US" altLang="zh-TW" b="0" dirty="0">
                <a:solidFill>
                  <a:schemeClr val="hlink"/>
                </a:solidFill>
                <a:latin typeface="Times New Roman" panose="02020603050405020304" pitchFamily="18" charset="0"/>
                <a:cs typeface="Times New Roman" panose="02020603050405020304" pitchFamily="18" charset="0"/>
              </a:rPr>
              <a:t>❏</a:t>
            </a:r>
            <a:r>
              <a:rPr lang="en-US" altLang="zh-TW" b="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All burst errors with </a:t>
            </a:r>
            <a:r>
              <a:rPr lang="en-US" altLang="zh-TW" i="1" dirty="0">
                <a:latin typeface="Times New Roman" panose="02020603050405020304" pitchFamily="18" charset="0"/>
                <a:cs typeface="Times New Roman" panose="02020603050405020304" pitchFamily="18" charset="0"/>
              </a:rPr>
              <a:t>L </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r </a:t>
            </a:r>
            <a:r>
              <a:rPr lang="en-US" altLang="zh-TW" dirty="0">
                <a:latin typeface="Times New Roman" panose="02020603050405020304" pitchFamily="18" charset="0"/>
                <a:cs typeface="Times New Roman" panose="02020603050405020304" pitchFamily="18" charset="0"/>
              </a:rPr>
              <a:t>+ 1 will be</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detected with probability 1 – (1/2)</a:t>
            </a:r>
            <a:r>
              <a:rPr lang="en-US" altLang="zh-TW" i="1" baseline="30000" dirty="0">
                <a:latin typeface="Times New Roman" panose="02020603050405020304" pitchFamily="18" charset="0"/>
                <a:cs typeface="Times New Roman" panose="02020603050405020304" pitchFamily="18" charset="0"/>
              </a:rPr>
              <a:t>r</a:t>
            </a:r>
            <a:r>
              <a:rPr lang="en-US" altLang="zh-TW" baseline="30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t>
            </a:r>
          </a:p>
          <a:p>
            <a:pPr algn="just"/>
            <a:r>
              <a:rPr lang="en-US" altLang="zh-TW" b="0" dirty="0">
                <a:solidFill>
                  <a:schemeClr val="hlink"/>
                </a:solidFill>
                <a:latin typeface="Times New Roman" panose="02020603050405020304" pitchFamily="18" charset="0"/>
                <a:cs typeface="Times New Roman" panose="02020603050405020304" pitchFamily="18" charset="0"/>
              </a:rPr>
              <a:t>❏</a:t>
            </a:r>
            <a:r>
              <a:rPr lang="en-US" altLang="zh-TW" b="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All burst errors with </a:t>
            </a:r>
            <a:r>
              <a:rPr lang="en-US" altLang="zh-TW" i="1" dirty="0">
                <a:latin typeface="Times New Roman" panose="02020603050405020304" pitchFamily="18" charset="0"/>
                <a:cs typeface="Times New Roman" panose="02020603050405020304" pitchFamily="18" charset="0"/>
              </a:rPr>
              <a:t>L </a:t>
            </a:r>
            <a:r>
              <a:rPr lang="en-US" altLang="zh-TW" dirty="0">
                <a:latin typeface="Times New Roman" panose="02020603050405020304" pitchFamily="18" charset="0"/>
                <a:cs typeface="Times New Roman" panose="02020603050405020304" pitchFamily="18" charset="0"/>
              </a:rPr>
              <a:t>&gt; </a:t>
            </a:r>
            <a:r>
              <a:rPr lang="en-US" altLang="zh-TW" i="1" dirty="0">
                <a:latin typeface="Times New Roman" panose="02020603050405020304" pitchFamily="18" charset="0"/>
                <a:cs typeface="Times New Roman" panose="02020603050405020304" pitchFamily="18" charset="0"/>
              </a:rPr>
              <a:t>r </a:t>
            </a:r>
            <a:r>
              <a:rPr lang="en-US" altLang="zh-TW" dirty="0">
                <a:latin typeface="Times New Roman" panose="02020603050405020304" pitchFamily="18" charset="0"/>
                <a:cs typeface="Times New Roman" panose="02020603050405020304" pitchFamily="18" charset="0"/>
              </a:rPr>
              <a:t>+ 1 will be</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detected with probability 1 – (1/2)</a:t>
            </a:r>
            <a:r>
              <a:rPr lang="en-US" altLang="zh-TW" i="1" baseline="30000" dirty="0">
                <a:latin typeface="Times New Roman" panose="02020603050405020304" pitchFamily="18" charset="0"/>
                <a:cs typeface="Times New Roman" panose="02020603050405020304" pitchFamily="18" charset="0"/>
              </a:rPr>
              <a:t>r</a:t>
            </a:r>
            <a:r>
              <a:rPr lang="en-US" altLang="zh-TW" dirty="0">
                <a:latin typeface="Times New Roman" panose="02020603050405020304" pitchFamily="18" charset="0"/>
                <a:cs typeface="Times New Roman" panose="02020603050405020304" pitchFamily="18" charset="0"/>
              </a:rPr>
              <a:t>.</a:t>
            </a:r>
          </a:p>
        </p:txBody>
      </p:sp>
      <p:grpSp>
        <p:nvGrpSpPr>
          <p:cNvPr id="161798" name="Group 13">
            <a:extLst>
              <a:ext uri="{FF2B5EF4-FFF2-40B4-BE49-F238E27FC236}">
                <a16:creationId xmlns:a16="http://schemas.microsoft.com/office/drawing/2014/main" id="{41EF9AC3-C785-7548-F9BF-E13913B2611D}"/>
              </a:ext>
            </a:extLst>
          </p:cNvPr>
          <p:cNvGrpSpPr>
            <a:grpSpLocks/>
          </p:cNvGrpSpPr>
          <p:nvPr/>
        </p:nvGrpSpPr>
        <p:grpSpPr bwMode="auto">
          <a:xfrm>
            <a:off x="304800" y="1371600"/>
            <a:ext cx="1143000" cy="566738"/>
            <a:chOff x="1200" y="1248"/>
            <a:chExt cx="720" cy="357"/>
          </a:xfrm>
        </p:grpSpPr>
        <p:pic>
          <p:nvPicPr>
            <p:cNvPr id="161799" name="Picture 14">
              <a:extLst>
                <a:ext uri="{FF2B5EF4-FFF2-40B4-BE49-F238E27FC236}">
                  <a16:creationId xmlns:a16="http://schemas.microsoft.com/office/drawing/2014/main" id="{118865CA-3A7E-2A79-6EDA-3BDE8D1728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1800" name="Text Box 15">
              <a:extLst>
                <a:ext uri="{FF2B5EF4-FFF2-40B4-BE49-F238E27FC236}">
                  <a16:creationId xmlns:a16="http://schemas.microsoft.com/office/drawing/2014/main" id="{589E88FD-ACB3-67DB-CEB3-8741F5F9CA4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Slide Number Placeholder 3">
            <a:extLst>
              <a:ext uri="{FF2B5EF4-FFF2-40B4-BE49-F238E27FC236}">
                <a16:creationId xmlns:a16="http://schemas.microsoft.com/office/drawing/2014/main" id="{B6C43B5C-F5DF-125E-220A-3539A08FCAD0}"/>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D937AFD-1DFB-4011-B646-2C780729B7CD}" type="slidenum">
              <a:rPr lang="en-US" altLang="zh-TW" sz="2000"/>
              <a:pPr/>
              <a:t>74</a:t>
            </a:fld>
            <a:endParaRPr lang="en-US" altLang="zh-TW" sz="2000"/>
          </a:p>
        </p:txBody>
      </p:sp>
      <p:sp>
        <p:nvSpPr>
          <p:cNvPr id="163844" name="Rectangle 9">
            <a:extLst>
              <a:ext uri="{FF2B5EF4-FFF2-40B4-BE49-F238E27FC236}">
                <a16:creationId xmlns:a16="http://schemas.microsoft.com/office/drawing/2014/main" id="{930CBAAB-1CCF-BDF6-A60A-3B9C2384383B}"/>
              </a:ext>
            </a:extLst>
          </p:cNvPr>
          <p:cNvSpPr>
            <a:spLocks noChangeArrowheads="1"/>
          </p:cNvSpPr>
          <p:nvPr/>
        </p:nvSpPr>
        <p:spPr bwMode="auto">
          <a:xfrm>
            <a:off x="228600" y="1143000"/>
            <a:ext cx="8686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latin typeface="Times New Roman" panose="02020603050405020304" pitchFamily="18" charset="0"/>
              </a:rPr>
              <a:t>Find the suitability of the following generators in relation to burst errors of different lengths.</a:t>
            </a:r>
          </a:p>
          <a:p>
            <a:pPr algn="just"/>
            <a:r>
              <a:rPr lang="en-US" altLang="zh-TW" sz="2800" i="1">
                <a:solidFill>
                  <a:schemeClr val="hlink"/>
                </a:solidFill>
                <a:latin typeface="Times New Roman" panose="02020603050405020304" pitchFamily="18" charset="0"/>
              </a:rPr>
              <a:t>a.</a:t>
            </a:r>
            <a:r>
              <a:rPr lang="en-US" altLang="zh-TW" sz="2800" i="1">
                <a:latin typeface="Times New Roman" panose="02020603050405020304" pitchFamily="18" charset="0"/>
              </a:rPr>
              <a:t> x</a:t>
            </a:r>
            <a:r>
              <a:rPr lang="en-US" altLang="zh-TW" sz="2800" i="1" baseline="30000">
                <a:latin typeface="Times New Roman" panose="02020603050405020304" pitchFamily="18" charset="0"/>
              </a:rPr>
              <a:t>6</a:t>
            </a:r>
            <a:r>
              <a:rPr lang="en-US" altLang="zh-TW" sz="2800" i="1">
                <a:latin typeface="Times New Roman" panose="02020603050405020304" pitchFamily="18" charset="0"/>
              </a:rPr>
              <a:t> + 1         </a:t>
            </a:r>
            <a:r>
              <a:rPr lang="en-US" altLang="zh-TW" sz="2800" i="1">
                <a:solidFill>
                  <a:schemeClr val="hlink"/>
                </a:solidFill>
                <a:latin typeface="Times New Roman" panose="02020603050405020304" pitchFamily="18" charset="0"/>
              </a:rPr>
              <a:t>b.</a:t>
            </a:r>
            <a:r>
              <a:rPr lang="en-US" altLang="zh-TW" sz="2800" i="1">
                <a:latin typeface="Times New Roman" panose="02020603050405020304" pitchFamily="18" charset="0"/>
              </a:rPr>
              <a:t> x</a:t>
            </a:r>
            <a:r>
              <a:rPr lang="en-US" altLang="zh-TW" sz="2800" i="1" baseline="30000">
                <a:latin typeface="Times New Roman" panose="02020603050405020304" pitchFamily="18" charset="0"/>
              </a:rPr>
              <a:t>18</a:t>
            </a:r>
            <a:r>
              <a:rPr lang="en-US" altLang="zh-TW" sz="2800" i="1">
                <a:latin typeface="Times New Roman" panose="02020603050405020304" pitchFamily="18" charset="0"/>
              </a:rPr>
              <a:t> + x</a:t>
            </a:r>
            <a:r>
              <a:rPr lang="en-US" altLang="zh-TW" sz="2800" i="1" baseline="30000">
                <a:latin typeface="Times New Roman" panose="02020603050405020304" pitchFamily="18" charset="0"/>
              </a:rPr>
              <a:t>7</a:t>
            </a:r>
            <a:r>
              <a:rPr lang="en-US" altLang="zh-TW" sz="2800" i="1">
                <a:latin typeface="Times New Roman" panose="02020603050405020304" pitchFamily="18" charset="0"/>
              </a:rPr>
              <a:t> + x + 1        </a:t>
            </a:r>
            <a:r>
              <a:rPr lang="en-US" altLang="zh-TW" sz="2800" i="1">
                <a:solidFill>
                  <a:schemeClr val="hlink"/>
                </a:solidFill>
                <a:latin typeface="Times New Roman" panose="02020603050405020304" pitchFamily="18" charset="0"/>
              </a:rPr>
              <a:t>c.</a:t>
            </a:r>
            <a:r>
              <a:rPr lang="en-US" altLang="zh-TW" sz="2800" i="1">
                <a:latin typeface="Times New Roman" panose="02020603050405020304" pitchFamily="18" charset="0"/>
              </a:rPr>
              <a:t> x</a:t>
            </a:r>
            <a:r>
              <a:rPr lang="en-US" altLang="zh-TW" sz="2800" i="1" baseline="30000">
                <a:latin typeface="Times New Roman" panose="02020603050405020304" pitchFamily="18" charset="0"/>
              </a:rPr>
              <a:t>32</a:t>
            </a:r>
            <a:r>
              <a:rPr lang="en-US" altLang="zh-TW" sz="2800" i="1">
                <a:latin typeface="Times New Roman" panose="02020603050405020304" pitchFamily="18" charset="0"/>
              </a:rPr>
              <a:t> + x</a:t>
            </a:r>
            <a:r>
              <a:rPr lang="en-US" altLang="zh-TW" sz="2800" i="1" baseline="30000">
                <a:latin typeface="Times New Roman" panose="02020603050405020304" pitchFamily="18" charset="0"/>
              </a:rPr>
              <a:t>23</a:t>
            </a:r>
            <a:r>
              <a:rPr lang="en-US" altLang="zh-TW" sz="2800" i="1">
                <a:latin typeface="Times New Roman" panose="02020603050405020304" pitchFamily="18" charset="0"/>
              </a:rPr>
              <a:t> + x</a:t>
            </a:r>
            <a:r>
              <a:rPr lang="en-US" altLang="zh-TW" sz="2800" i="1" baseline="30000">
                <a:latin typeface="Times New Roman" panose="02020603050405020304" pitchFamily="18" charset="0"/>
              </a:rPr>
              <a:t>7</a:t>
            </a:r>
            <a:r>
              <a:rPr lang="en-US" altLang="zh-TW" sz="2800" i="1">
                <a:latin typeface="Times New Roman" panose="02020603050405020304" pitchFamily="18" charset="0"/>
              </a:rPr>
              <a:t> + 1</a:t>
            </a:r>
          </a:p>
        </p:txBody>
      </p:sp>
      <p:sp>
        <p:nvSpPr>
          <p:cNvPr id="163845" name="Rectangle 10">
            <a:extLst>
              <a:ext uri="{FF2B5EF4-FFF2-40B4-BE49-F238E27FC236}">
                <a16:creationId xmlns:a16="http://schemas.microsoft.com/office/drawing/2014/main" id="{4D721377-8AEA-FA44-45C8-13B19646BFEE}"/>
              </a:ext>
            </a:extLst>
          </p:cNvPr>
          <p:cNvSpPr>
            <a:spLocks noChangeArrowheads="1"/>
          </p:cNvSpPr>
          <p:nvPr/>
        </p:nvSpPr>
        <p:spPr bwMode="auto">
          <a:xfrm>
            <a:off x="228600" y="3106738"/>
            <a:ext cx="8686800" cy="222726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Solution</a:t>
            </a:r>
          </a:p>
          <a:p>
            <a:r>
              <a:rPr lang="en-US" altLang="zh-TW" sz="2800" i="1">
                <a:solidFill>
                  <a:schemeClr val="hlink"/>
                </a:solidFill>
                <a:latin typeface="Times" panose="02020603050405020304" pitchFamily="18" charset="0"/>
              </a:rPr>
              <a:t>a.</a:t>
            </a:r>
            <a:r>
              <a:rPr lang="en-US" altLang="zh-TW" sz="2800" i="1">
                <a:latin typeface="Times" panose="02020603050405020304" pitchFamily="18" charset="0"/>
              </a:rPr>
              <a:t> This generator can detect all burst errors with a length</a:t>
            </a:r>
            <a:br>
              <a:rPr lang="en-US" altLang="zh-TW" sz="2800" i="1">
                <a:latin typeface="Times" panose="02020603050405020304" pitchFamily="18" charset="0"/>
              </a:rPr>
            </a:br>
            <a:r>
              <a:rPr lang="en-US" altLang="zh-TW" sz="2800" i="1">
                <a:latin typeface="Times" panose="02020603050405020304" pitchFamily="18" charset="0"/>
              </a:rPr>
              <a:t>    less than or equal to 6 bits; 3 out of 100 burst errors</a:t>
            </a:r>
            <a:br>
              <a:rPr lang="en-US" altLang="zh-TW" sz="2800" i="1">
                <a:latin typeface="Times" panose="02020603050405020304" pitchFamily="18" charset="0"/>
              </a:rPr>
            </a:br>
            <a:r>
              <a:rPr lang="en-US" altLang="zh-TW" sz="2800" i="1">
                <a:latin typeface="Times" panose="02020603050405020304" pitchFamily="18" charset="0"/>
              </a:rPr>
              <a:t>    with length 7 will slip by; 16 out of 1000 burst errors of</a:t>
            </a:r>
            <a:br>
              <a:rPr lang="en-US" altLang="zh-TW" sz="2800" i="1">
                <a:latin typeface="Times" panose="02020603050405020304" pitchFamily="18" charset="0"/>
              </a:rPr>
            </a:br>
            <a:r>
              <a:rPr lang="en-US" altLang="zh-TW" sz="2800" i="1">
                <a:latin typeface="Times" panose="02020603050405020304" pitchFamily="18" charset="0"/>
              </a:rPr>
              <a:t>    length 8 or more will slip by.</a:t>
            </a:r>
          </a:p>
        </p:txBody>
      </p:sp>
      <p:sp>
        <p:nvSpPr>
          <p:cNvPr id="163846" name="Text Box 11">
            <a:extLst>
              <a:ext uri="{FF2B5EF4-FFF2-40B4-BE49-F238E27FC236}">
                <a16:creationId xmlns:a16="http://schemas.microsoft.com/office/drawing/2014/main" id="{161CAC10-CC44-48D5-8F6E-ABD6A33B8B85}"/>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10.17</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1" name="Slide Number Placeholder 3">
            <a:extLst>
              <a:ext uri="{FF2B5EF4-FFF2-40B4-BE49-F238E27FC236}">
                <a16:creationId xmlns:a16="http://schemas.microsoft.com/office/drawing/2014/main" id="{47775ED5-4147-CC42-96DB-CAC2BE55D8D3}"/>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EE98585-17B9-49D5-BDD4-3D702AEC4C17}" type="slidenum">
              <a:rPr lang="en-US" altLang="zh-TW" sz="2000"/>
              <a:pPr/>
              <a:t>75</a:t>
            </a:fld>
            <a:endParaRPr lang="en-US" altLang="zh-TW" sz="2000"/>
          </a:p>
        </p:txBody>
      </p:sp>
      <p:sp>
        <p:nvSpPr>
          <p:cNvPr id="165892" name="Rectangle 10">
            <a:extLst>
              <a:ext uri="{FF2B5EF4-FFF2-40B4-BE49-F238E27FC236}">
                <a16:creationId xmlns:a16="http://schemas.microsoft.com/office/drawing/2014/main" id="{C3ECFE1E-F198-73C8-3F47-A82CBF83C938}"/>
              </a:ext>
            </a:extLst>
          </p:cNvPr>
          <p:cNvSpPr>
            <a:spLocks noChangeArrowheads="1"/>
          </p:cNvSpPr>
          <p:nvPr/>
        </p:nvSpPr>
        <p:spPr bwMode="auto">
          <a:xfrm>
            <a:off x="228600" y="1295400"/>
            <a:ext cx="8686800" cy="39354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panose="02020603050405020304" pitchFamily="18" charset="0"/>
              </a:rPr>
              <a:t>b.</a:t>
            </a:r>
            <a:r>
              <a:rPr lang="en-US" altLang="zh-TW" sz="2800" i="1">
                <a:latin typeface="Times" panose="02020603050405020304" pitchFamily="18" charset="0"/>
              </a:rPr>
              <a:t> This generator can detect all burst errors with a length</a:t>
            </a:r>
            <a:br>
              <a:rPr lang="en-US" altLang="zh-TW" sz="2800" i="1">
                <a:latin typeface="Times" panose="02020603050405020304" pitchFamily="18" charset="0"/>
              </a:rPr>
            </a:br>
            <a:r>
              <a:rPr lang="en-US" altLang="zh-TW" sz="2800" i="1">
                <a:latin typeface="Times" panose="02020603050405020304" pitchFamily="18" charset="0"/>
              </a:rPr>
              <a:t>    less than or equal to 18 bits; 8 out of 1 million burst</a:t>
            </a:r>
            <a:br>
              <a:rPr lang="en-US" altLang="zh-TW" sz="2800" i="1">
                <a:latin typeface="Times" panose="02020603050405020304" pitchFamily="18" charset="0"/>
              </a:rPr>
            </a:br>
            <a:r>
              <a:rPr lang="en-US" altLang="zh-TW" sz="2800" i="1">
                <a:latin typeface="Times" panose="02020603050405020304" pitchFamily="18" charset="0"/>
              </a:rPr>
              <a:t>    errors with length 19 will slip by; 4 out of 1 million</a:t>
            </a:r>
            <a:br>
              <a:rPr lang="en-US" altLang="zh-TW" sz="2800" i="1">
                <a:latin typeface="Times" panose="02020603050405020304" pitchFamily="18" charset="0"/>
              </a:rPr>
            </a:br>
            <a:r>
              <a:rPr lang="en-US" altLang="zh-TW" sz="2800" i="1">
                <a:latin typeface="Times" panose="02020603050405020304" pitchFamily="18" charset="0"/>
              </a:rPr>
              <a:t>    burst errors of length 20 or more will slip by.</a:t>
            </a:r>
          </a:p>
          <a:p>
            <a:endParaRPr lang="en-US" altLang="zh-TW" sz="2800" i="1">
              <a:latin typeface="Times" panose="02020603050405020304" pitchFamily="18" charset="0"/>
            </a:endParaRPr>
          </a:p>
          <a:p>
            <a:r>
              <a:rPr lang="en-US" altLang="zh-TW" sz="2800" i="1">
                <a:solidFill>
                  <a:schemeClr val="hlink"/>
                </a:solidFill>
                <a:latin typeface="Times" panose="02020603050405020304" pitchFamily="18" charset="0"/>
              </a:rPr>
              <a:t>c.</a:t>
            </a:r>
            <a:r>
              <a:rPr lang="en-US" altLang="zh-TW" sz="2800" i="1">
                <a:latin typeface="Times" panose="02020603050405020304" pitchFamily="18" charset="0"/>
              </a:rPr>
              <a:t> This generator can detect all burst errors with a length</a:t>
            </a:r>
            <a:br>
              <a:rPr lang="en-US" altLang="zh-TW" sz="2800" i="1">
                <a:latin typeface="Times" panose="02020603050405020304" pitchFamily="18" charset="0"/>
              </a:rPr>
            </a:br>
            <a:r>
              <a:rPr lang="en-US" altLang="zh-TW" sz="2800" i="1">
                <a:latin typeface="Times" panose="02020603050405020304" pitchFamily="18" charset="0"/>
              </a:rPr>
              <a:t>    less than or equal to 32 bits; 5 out of 10 billion burst</a:t>
            </a:r>
            <a:br>
              <a:rPr lang="en-US" altLang="zh-TW" sz="2800" i="1">
                <a:latin typeface="Times" panose="02020603050405020304" pitchFamily="18" charset="0"/>
              </a:rPr>
            </a:br>
            <a:r>
              <a:rPr lang="en-US" altLang="zh-TW" sz="2800" i="1">
                <a:latin typeface="Times" panose="02020603050405020304" pitchFamily="18" charset="0"/>
              </a:rPr>
              <a:t>    errors with length 33 will slip by; 3 out of 10 billion</a:t>
            </a:r>
            <a:br>
              <a:rPr lang="en-US" altLang="zh-TW" sz="2800" i="1">
                <a:latin typeface="Times" panose="02020603050405020304" pitchFamily="18" charset="0"/>
              </a:rPr>
            </a:br>
            <a:r>
              <a:rPr lang="en-US" altLang="zh-TW" sz="2800" i="1">
                <a:latin typeface="Times" panose="02020603050405020304" pitchFamily="18" charset="0"/>
              </a:rPr>
              <a:t>    burst errors of length 34 or more will slip by.</a:t>
            </a:r>
          </a:p>
        </p:txBody>
      </p:sp>
      <p:sp>
        <p:nvSpPr>
          <p:cNvPr id="165893" name="Text Box 11">
            <a:extLst>
              <a:ext uri="{FF2B5EF4-FFF2-40B4-BE49-F238E27FC236}">
                <a16:creationId xmlns:a16="http://schemas.microsoft.com/office/drawing/2014/main" id="{A90D117C-2C28-9418-4B29-A3657C4B88C1}"/>
              </a:ext>
            </a:extLst>
          </p:cNvPr>
          <p:cNvSpPr txBox="1">
            <a:spLocks noChangeArrowheads="1"/>
          </p:cNvSpPr>
          <p:nvPr/>
        </p:nvSpPr>
        <p:spPr bwMode="auto">
          <a:xfrm>
            <a:off x="152400" y="228600"/>
            <a:ext cx="47323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10.17 (continued)</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Slide Number Placeholder 3">
            <a:extLst>
              <a:ext uri="{FF2B5EF4-FFF2-40B4-BE49-F238E27FC236}">
                <a16:creationId xmlns:a16="http://schemas.microsoft.com/office/drawing/2014/main" id="{BB034968-38C3-6ABF-2996-DFBBB5D367A1}"/>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520C34B5-E032-4E97-8D7E-C92CC1FC01F3}" type="slidenum">
              <a:rPr lang="en-US" altLang="zh-TW" sz="2000"/>
              <a:pPr/>
              <a:t>76</a:t>
            </a:fld>
            <a:endParaRPr lang="en-US" altLang="zh-TW" sz="2000"/>
          </a:p>
        </p:txBody>
      </p:sp>
      <p:sp>
        <p:nvSpPr>
          <p:cNvPr id="167940" name="Line 9">
            <a:extLst>
              <a:ext uri="{FF2B5EF4-FFF2-40B4-BE49-F238E27FC236}">
                <a16:creationId xmlns:a16="http://schemas.microsoft.com/office/drawing/2014/main" id="{B4B9E616-3ECF-94DC-3ADC-A4E8123C2C75}"/>
              </a:ext>
            </a:extLst>
          </p:cNvPr>
          <p:cNvSpPr>
            <a:spLocks noChangeShapeType="1"/>
          </p:cNvSpPr>
          <p:nvPr/>
        </p:nvSpPr>
        <p:spPr bwMode="auto">
          <a:xfrm>
            <a:off x="457200" y="1905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41" name="Line 10">
            <a:extLst>
              <a:ext uri="{FF2B5EF4-FFF2-40B4-BE49-F238E27FC236}">
                <a16:creationId xmlns:a16="http://schemas.microsoft.com/office/drawing/2014/main" id="{7DF16407-9F7D-8EF3-E792-92A8384A504D}"/>
              </a:ext>
            </a:extLst>
          </p:cNvPr>
          <p:cNvSpPr>
            <a:spLocks noChangeShapeType="1"/>
          </p:cNvSpPr>
          <p:nvPr/>
        </p:nvSpPr>
        <p:spPr bwMode="auto">
          <a:xfrm>
            <a:off x="457200"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42" name="Rectangle 11">
            <a:extLst>
              <a:ext uri="{FF2B5EF4-FFF2-40B4-BE49-F238E27FC236}">
                <a16:creationId xmlns:a16="http://schemas.microsoft.com/office/drawing/2014/main" id="{14AF5C29-369E-07BD-94D8-8C69C19443F1}"/>
              </a:ext>
            </a:extLst>
          </p:cNvPr>
          <p:cNvSpPr>
            <a:spLocks noChangeArrowheads="1"/>
          </p:cNvSpPr>
          <p:nvPr/>
        </p:nvSpPr>
        <p:spPr bwMode="auto">
          <a:xfrm>
            <a:off x="457200" y="1997075"/>
            <a:ext cx="8153400" cy="2308324"/>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dirty="0">
                <a:latin typeface="Times New Roman" panose="02020603050405020304" pitchFamily="18" charset="0"/>
                <a:cs typeface="Times New Roman" panose="02020603050405020304" pitchFamily="18" charset="0"/>
              </a:rPr>
              <a:t>A good polynomial generator needs to have the following characteristics:</a:t>
            </a:r>
          </a:p>
          <a:p>
            <a:r>
              <a:rPr lang="en-US" altLang="zh-TW" sz="2400" dirty="0">
                <a:solidFill>
                  <a:schemeClr val="hlink"/>
                </a:solidFill>
                <a:latin typeface="Times New Roman" panose="02020603050405020304" pitchFamily="18" charset="0"/>
                <a:cs typeface="Times New Roman" panose="02020603050405020304" pitchFamily="18" charset="0"/>
              </a:rPr>
              <a:t>1.</a:t>
            </a:r>
            <a:r>
              <a:rPr lang="en-US" altLang="zh-TW" sz="2400" dirty="0">
                <a:latin typeface="Times New Roman" panose="02020603050405020304" pitchFamily="18" charset="0"/>
                <a:cs typeface="Times New Roman" panose="02020603050405020304" pitchFamily="18" charset="0"/>
              </a:rPr>
              <a:t> It should have at least two terms.</a:t>
            </a:r>
          </a:p>
          <a:p>
            <a:r>
              <a:rPr lang="en-US" altLang="zh-TW" sz="2400" dirty="0">
                <a:solidFill>
                  <a:schemeClr val="hlink"/>
                </a:solidFill>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 The coefficient of the term x</a:t>
            </a:r>
            <a:r>
              <a:rPr lang="en-US" altLang="zh-TW" sz="2400" baseline="30000" dirty="0">
                <a:latin typeface="Times New Roman" panose="02020603050405020304" pitchFamily="18" charset="0"/>
                <a:cs typeface="Times New Roman" panose="02020603050405020304" pitchFamily="18" charset="0"/>
              </a:rPr>
              <a:t>0</a:t>
            </a:r>
            <a:r>
              <a:rPr lang="en-US" altLang="zh-TW" sz="2400" dirty="0">
                <a:latin typeface="Times New Roman" panose="02020603050405020304" pitchFamily="18" charset="0"/>
                <a:cs typeface="Times New Roman" panose="02020603050405020304" pitchFamily="18" charset="0"/>
              </a:rPr>
              <a:t> should be 1.</a:t>
            </a:r>
          </a:p>
          <a:p>
            <a:r>
              <a:rPr lang="en-US" altLang="zh-TW" sz="2400" dirty="0">
                <a:solidFill>
                  <a:schemeClr val="hlink"/>
                </a:solidFill>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 It should not divide </a:t>
            </a:r>
            <a:r>
              <a:rPr lang="en-US" altLang="zh-TW" sz="2400" i="1" dirty="0" err="1">
                <a:latin typeface="Times New Roman" panose="02020603050405020304" pitchFamily="18" charset="0"/>
                <a:cs typeface="Times New Roman" panose="02020603050405020304" pitchFamily="18" charset="0"/>
              </a:rPr>
              <a:t>x</a:t>
            </a:r>
            <a:r>
              <a:rPr lang="en-US" altLang="zh-TW" sz="2400" i="1" baseline="30000" dirty="0" err="1">
                <a:latin typeface="Times New Roman" panose="02020603050405020304" pitchFamily="18" charset="0"/>
                <a:cs typeface="Times New Roman" panose="02020603050405020304" pitchFamily="18" charset="0"/>
              </a:rPr>
              <a:t>t</a:t>
            </a:r>
            <a:r>
              <a:rPr lang="en-US" altLang="zh-TW" sz="2400" dirty="0">
                <a:latin typeface="Times New Roman" panose="02020603050405020304" pitchFamily="18" charset="0"/>
                <a:cs typeface="Times New Roman" panose="02020603050405020304" pitchFamily="18" charset="0"/>
              </a:rPr>
              <a:t> + 1, for </a:t>
            </a:r>
            <a:r>
              <a:rPr lang="en-US" altLang="zh-TW" sz="2400" i="1" dirty="0">
                <a:latin typeface="Times New Roman" panose="02020603050405020304" pitchFamily="18" charset="0"/>
                <a:cs typeface="Times New Roman" panose="02020603050405020304" pitchFamily="18" charset="0"/>
              </a:rPr>
              <a:t>t</a:t>
            </a:r>
            <a:r>
              <a:rPr lang="en-US" altLang="zh-TW" sz="2400" dirty="0">
                <a:latin typeface="Times New Roman" panose="02020603050405020304" pitchFamily="18" charset="0"/>
                <a:cs typeface="Times New Roman" panose="02020603050405020304" pitchFamily="18" charset="0"/>
              </a:rPr>
              <a:t> between 2 and </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1.</a:t>
            </a:r>
          </a:p>
          <a:p>
            <a:r>
              <a:rPr lang="en-US" altLang="zh-TW" sz="2400" dirty="0">
                <a:solidFill>
                  <a:schemeClr val="hlink"/>
                </a:solidFill>
                <a:latin typeface="Times New Roman" panose="02020603050405020304" pitchFamily="18" charset="0"/>
                <a:cs typeface="Times New Roman" panose="02020603050405020304" pitchFamily="18" charset="0"/>
              </a:rPr>
              <a:t>4.</a:t>
            </a:r>
            <a:r>
              <a:rPr lang="en-US" altLang="zh-TW" sz="2400" dirty="0">
                <a:latin typeface="Times New Roman" panose="02020603050405020304" pitchFamily="18" charset="0"/>
                <a:cs typeface="Times New Roman" panose="02020603050405020304" pitchFamily="18" charset="0"/>
              </a:rPr>
              <a:t> It should have the factor </a:t>
            </a:r>
            <a:r>
              <a:rPr lang="en-US" altLang="zh-TW" sz="2400" i="1" dirty="0">
                <a:latin typeface="Times New Roman" panose="02020603050405020304" pitchFamily="18" charset="0"/>
                <a:cs typeface="Times New Roman" panose="02020603050405020304" pitchFamily="18" charset="0"/>
              </a:rPr>
              <a:t>x</a:t>
            </a:r>
            <a:r>
              <a:rPr lang="en-US" altLang="zh-TW" sz="2400" dirty="0">
                <a:latin typeface="Times New Roman" panose="02020603050405020304" pitchFamily="18" charset="0"/>
                <a:cs typeface="Times New Roman" panose="02020603050405020304" pitchFamily="18" charset="0"/>
              </a:rPr>
              <a:t> + 1.</a:t>
            </a:r>
          </a:p>
        </p:txBody>
      </p:sp>
      <p:grpSp>
        <p:nvGrpSpPr>
          <p:cNvPr id="167943" name="Group 12">
            <a:extLst>
              <a:ext uri="{FF2B5EF4-FFF2-40B4-BE49-F238E27FC236}">
                <a16:creationId xmlns:a16="http://schemas.microsoft.com/office/drawing/2014/main" id="{1F93483E-6EC2-127A-4EE6-229223BAC524}"/>
              </a:ext>
            </a:extLst>
          </p:cNvPr>
          <p:cNvGrpSpPr>
            <a:grpSpLocks/>
          </p:cNvGrpSpPr>
          <p:nvPr/>
        </p:nvGrpSpPr>
        <p:grpSpPr bwMode="auto">
          <a:xfrm>
            <a:off x="533400" y="1219200"/>
            <a:ext cx="1143000" cy="566738"/>
            <a:chOff x="1200" y="1248"/>
            <a:chExt cx="720" cy="357"/>
          </a:xfrm>
        </p:grpSpPr>
        <p:pic>
          <p:nvPicPr>
            <p:cNvPr id="167944" name="Picture 13">
              <a:extLst>
                <a:ext uri="{FF2B5EF4-FFF2-40B4-BE49-F238E27FC236}">
                  <a16:creationId xmlns:a16="http://schemas.microsoft.com/office/drawing/2014/main" id="{B3AD74CE-1C2C-054D-06EA-9EBD886B1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7945" name="Text Box 14">
              <a:extLst>
                <a:ext uri="{FF2B5EF4-FFF2-40B4-BE49-F238E27FC236}">
                  <a16:creationId xmlns:a16="http://schemas.microsoft.com/office/drawing/2014/main" id="{5EDA6419-DB1E-8E79-C6B9-1CF7BB50CEF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Slide Number Placeholder 3">
            <a:extLst>
              <a:ext uri="{FF2B5EF4-FFF2-40B4-BE49-F238E27FC236}">
                <a16:creationId xmlns:a16="http://schemas.microsoft.com/office/drawing/2014/main" id="{EAFA2A89-46B7-9314-C7C4-C0A7857A03D6}"/>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5845B0D-66D7-4FBD-AEB7-6AB81459C94E}" type="slidenum">
              <a:rPr lang="en-US" altLang="zh-TW" sz="2000"/>
              <a:pPr/>
              <a:t>77</a:t>
            </a:fld>
            <a:endParaRPr lang="en-US" altLang="zh-TW" sz="2000"/>
          </a:p>
        </p:txBody>
      </p:sp>
      <p:sp>
        <p:nvSpPr>
          <p:cNvPr id="169988" name="Text Box 2">
            <a:extLst>
              <a:ext uri="{FF2B5EF4-FFF2-40B4-BE49-F238E27FC236}">
                <a16:creationId xmlns:a16="http://schemas.microsoft.com/office/drawing/2014/main" id="{11F590C2-DB5B-28E1-6C38-5118D89EB7C6}"/>
              </a:ext>
            </a:extLst>
          </p:cNvPr>
          <p:cNvSpPr txBox="1">
            <a:spLocks noChangeArrowheads="1"/>
          </p:cNvSpPr>
          <p:nvPr/>
        </p:nvSpPr>
        <p:spPr bwMode="auto">
          <a:xfrm>
            <a:off x="152400" y="1295400"/>
            <a:ext cx="397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Table 10.7  </a:t>
            </a:r>
            <a:r>
              <a:rPr lang="en-US" altLang="zh-TW" sz="2000" i="1">
                <a:latin typeface="Times New Roman" panose="02020603050405020304" pitchFamily="18" charset="0"/>
              </a:rPr>
              <a:t>Standard polynomials</a:t>
            </a:r>
          </a:p>
        </p:txBody>
      </p:sp>
      <p:pic>
        <p:nvPicPr>
          <p:cNvPr id="169989" name="Picture 4">
            <a:extLst>
              <a:ext uri="{FF2B5EF4-FFF2-40B4-BE49-F238E27FC236}">
                <a16:creationId xmlns:a16="http://schemas.microsoft.com/office/drawing/2014/main" id="{9947875B-664B-325A-3F4A-E08C30FCF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 y="1703388"/>
            <a:ext cx="8994775" cy="279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035" name="Slide Number Placeholder 3">
            <a:extLst>
              <a:ext uri="{FF2B5EF4-FFF2-40B4-BE49-F238E27FC236}">
                <a16:creationId xmlns:a16="http://schemas.microsoft.com/office/drawing/2014/main" id="{5B32BEB0-156E-166F-791D-19ED6ABC7EF4}"/>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17CBAA8-4DEC-4F65-8596-E93F379FADBF}" type="slidenum">
              <a:rPr lang="en-US" altLang="zh-TW" sz="2000"/>
              <a:pPr/>
              <a:t>78</a:t>
            </a:fld>
            <a:endParaRPr lang="en-US" altLang="zh-TW" sz="2000"/>
          </a:p>
        </p:txBody>
      </p:sp>
      <p:sp>
        <p:nvSpPr>
          <p:cNvPr id="861186" name="Rectangle 2">
            <a:extLst>
              <a:ext uri="{FF2B5EF4-FFF2-40B4-BE49-F238E27FC236}">
                <a16:creationId xmlns:a16="http://schemas.microsoft.com/office/drawing/2014/main" id="{2FDB5A0C-7223-C4BE-D510-DCDE0D857718}"/>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TW" altLang="en-US">
              <a:effectLst>
                <a:outerShdw blurRad="38100" dist="38100" dir="2700000" algn="tl">
                  <a:srgbClr val="FFFFFF"/>
                </a:outerShdw>
              </a:effectLst>
              <a:latin typeface="Times New Roman" panose="02020603050405020304" pitchFamily="18" charset="0"/>
            </a:endParaRPr>
          </a:p>
        </p:txBody>
      </p:sp>
      <p:sp>
        <p:nvSpPr>
          <p:cNvPr id="861187" name="Text Box 3">
            <a:extLst>
              <a:ext uri="{FF2B5EF4-FFF2-40B4-BE49-F238E27FC236}">
                <a16:creationId xmlns:a16="http://schemas.microsoft.com/office/drawing/2014/main" id="{085B3735-EB69-D1F9-187E-7AAC48A15B3C}"/>
              </a:ext>
            </a:extLst>
          </p:cNvPr>
          <p:cNvSpPr txBox="1">
            <a:spLocks noChangeArrowheads="1"/>
          </p:cNvSpPr>
          <p:nvPr/>
        </p:nvSpPr>
        <p:spPr bwMode="auto">
          <a:xfrm>
            <a:off x="228600" y="406400"/>
            <a:ext cx="3627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TW">
                <a:effectLst>
                  <a:outerShdw blurRad="38100" dist="38100" dir="2700000" algn="tl">
                    <a:srgbClr val="C0C0C0"/>
                  </a:outerShdw>
                </a:effectLst>
                <a:latin typeface="Times" panose="02020603050405020304" pitchFamily="18" charset="0"/>
              </a:rPr>
              <a:t>10-5   CHECKSUM</a:t>
            </a:r>
          </a:p>
        </p:txBody>
      </p:sp>
      <p:sp>
        <p:nvSpPr>
          <p:cNvPr id="172038" name="Text Box 4">
            <a:extLst>
              <a:ext uri="{FF2B5EF4-FFF2-40B4-BE49-F238E27FC236}">
                <a16:creationId xmlns:a16="http://schemas.microsoft.com/office/drawing/2014/main" id="{5CFFA16C-74B1-F46D-3797-42FC96042CFB}"/>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endParaRPr lang="zh-TW" altLang="en-US" sz="1800">
              <a:latin typeface="Times New Roman" panose="02020603050405020304" pitchFamily="18" charset="0"/>
            </a:endParaRPr>
          </a:p>
        </p:txBody>
      </p:sp>
      <p:sp>
        <p:nvSpPr>
          <p:cNvPr id="861189" name="Rectangle 5">
            <a:extLst>
              <a:ext uri="{FF2B5EF4-FFF2-40B4-BE49-F238E27FC236}">
                <a16:creationId xmlns:a16="http://schemas.microsoft.com/office/drawing/2014/main" id="{24821768-3B61-CB6C-F0A1-218023AE78FC}"/>
              </a:ext>
            </a:extLst>
          </p:cNvPr>
          <p:cNvSpPr>
            <a:spLocks noChangeArrowheads="1"/>
          </p:cNvSpPr>
          <p:nvPr/>
        </p:nvSpPr>
        <p:spPr bwMode="auto">
          <a:xfrm>
            <a:off x="152400" y="15240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zh-TW" sz="2800" i="1">
                <a:effectLst>
                  <a:outerShdw blurRad="38100" dist="38100" dir="2700000" algn="tl">
                    <a:srgbClr val="C0C0C0"/>
                  </a:outerShdw>
                </a:effectLst>
                <a:latin typeface="Times New Roman" panose="02020603050405020304" pitchFamily="18" charset="0"/>
              </a:rPr>
              <a:t>The last error detection method we discuss here is called the checksum. The checksum is used in the Internet by several protocols although not at the data link layer. However, we briefly discuss it here to complete our discussion on error checking</a:t>
            </a:r>
          </a:p>
        </p:txBody>
      </p:sp>
      <p:sp>
        <p:nvSpPr>
          <p:cNvPr id="172040" name="Rectangle 6">
            <a:extLst>
              <a:ext uri="{FF2B5EF4-FFF2-40B4-BE49-F238E27FC236}">
                <a16:creationId xmlns:a16="http://schemas.microsoft.com/office/drawing/2014/main" id="{4F3A99B9-F8A4-23CB-EE8F-55642C0ADFF5}"/>
              </a:ext>
            </a:extLst>
          </p:cNvPr>
          <p:cNvSpPr>
            <a:spLocks noChangeArrowheads="1"/>
          </p:cNvSpPr>
          <p:nvPr/>
        </p:nvSpPr>
        <p:spPr bwMode="auto">
          <a:xfrm>
            <a:off x="152400" y="46799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rPr>
              <a:t>Idea</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One’s Complement</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Internet Checksum</a:t>
            </a:r>
            <a:endParaRPr lang="en-US" altLang="zh-TW" sz="2400">
              <a:solidFill>
                <a:srgbClr val="0033CC"/>
              </a:solidFill>
              <a:latin typeface="Times New Roman" panose="02020603050405020304" pitchFamily="18" charset="0"/>
            </a:endParaRPr>
          </a:p>
        </p:txBody>
      </p:sp>
      <p:sp>
        <p:nvSpPr>
          <p:cNvPr id="861191" name="Text Box 7">
            <a:extLst>
              <a:ext uri="{FF2B5EF4-FFF2-40B4-BE49-F238E27FC236}">
                <a16:creationId xmlns:a16="http://schemas.microsoft.com/office/drawing/2014/main" id="{DBFD5C5E-645C-197E-3371-18FF2AB39C3E}"/>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TW"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Slide Number Placeholder 3">
            <a:extLst>
              <a:ext uri="{FF2B5EF4-FFF2-40B4-BE49-F238E27FC236}">
                <a16:creationId xmlns:a16="http://schemas.microsoft.com/office/drawing/2014/main" id="{EBA41BA1-4B70-896F-B7EA-D021DFFDB548}"/>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B1CC56AA-42CF-44FC-A5C5-401154B67533}" type="slidenum">
              <a:rPr lang="en-US" altLang="zh-TW" sz="2000"/>
              <a:pPr/>
              <a:t>79</a:t>
            </a:fld>
            <a:endParaRPr lang="en-US" altLang="zh-TW" sz="2000"/>
          </a:p>
        </p:txBody>
      </p:sp>
      <p:sp>
        <p:nvSpPr>
          <p:cNvPr id="174084" name="Rectangle 9">
            <a:extLst>
              <a:ext uri="{FF2B5EF4-FFF2-40B4-BE49-F238E27FC236}">
                <a16:creationId xmlns:a16="http://schemas.microsoft.com/office/drawing/2014/main" id="{B49B4D04-8BD0-F1B1-E3F8-DFD1A3D45672}"/>
              </a:ext>
            </a:extLst>
          </p:cNvPr>
          <p:cNvSpPr>
            <a:spLocks noChangeArrowheads="1"/>
          </p:cNvSpPr>
          <p:nvPr/>
        </p:nvSpPr>
        <p:spPr bwMode="auto">
          <a:xfrm>
            <a:off x="228600" y="1143000"/>
            <a:ext cx="86868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Suppose our data is a list of five 4-bit numbers that we want to send to a destination. In addition to sending these numbers, we send the sum of the numbers. For example, if the set of numbers is (7, 11, 12, 0, 6), we send (7, 11, 12, 0, 6, </a:t>
            </a:r>
            <a:r>
              <a:rPr lang="en-US" altLang="zh-TW" sz="2800" i="1">
                <a:solidFill>
                  <a:schemeClr val="hlink"/>
                </a:solidFill>
                <a:latin typeface="Times New Roman" panose="02020603050405020304" pitchFamily="18" charset="0"/>
              </a:rPr>
              <a:t>36</a:t>
            </a:r>
            <a:r>
              <a:rPr lang="en-US" altLang="zh-TW" sz="2800" i="1">
                <a:latin typeface="Times New Roman" panose="02020603050405020304" pitchFamily="18" charset="0"/>
              </a:rPr>
              <a:t>), where 36 is the sum of the original numbers. The receiver adds the five numbers and compares the result with the sum. If the two are the same, the receiver assumes no error, accepts the five numbers, and discards the sum. Otherwise, there is an error somewhere and the data are not accepted.</a:t>
            </a:r>
          </a:p>
        </p:txBody>
      </p:sp>
      <p:sp>
        <p:nvSpPr>
          <p:cNvPr id="174085" name="Text Box 11">
            <a:extLst>
              <a:ext uri="{FF2B5EF4-FFF2-40B4-BE49-F238E27FC236}">
                <a16:creationId xmlns:a16="http://schemas.microsoft.com/office/drawing/2014/main" id="{102E7EFB-15D6-5B31-6CFA-16B0CF5FFFEA}"/>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10.18</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Slide Number Placeholder 3">
            <a:extLst>
              <a:ext uri="{FF2B5EF4-FFF2-40B4-BE49-F238E27FC236}">
                <a16:creationId xmlns:a16="http://schemas.microsoft.com/office/drawing/2014/main" id="{7A484177-4010-8A7D-2432-6E5B37FB22D9}"/>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CEF6EFD-C9CE-4B5C-A84D-E0C0DFFEBFC4}" type="slidenum">
              <a:rPr lang="en-US" altLang="zh-TW" sz="2000"/>
              <a:pPr/>
              <a:t>80</a:t>
            </a:fld>
            <a:endParaRPr lang="en-US" altLang="zh-TW" sz="2000"/>
          </a:p>
        </p:txBody>
      </p:sp>
      <p:sp>
        <p:nvSpPr>
          <p:cNvPr id="176132" name="Rectangle 9">
            <a:extLst>
              <a:ext uri="{FF2B5EF4-FFF2-40B4-BE49-F238E27FC236}">
                <a16:creationId xmlns:a16="http://schemas.microsoft.com/office/drawing/2014/main" id="{A7555A74-2F05-8988-39E8-A4FBD321E074}"/>
              </a:ext>
            </a:extLst>
          </p:cNvPr>
          <p:cNvSpPr>
            <a:spLocks noChangeArrowheads="1"/>
          </p:cNvSpPr>
          <p:nvPr/>
        </p:nvSpPr>
        <p:spPr bwMode="auto">
          <a:xfrm>
            <a:off x="228600" y="1143000"/>
            <a:ext cx="86868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We can make the job of the receiver easier if we send the negative (complement) of the sum, called the </a:t>
            </a:r>
            <a:r>
              <a:rPr lang="en-US" altLang="zh-TW" sz="2800" i="1">
                <a:solidFill>
                  <a:schemeClr val="hlink"/>
                </a:solidFill>
                <a:latin typeface="Times New Roman" panose="02020603050405020304" pitchFamily="18" charset="0"/>
              </a:rPr>
              <a:t>checksum</a:t>
            </a:r>
            <a:r>
              <a:rPr lang="en-US" altLang="zh-TW" sz="2800" i="1">
                <a:latin typeface="Times New Roman" panose="02020603050405020304" pitchFamily="18" charset="0"/>
              </a:rPr>
              <a:t>. In this case, we send (7, 11, 12, 0, 6, </a:t>
            </a:r>
            <a:r>
              <a:rPr lang="en-US" altLang="zh-TW" sz="2800" i="1">
                <a:solidFill>
                  <a:schemeClr val="hlink"/>
                </a:solidFill>
                <a:latin typeface="Times New Roman" panose="02020603050405020304" pitchFamily="18" charset="0"/>
              </a:rPr>
              <a:t>−36</a:t>
            </a:r>
            <a:r>
              <a:rPr lang="en-US" altLang="zh-TW" sz="2800" i="1">
                <a:latin typeface="Times New Roman" panose="02020603050405020304" pitchFamily="18" charset="0"/>
              </a:rPr>
              <a:t>). The receiver can add all the numbers received (including the checksum). If the result is 0, it assumes no error; otherwise, there is an error.</a:t>
            </a:r>
          </a:p>
        </p:txBody>
      </p:sp>
      <p:sp>
        <p:nvSpPr>
          <p:cNvPr id="176133" name="Text Box 11">
            <a:extLst>
              <a:ext uri="{FF2B5EF4-FFF2-40B4-BE49-F238E27FC236}">
                <a16:creationId xmlns:a16="http://schemas.microsoft.com/office/drawing/2014/main" id="{83A58B46-DAB7-BF0C-B14B-DEA15B13279A}"/>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10.19</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Slide Number Placeholder 3">
            <a:extLst>
              <a:ext uri="{FF2B5EF4-FFF2-40B4-BE49-F238E27FC236}">
                <a16:creationId xmlns:a16="http://schemas.microsoft.com/office/drawing/2014/main" id="{ADB8DB9C-63A8-7CB1-985F-194D577C160C}"/>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6E46F687-AF5D-4931-AFE5-1A7F0C030B24}" type="slidenum">
              <a:rPr lang="en-US" altLang="zh-TW" sz="2000"/>
              <a:pPr/>
              <a:t>81</a:t>
            </a:fld>
            <a:endParaRPr lang="en-US" altLang="zh-TW" sz="2000"/>
          </a:p>
        </p:txBody>
      </p:sp>
      <p:sp>
        <p:nvSpPr>
          <p:cNvPr id="178180" name="Rectangle 9">
            <a:extLst>
              <a:ext uri="{FF2B5EF4-FFF2-40B4-BE49-F238E27FC236}">
                <a16:creationId xmlns:a16="http://schemas.microsoft.com/office/drawing/2014/main" id="{A6D4DA99-529F-E6DC-460E-0026F8FB0425}"/>
              </a:ext>
            </a:extLst>
          </p:cNvPr>
          <p:cNvSpPr>
            <a:spLocks noChangeArrowheads="1"/>
          </p:cNvSpPr>
          <p:nvPr/>
        </p:nvSpPr>
        <p:spPr bwMode="auto">
          <a:xfrm>
            <a:off x="228600" y="1143000"/>
            <a:ext cx="8305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How can we represent the number 21 in </a:t>
            </a:r>
            <a:r>
              <a:rPr lang="en-US" altLang="zh-TW" sz="2800" i="1">
                <a:solidFill>
                  <a:schemeClr val="hlink"/>
                </a:solidFill>
                <a:latin typeface="Times New Roman" panose="02020603050405020304" pitchFamily="18" charset="0"/>
              </a:rPr>
              <a:t>one’s complement arithmetic</a:t>
            </a:r>
            <a:r>
              <a:rPr lang="en-US" altLang="zh-TW" sz="2800" i="1">
                <a:latin typeface="Times New Roman" panose="02020603050405020304" pitchFamily="18" charset="0"/>
              </a:rPr>
              <a:t> using only four bits?</a:t>
            </a:r>
          </a:p>
        </p:txBody>
      </p:sp>
      <p:sp>
        <p:nvSpPr>
          <p:cNvPr id="178181" name="Rectangle 10">
            <a:extLst>
              <a:ext uri="{FF2B5EF4-FFF2-40B4-BE49-F238E27FC236}">
                <a16:creationId xmlns:a16="http://schemas.microsoft.com/office/drawing/2014/main" id="{E718EA92-4AC7-7F2A-8552-3BDDB4FCE311}"/>
              </a:ext>
            </a:extLst>
          </p:cNvPr>
          <p:cNvSpPr>
            <a:spLocks noChangeArrowheads="1"/>
          </p:cNvSpPr>
          <p:nvPr/>
        </p:nvSpPr>
        <p:spPr bwMode="auto">
          <a:xfrm>
            <a:off x="228600" y="3106738"/>
            <a:ext cx="8686800" cy="18002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solidFill>
                  <a:schemeClr val="hlink"/>
                </a:solidFill>
                <a:latin typeface="Times New Roman" panose="02020603050405020304" pitchFamily="18" charset="0"/>
              </a:rPr>
              <a:t>Solution</a:t>
            </a:r>
          </a:p>
          <a:p>
            <a:pPr algn="just"/>
            <a:r>
              <a:rPr lang="en-US" altLang="zh-TW" sz="2800" i="1">
                <a:latin typeface="Times" panose="02020603050405020304" pitchFamily="18" charset="0"/>
              </a:rPr>
              <a:t>The number 21 in binary is 10101 (it needs five bits). We can wrap the leftmost bit and add it to the four rightmost bits. We have (0101 + 1) = 0110 or </a:t>
            </a:r>
            <a:r>
              <a:rPr lang="en-US" altLang="zh-TW" sz="2800" i="1">
                <a:solidFill>
                  <a:schemeClr val="hlink"/>
                </a:solidFill>
                <a:latin typeface="Times" panose="02020603050405020304" pitchFamily="18" charset="0"/>
              </a:rPr>
              <a:t>6</a:t>
            </a:r>
            <a:r>
              <a:rPr lang="en-US" altLang="zh-TW" sz="2800" i="1">
                <a:latin typeface="Times" panose="02020603050405020304" pitchFamily="18" charset="0"/>
              </a:rPr>
              <a:t>.</a:t>
            </a:r>
          </a:p>
        </p:txBody>
      </p:sp>
      <p:sp>
        <p:nvSpPr>
          <p:cNvPr id="178182" name="Text Box 11">
            <a:extLst>
              <a:ext uri="{FF2B5EF4-FFF2-40B4-BE49-F238E27FC236}">
                <a16:creationId xmlns:a16="http://schemas.microsoft.com/office/drawing/2014/main" id="{53CCF515-7442-3B25-529C-F79A555CE89A}"/>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10.20</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Slide Number Placeholder 3">
            <a:extLst>
              <a:ext uri="{FF2B5EF4-FFF2-40B4-BE49-F238E27FC236}">
                <a16:creationId xmlns:a16="http://schemas.microsoft.com/office/drawing/2014/main" id="{BF6F0215-E213-7D48-1E14-91AD87D6A32D}"/>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BF4B40E-7662-41D7-BCF9-1E6DD8A32F3D}" type="slidenum">
              <a:rPr lang="en-US" altLang="zh-TW" sz="2000"/>
              <a:pPr/>
              <a:t>82</a:t>
            </a:fld>
            <a:endParaRPr lang="en-US" altLang="zh-TW" sz="2000"/>
          </a:p>
        </p:txBody>
      </p:sp>
      <p:sp>
        <p:nvSpPr>
          <p:cNvPr id="180228" name="Rectangle 9">
            <a:extLst>
              <a:ext uri="{FF2B5EF4-FFF2-40B4-BE49-F238E27FC236}">
                <a16:creationId xmlns:a16="http://schemas.microsoft.com/office/drawing/2014/main" id="{AA943500-0DE4-7009-8908-64EF63DA3EA6}"/>
              </a:ext>
            </a:extLst>
          </p:cNvPr>
          <p:cNvSpPr>
            <a:spLocks noChangeArrowheads="1"/>
          </p:cNvSpPr>
          <p:nvPr/>
        </p:nvSpPr>
        <p:spPr bwMode="auto">
          <a:xfrm>
            <a:off x="228600" y="1143000"/>
            <a:ext cx="8458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How can we represent the number −6 in one’s complement arithmetic using only four bits?</a:t>
            </a:r>
          </a:p>
        </p:txBody>
      </p:sp>
      <p:sp>
        <p:nvSpPr>
          <p:cNvPr id="180229" name="Rectangle 10">
            <a:extLst>
              <a:ext uri="{FF2B5EF4-FFF2-40B4-BE49-F238E27FC236}">
                <a16:creationId xmlns:a16="http://schemas.microsoft.com/office/drawing/2014/main" id="{ACC700AB-55E5-98C6-1651-2AAE5E4DF86E}"/>
              </a:ext>
            </a:extLst>
          </p:cNvPr>
          <p:cNvSpPr>
            <a:spLocks noChangeArrowheads="1"/>
          </p:cNvSpPr>
          <p:nvPr/>
        </p:nvSpPr>
        <p:spPr bwMode="auto">
          <a:xfrm>
            <a:off x="228600" y="2286000"/>
            <a:ext cx="8686800" cy="3508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solidFill>
                  <a:schemeClr val="hlink"/>
                </a:solidFill>
                <a:latin typeface="Times New Roman" panose="02020603050405020304" pitchFamily="18" charset="0"/>
              </a:rPr>
              <a:t>Solution</a:t>
            </a:r>
          </a:p>
          <a:p>
            <a:pPr algn="just"/>
            <a:r>
              <a:rPr lang="en-US" altLang="zh-TW" sz="2800" i="1">
                <a:latin typeface="Times" panose="02020603050405020304" pitchFamily="18" charset="0"/>
              </a:rPr>
              <a:t>In one’s complement arithmetic, the negative or complement of a number is found by inverting all bits. Positive 6 is 0110; negative 6 is 1001. If we consider only unsigned numbers, this is 9. In other words, the complement of 6 is 9. Another way to find the complement of a number in one’s complement arithmetic is to subtract the number from 2</a:t>
            </a:r>
            <a:r>
              <a:rPr lang="en-US" altLang="zh-TW" sz="2800" i="1" baseline="30000">
                <a:latin typeface="Times" panose="02020603050405020304" pitchFamily="18" charset="0"/>
              </a:rPr>
              <a:t>n</a:t>
            </a:r>
            <a:r>
              <a:rPr lang="en-US" altLang="zh-TW" sz="2800" i="1">
                <a:latin typeface="Times" panose="02020603050405020304" pitchFamily="18" charset="0"/>
              </a:rPr>
              <a:t> − 1 (16 − 1 in this case).</a:t>
            </a:r>
          </a:p>
        </p:txBody>
      </p:sp>
      <p:sp>
        <p:nvSpPr>
          <p:cNvPr id="180230" name="Text Box 11">
            <a:extLst>
              <a:ext uri="{FF2B5EF4-FFF2-40B4-BE49-F238E27FC236}">
                <a16:creationId xmlns:a16="http://schemas.microsoft.com/office/drawing/2014/main" id="{75678D9B-085B-A18F-E622-22A756A82B6C}"/>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10.21</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Slide Number Placeholder 3">
            <a:extLst>
              <a:ext uri="{FF2B5EF4-FFF2-40B4-BE49-F238E27FC236}">
                <a16:creationId xmlns:a16="http://schemas.microsoft.com/office/drawing/2014/main" id="{5A4A8AF2-7A02-AF0D-2C2A-A7A414084C10}"/>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BFDB61F1-2F5C-4B24-ABF9-4829AAD3BA54}" type="slidenum">
              <a:rPr lang="en-US" altLang="zh-TW" sz="2000"/>
              <a:pPr/>
              <a:t>83</a:t>
            </a:fld>
            <a:endParaRPr lang="en-US" altLang="zh-TW" sz="2000"/>
          </a:p>
        </p:txBody>
      </p:sp>
      <p:sp>
        <p:nvSpPr>
          <p:cNvPr id="182276" name="Rectangle 9">
            <a:extLst>
              <a:ext uri="{FF2B5EF4-FFF2-40B4-BE49-F238E27FC236}">
                <a16:creationId xmlns:a16="http://schemas.microsoft.com/office/drawing/2014/main" id="{B61A00D3-2648-C1C1-7876-7A1577755ECF}"/>
              </a:ext>
            </a:extLst>
          </p:cNvPr>
          <p:cNvSpPr>
            <a:spLocks noChangeArrowheads="1"/>
          </p:cNvSpPr>
          <p:nvPr/>
        </p:nvSpPr>
        <p:spPr bwMode="auto">
          <a:xfrm>
            <a:off x="228600" y="990600"/>
            <a:ext cx="85344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Let us redo Exercise 10.19 using one’s complement arithmetic. Figure 10.24 shows the process at the sender and at the receiver. The sender initializes the checksum to 0 and adds all data items and the checksum (the checksum is considered as one data item and is shown in color). The result is 36. However, 36 cannot be expressed in 4 bits. The extra two bits are wrapped and added with the sum to create the wrapped sum value 6. In the figure, we have shown the details in binary. The sum is then complemented, resulting in the checksum value 9 (15 − 6 = 9). The sender now sends six data items to the receiver including the checksum 9. </a:t>
            </a:r>
          </a:p>
        </p:txBody>
      </p:sp>
      <p:sp>
        <p:nvSpPr>
          <p:cNvPr id="182277" name="Text Box 10">
            <a:extLst>
              <a:ext uri="{FF2B5EF4-FFF2-40B4-BE49-F238E27FC236}">
                <a16:creationId xmlns:a16="http://schemas.microsoft.com/office/drawing/2014/main" id="{37D7B29E-EF3F-97D7-F867-5C16C957DB82}"/>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10.22</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3" name="Slide Number Placeholder 3">
            <a:extLst>
              <a:ext uri="{FF2B5EF4-FFF2-40B4-BE49-F238E27FC236}">
                <a16:creationId xmlns:a16="http://schemas.microsoft.com/office/drawing/2014/main" id="{5FA340F2-57D8-78D3-DAF5-4642984EA328}"/>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F1BB1F9D-82A8-437C-9E20-06A2D8FDB8D4}" type="slidenum">
              <a:rPr lang="en-US" altLang="zh-TW" sz="2000"/>
              <a:pPr/>
              <a:t>84</a:t>
            </a:fld>
            <a:endParaRPr lang="en-US" altLang="zh-TW" sz="2000"/>
          </a:p>
        </p:txBody>
      </p:sp>
      <p:sp>
        <p:nvSpPr>
          <p:cNvPr id="184324" name="Rectangle 9">
            <a:extLst>
              <a:ext uri="{FF2B5EF4-FFF2-40B4-BE49-F238E27FC236}">
                <a16:creationId xmlns:a16="http://schemas.microsoft.com/office/drawing/2014/main" id="{180B9309-6A5E-1703-6A57-36BCE18C0CFF}"/>
              </a:ext>
            </a:extLst>
          </p:cNvPr>
          <p:cNvSpPr>
            <a:spLocks noChangeArrowheads="1"/>
          </p:cNvSpPr>
          <p:nvPr/>
        </p:nvSpPr>
        <p:spPr bwMode="auto">
          <a:xfrm>
            <a:off x="228600" y="1143000"/>
            <a:ext cx="8534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800" i="1">
                <a:latin typeface="Times New Roman" panose="02020603050405020304" pitchFamily="18" charset="0"/>
              </a:rPr>
              <a:t>The receiver follows the same procedure as the sender. It adds all data items (including the checksum); the result is 45. The sum is wrapped and becomes 15. The wrapped sum is complemented and becomes 0. Since the value of the checksum is 0, this means that the data is not corrupted. The receiver drops the checksum and keeps the other data items. If the checksum is not zero, the entire packet is dropped.</a:t>
            </a:r>
          </a:p>
        </p:txBody>
      </p:sp>
      <p:sp>
        <p:nvSpPr>
          <p:cNvPr id="184325" name="Text Box 10">
            <a:extLst>
              <a:ext uri="{FF2B5EF4-FFF2-40B4-BE49-F238E27FC236}">
                <a16:creationId xmlns:a16="http://schemas.microsoft.com/office/drawing/2014/main" id="{629FBAAF-9A50-233C-F703-1917ED66A18F}"/>
              </a:ext>
            </a:extLst>
          </p:cNvPr>
          <p:cNvSpPr txBox="1">
            <a:spLocks noChangeArrowheads="1"/>
          </p:cNvSpPr>
          <p:nvPr/>
        </p:nvSpPr>
        <p:spPr bwMode="auto">
          <a:xfrm>
            <a:off x="152400" y="228600"/>
            <a:ext cx="47323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10.22 (continued)</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Slide Number Placeholder 3">
            <a:extLst>
              <a:ext uri="{FF2B5EF4-FFF2-40B4-BE49-F238E27FC236}">
                <a16:creationId xmlns:a16="http://schemas.microsoft.com/office/drawing/2014/main" id="{8D246206-B1CD-73C8-84E7-847F434BCFF9}"/>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84604549-74EA-497E-BAEE-0B5D4A48C2D4}" type="slidenum">
              <a:rPr lang="en-US" altLang="zh-TW" sz="2000"/>
              <a:pPr/>
              <a:t>85</a:t>
            </a:fld>
            <a:endParaRPr lang="en-US" altLang="zh-TW" sz="2000"/>
          </a:p>
        </p:txBody>
      </p:sp>
      <p:sp>
        <p:nvSpPr>
          <p:cNvPr id="186372" name="Text Box 4">
            <a:extLst>
              <a:ext uri="{FF2B5EF4-FFF2-40B4-BE49-F238E27FC236}">
                <a16:creationId xmlns:a16="http://schemas.microsoft.com/office/drawing/2014/main" id="{281A6A91-3131-5CBE-7E26-68C55B04B87E}"/>
              </a:ext>
            </a:extLst>
          </p:cNvPr>
          <p:cNvSpPr txBox="1">
            <a:spLocks noChangeArrowheads="1"/>
          </p:cNvSpPr>
          <p:nvPr/>
        </p:nvSpPr>
        <p:spPr bwMode="auto">
          <a:xfrm>
            <a:off x="152400" y="304800"/>
            <a:ext cx="3525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10.24  </a:t>
            </a:r>
            <a:r>
              <a:rPr lang="en-US" altLang="zh-TW" sz="2000" i="1">
                <a:latin typeface="Times New Roman" panose="02020603050405020304" pitchFamily="18" charset="0"/>
              </a:rPr>
              <a:t>Example 10.22</a:t>
            </a:r>
          </a:p>
        </p:txBody>
      </p:sp>
      <p:pic>
        <p:nvPicPr>
          <p:cNvPr id="186373" name="Picture 7">
            <a:extLst>
              <a:ext uri="{FF2B5EF4-FFF2-40B4-BE49-F238E27FC236}">
                <a16:creationId xmlns:a16="http://schemas.microsoft.com/office/drawing/2014/main" id="{81BD8C05-4886-FEB0-EC14-7693118C0A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50" y="1371600"/>
            <a:ext cx="7185025" cy="466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Slide Number Placeholder 3">
            <a:extLst>
              <a:ext uri="{FF2B5EF4-FFF2-40B4-BE49-F238E27FC236}">
                <a16:creationId xmlns:a16="http://schemas.microsoft.com/office/drawing/2014/main" id="{8528B3F2-EF4B-35CC-DF71-B992D7DD041D}"/>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9E3E331B-693A-4BD9-A6EA-E6F171306E86}" type="slidenum">
              <a:rPr lang="en-US" altLang="zh-TW" sz="2000"/>
              <a:pPr/>
              <a:t>86</a:t>
            </a:fld>
            <a:endParaRPr lang="en-US" altLang="zh-TW" sz="2000"/>
          </a:p>
        </p:txBody>
      </p:sp>
      <p:sp>
        <p:nvSpPr>
          <p:cNvPr id="188420" name="Line 9">
            <a:extLst>
              <a:ext uri="{FF2B5EF4-FFF2-40B4-BE49-F238E27FC236}">
                <a16:creationId xmlns:a16="http://schemas.microsoft.com/office/drawing/2014/main" id="{22A4FA98-47B8-00F4-E6D0-C86590BA9BA0}"/>
              </a:ext>
            </a:extLst>
          </p:cNvPr>
          <p:cNvSpPr>
            <a:spLocks noChangeShapeType="1"/>
          </p:cNvSpPr>
          <p:nvPr/>
        </p:nvSpPr>
        <p:spPr bwMode="auto">
          <a:xfrm>
            <a:off x="457200" y="1828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8421" name="Line 10">
            <a:extLst>
              <a:ext uri="{FF2B5EF4-FFF2-40B4-BE49-F238E27FC236}">
                <a16:creationId xmlns:a16="http://schemas.microsoft.com/office/drawing/2014/main" id="{80654488-4FF5-96DC-8C2B-8FDD58CA5E6A}"/>
              </a:ext>
            </a:extLst>
          </p:cNvPr>
          <p:cNvSpPr>
            <a:spLocks noChangeShapeType="1"/>
          </p:cNvSpPr>
          <p:nvPr/>
        </p:nvSpPr>
        <p:spPr bwMode="auto">
          <a:xfrm>
            <a:off x="458788" y="5562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8422" name="Rectangle 11">
            <a:extLst>
              <a:ext uri="{FF2B5EF4-FFF2-40B4-BE49-F238E27FC236}">
                <a16:creationId xmlns:a16="http://schemas.microsoft.com/office/drawing/2014/main" id="{DEDF13F0-736F-F773-8C09-BC99C0BE36BD}"/>
              </a:ext>
            </a:extLst>
          </p:cNvPr>
          <p:cNvSpPr>
            <a:spLocks noChangeArrowheads="1"/>
          </p:cNvSpPr>
          <p:nvPr/>
        </p:nvSpPr>
        <p:spPr bwMode="auto">
          <a:xfrm>
            <a:off x="495300" y="1892300"/>
            <a:ext cx="8077200" cy="35687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dirty="0">
                <a:latin typeface="Times New Roman" panose="02020603050405020304" pitchFamily="18" charset="0"/>
                <a:cs typeface="Times New Roman" panose="02020603050405020304" pitchFamily="18" charset="0"/>
              </a:rPr>
              <a:t>Sender site:</a:t>
            </a:r>
          </a:p>
          <a:p>
            <a:r>
              <a:rPr lang="en-US" altLang="zh-TW" sz="2800" dirty="0">
                <a:solidFill>
                  <a:schemeClr val="hlink"/>
                </a:solidFill>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 The message is divided into 16-bit words.</a:t>
            </a:r>
          </a:p>
          <a:p>
            <a:r>
              <a:rPr lang="en-US" altLang="zh-TW" sz="2800" dirty="0">
                <a:solidFill>
                  <a:schemeClr val="hlink"/>
                </a:solidFill>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 The value of the checksum word is set to 0.</a:t>
            </a:r>
          </a:p>
          <a:p>
            <a:r>
              <a:rPr lang="en-US" altLang="zh-TW" sz="2800" dirty="0">
                <a:solidFill>
                  <a:schemeClr val="hlink"/>
                </a:solidFill>
                <a:latin typeface="Times New Roman" panose="02020603050405020304" pitchFamily="18" charset="0"/>
                <a:cs typeface="Times New Roman" panose="02020603050405020304" pitchFamily="18" charset="0"/>
              </a:rPr>
              <a:t>3.</a:t>
            </a:r>
            <a:r>
              <a:rPr lang="en-US" altLang="zh-TW" sz="2800" dirty="0">
                <a:latin typeface="Times New Roman" panose="02020603050405020304" pitchFamily="18" charset="0"/>
                <a:cs typeface="Times New Roman" panose="02020603050405020304" pitchFamily="18" charset="0"/>
              </a:rPr>
              <a:t> All words including the checksum are</a:t>
            </a: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    added using one’s complement addition.</a:t>
            </a:r>
          </a:p>
          <a:p>
            <a:r>
              <a:rPr lang="en-US" altLang="zh-TW" sz="2800" dirty="0">
                <a:solidFill>
                  <a:schemeClr val="hlink"/>
                </a:solidFill>
                <a:latin typeface="Times New Roman" panose="02020603050405020304" pitchFamily="18" charset="0"/>
                <a:cs typeface="Times New Roman" panose="02020603050405020304" pitchFamily="18" charset="0"/>
              </a:rPr>
              <a:t>4.</a:t>
            </a:r>
            <a:r>
              <a:rPr lang="en-US" altLang="zh-TW" sz="2800" dirty="0">
                <a:latin typeface="Times New Roman" panose="02020603050405020304" pitchFamily="18" charset="0"/>
                <a:cs typeface="Times New Roman" panose="02020603050405020304" pitchFamily="18" charset="0"/>
              </a:rPr>
              <a:t> The sum is complemented and becomes the</a:t>
            </a: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     checksum.</a:t>
            </a:r>
          </a:p>
          <a:p>
            <a:r>
              <a:rPr lang="en-US" altLang="zh-TW" sz="2800" dirty="0">
                <a:solidFill>
                  <a:schemeClr val="hlink"/>
                </a:solidFill>
                <a:latin typeface="Times New Roman" panose="02020603050405020304" pitchFamily="18" charset="0"/>
                <a:cs typeface="Times New Roman" panose="02020603050405020304" pitchFamily="18" charset="0"/>
              </a:rPr>
              <a:t>5.</a:t>
            </a:r>
            <a:r>
              <a:rPr lang="en-US" altLang="zh-TW" sz="2800" dirty="0">
                <a:latin typeface="Times New Roman" panose="02020603050405020304" pitchFamily="18" charset="0"/>
                <a:cs typeface="Times New Roman" panose="02020603050405020304" pitchFamily="18" charset="0"/>
              </a:rPr>
              <a:t> The checksum is sent with the data.</a:t>
            </a:r>
          </a:p>
        </p:txBody>
      </p:sp>
      <p:grpSp>
        <p:nvGrpSpPr>
          <p:cNvPr id="188423" name="Group 12">
            <a:extLst>
              <a:ext uri="{FF2B5EF4-FFF2-40B4-BE49-F238E27FC236}">
                <a16:creationId xmlns:a16="http://schemas.microsoft.com/office/drawing/2014/main" id="{67A1F1FD-0643-B594-00BF-6B81BDA85C3C}"/>
              </a:ext>
            </a:extLst>
          </p:cNvPr>
          <p:cNvGrpSpPr>
            <a:grpSpLocks/>
          </p:cNvGrpSpPr>
          <p:nvPr/>
        </p:nvGrpSpPr>
        <p:grpSpPr bwMode="auto">
          <a:xfrm>
            <a:off x="533400" y="1185863"/>
            <a:ext cx="1143000" cy="566737"/>
            <a:chOff x="1200" y="1248"/>
            <a:chExt cx="720" cy="357"/>
          </a:xfrm>
        </p:grpSpPr>
        <p:pic>
          <p:nvPicPr>
            <p:cNvPr id="188424" name="Picture 13">
              <a:extLst>
                <a:ext uri="{FF2B5EF4-FFF2-40B4-BE49-F238E27FC236}">
                  <a16:creationId xmlns:a16="http://schemas.microsoft.com/office/drawing/2014/main" id="{F6C2C681-F881-72D8-C545-43763E9749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8425" name="Text Box 14">
              <a:extLst>
                <a:ext uri="{FF2B5EF4-FFF2-40B4-BE49-F238E27FC236}">
                  <a16:creationId xmlns:a16="http://schemas.microsoft.com/office/drawing/2014/main" id="{CE3C43AD-C306-E3F8-F7D4-99A378A2E60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7" name="Slide Number Placeholder 3">
            <a:extLst>
              <a:ext uri="{FF2B5EF4-FFF2-40B4-BE49-F238E27FC236}">
                <a16:creationId xmlns:a16="http://schemas.microsoft.com/office/drawing/2014/main" id="{6C94ECD7-9EC4-A935-2A03-7F11E1A1B756}"/>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9B6E204-0601-4692-88E7-FCDF36C53EBC}" type="slidenum">
              <a:rPr lang="en-US" altLang="zh-TW" sz="2000"/>
              <a:pPr/>
              <a:t>87</a:t>
            </a:fld>
            <a:endParaRPr lang="en-US" altLang="zh-TW" sz="2000"/>
          </a:p>
        </p:txBody>
      </p:sp>
      <p:sp>
        <p:nvSpPr>
          <p:cNvPr id="190468" name="Line 9">
            <a:extLst>
              <a:ext uri="{FF2B5EF4-FFF2-40B4-BE49-F238E27FC236}">
                <a16:creationId xmlns:a16="http://schemas.microsoft.com/office/drawing/2014/main" id="{CF4F2676-D72F-B2BC-B778-29A5EBFEAA76}"/>
              </a:ext>
            </a:extLst>
          </p:cNvPr>
          <p:cNvSpPr>
            <a:spLocks noChangeShapeType="1"/>
          </p:cNvSpPr>
          <p:nvPr/>
        </p:nvSpPr>
        <p:spPr bwMode="auto">
          <a:xfrm>
            <a:off x="457200" y="1828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469" name="Line 10">
            <a:extLst>
              <a:ext uri="{FF2B5EF4-FFF2-40B4-BE49-F238E27FC236}">
                <a16:creationId xmlns:a16="http://schemas.microsoft.com/office/drawing/2014/main" id="{B4E26E58-36C7-DAA1-BBA7-05D59149D917}"/>
              </a:ext>
            </a:extLst>
          </p:cNvPr>
          <p:cNvSpPr>
            <a:spLocks noChangeShapeType="1"/>
          </p:cNvSpPr>
          <p:nvPr/>
        </p:nvSpPr>
        <p:spPr bwMode="auto">
          <a:xfrm>
            <a:off x="458788" y="6019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470" name="Rectangle 11">
            <a:extLst>
              <a:ext uri="{FF2B5EF4-FFF2-40B4-BE49-F238E27FC236}">
                <a16:creationId xmlns:a16="http://schemas.microsoft.com/office/drawing/2014/main" id="{B1BB8BBF-BCCC-635B-6DF5-B36F66078888}"/>
              </a:ext>
            </a:extLst>
          </p:cNvPr>
          <p:cNvSpPr>
            <a:spLocks noChangeArrowheads="1"/>
          </p:cNvSpPr>
          <p:nvPr/>
        </p:nvSpPr>
        <p:spPr bwMode="auto">
          <a:xfrm>
            <a:off x="495300" y="1920875"/>
            <a:ext cx="8077200" cy="399573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dirty="0">
                <a:latin typeface="Times New Roman" panose="02020603050405020304" pitchFamily="18" charset="0"/>
                <a:cs typeface="Times New Roman" panose="02020603050405020304" pitchFamily="18" charset="0"/>
              </a:rPr>
              <a:t>Receiver site:</a:t>
            </a:r>
          </a:p>
          <a:p>
            <a:r>
              <a:rPr lang="en-US" altLang="zh-TW" sz="2800" dirty="0">
                <a:solidFill>
                  <a:schemeClr val="hlink"/>
                </a:solidFill>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 The message (including checksum) is</a:t>
            </a: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    divided into 16-bit words.</a:t>
            </a:r>
          </a:p>
          <a:p>
            <a:r>
              <a:rPr lang="en-US" altLang="zh-TW" sz="2800" dirty="0">
                <a:solidFill>
                  <a:schemeClr val="hlink"/>
                </a:solidFill>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 All words are added using one’s</a:t>
            </a: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    complement addition.</a:t>
            </a:r>
          </a:p>
          <a:p>
            <a:r>
              <a:rPr lang="en-US" altLang="zh-TW" sz="2800" dirty="0">
                <a:solidFill>
                  <a:schemeClr val="hlink"/>
                </a:solidFill>
                <a:latin typeface="Times New Roman" panose="02020603050405020304" pitchFamily="18" charset="0"/>
                <a:cs typeface="Times New Roman" panose="02020603050405020304" pitchFamily="18" charset="0"/>
              </a:rPr>
              <a:t>3.</a:t>
            </a:r>
            <a:r>
              <a:rPr lang="en-US" altLang="zh-TW" sz="2800" dirty="0">
                <a:latin typeface="Times New Roman" panose="02020603050405020304" pitchFamily="18" charset="0"/>
                <a:cs typeface="Times New Roman" panose="02020603050405020304" pitchFamily="18" charset="0"/>
              </a:rPr>
              <a:t> The sum is complemented and becomes the</a:t>
            </a: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    new checksum.</a:t>
            </a:r>
          </a:p>
          <a:p>
            <a:r>
              <a:rPr lang="en-US" altLang="zh-TW" sz="2800" dirty="0">
                <a:solidFill>
                  <a:schemeClr val="hlink"/>
                </a:solidFill>
                <a:latin typeface="Times New Roman" panose="02020603050405020304" pitchFamily="18" charset="0"/>
                <a:cs typeface="Times New Roman" panose="02020603050405020304" pitchFamily="18" charset="0"/>
              </a:rPr>
              <a:t>4.</a:t>
            </a:r>
            <a:r>
              <a:rPr lang="en-US" altLang="zh-TW" sz="2800" dirty="0">
                <a:latin typeface="Times New Roman" panose="02020603050405020304" pitchFamily="18" charset="0"/>
                <a:cs typeface="Times New Roman" panose="02020603050405020304" pitchFamily="18" charset="0"/>
              </a:rPr>
              <a:t> If the value of checksum is 0, the message</a:t>
            </a: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    is accepted; otherwise, it is rejected.</a:t>
            </a:r>
          </a:p>
        </p:txBody>
      </p:sp>
      <p:grpSp>
        <p:nvGrpSpPr>
          <p:cNvPr id="190471" name="Group 12">
            <a:extLst>
              <a:ext uri="{FF2B5EF4-FFF2-40B4-BE49-F238E27FC236}">
                <a16:creationId xmlns:a16="http://schemas.microsoft.com/office/drawing/2014/main" id="{D45B219D-CDDC-819F-CAB2-7435CE613854}"/>
              </a:ext>
            </a:extLst>
          </p:cNvPr>
          <p:cNvGrpSpPr>
            <a:grpSpLocks/>
          </p:cNvGrpSpPr>
          <p:nvPr/>
        </p:nvGrpSpPr>
        <p:grpSpPr bwMode="auto">
          <a:xfrm>
            <a:off x="533400" y="1185863"/>
            <a:ext cx="1143000" cy="566737"/>
            <a:chOff x="1200" y="1248"/>
            <a:chExt cx="720" cy="357"/>
          </a:xfrm>
        </p:grpSpPr>
        <p:pic>
          <p:nvPicPr>
            <p:cNvPr id="190472" name="Picture 13">
              <a:extLst>
                <a:ext uri="{FF2B5EF4-FFF2-40B4-BE49-F238E27FC236}">
                  <a16:creationId xmlns:a16="http://schemas.microsoft.com/office/drawing/2014/main" id="{770B9372-9279-FA78-E687-98D1BE2F01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0473" name="Text Box 14">
              <a:extLst>
                <a:ext uri="{FF2B5EF4-FFF2-40B4-BE49-F238E27FC236}">
                  <a16:creationId xmlns:a16="http://schemas.microsoft.com/office/drawing/2014/main" id="{19C6736F-8EC5-76AC-331F-8B27DA182C1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800" i="1">
                  <a:solidFill>
                    <a:schemeClr val="hlink"/>
                  </a:solidFill>
                  <a:latin typeface="Times New Roman" panose="02020603050405020304" pitchFamily="18" charset="0"/>
                </a:rPr>
                <a:t>Note</a:t>
              </a: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Slide Number Placeholder 3">
            <a:extLst>
              <a:ext uri="{FF2B5EF4-FFF2-40B4-BE49-F238E27FC236}">
                <a16:creationId xmlns:a16="http://schemas.microsoft.com/office/drawing/2014/main" id="{6534F518-6C44-9661-836F-DF509E939627}"/>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A0AEBFBC-9F7C-49F0-B708-17E84132A53E}" type="slidenum">
              <a:rPr lang="en-US" altLang="zh-TW" sz="2000"/>
              <a:pPr/>
              <a:t>88</a:t>
            </a:fld>
            <a:endParaRPr lang="en-US" altLang="zh-TW" sz="2000"/>
          </a:p>
        </p:txBody>
      </p:sp>
      <p:sp>
        <p:nvSpPr>
          <p:cNvPr id="192516" name="Rectangle 9">
            <a:extLst>
              <a:ext uri="{FF2B5EF4-FFF2-40B4-BE49-F238E27FC236}">
                <a16:creationId xmlns:a16="http://schemas.microsoft.com/office/drawing/2014/main" id="{52E61D36-6A87-8CD1-7311-F36BB3F7277D}"/>
              </a:ext>
            </a:extLst>
          </p:cNvPr>
          <p:cNvSpPr>
            <a:spLocks noChangeArrowheads="1"/>
          </p:cNvSpPr>
          <p:nvPr/>
        </p:nvSpPr>
        <p:spPr bwMode="auto">
          <a:xfrm>
            <a:off x="228600" y="914400"/>
            <a:ext cx="8686800"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pPr algn="just"/>
            <a:r>
              <a:rPr lang="en-US" altLang="zh-TW" sz="2400" i="1">
                <a:latin typeface="Times New Roman" panose="02020603050405020304" pitchFamily="18" charset="0"/>
              </a:rPr>
              <a:t>Let us calculate the checksum for a text of 8 characters (“Forouzan”). The text needs to be divided into 2-byte (16-bit) words. We use ASCII (see Appendix A) to change each byte to a 2-digit hexadecimal number. For example, F is represented as 0x46 and o is represented as 0x6F. Figure 10.25 shows how the checksum is calculated at the sender and receiver sites. In part a of the figure, the value of partial sum for the first column is 0x36. We keep the rightmost digit (6) and insert the leftmost digit (3) as the carry in the second column. The process is repeated for each column. Note that if there is any corruption, the checksum recalculated by the receiver is not all 0s. We leave this an exercise.</a:t>
            </a:r>
          </a:p>
        </p:txBody>
      </p:sp>
      <p:sp>
        <p:nvSpPr>
          <p:cNvPr id="192517" name="Text Box 11">
            <a:extLst>
              <a:ext uri="{FF2B5EF4-FFF2-40B4-BE49-F238E27FC236}">
                <a16:creationId xmlns:a16="http://schemas.microsoft.com/office/drawing/2014/main" id="{AFB836CA-0040-28A3-4CC9-BED9EB0CBB78}"/>
              </a:ext>
            </a:extLst>
          </p:cNvPr>
          <p:cNvSpPr txBox="1">
            <a:spLocks noChangeArrowheads="1"/>
          </p:cNvSpPr>
          <p:nvPr/>
        </p:nvSpPr>
        <p:spPr bwMode="auto">
          <a:xfrm>
            <a:off x="152400" y="22860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i="1">
                <a:solidFill>
                  <a:schemeClr val="hlink"/>
                </a:solidFill>
                <a:latin typeface="Times New Roman" panose="02020603050405020304" pitchFamily="18" charset="0"/>
              </a:rPr>
              <a:t>Example 10.23</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3" name="Slide Number Placeholder 3">
            <a:extLst>
              <a:ext uri="{FF2B5EF4-FFF2-40B4-BE49-F238E27FC236}">
                <a16:creationId xmlns:a16="http://schemas.microsoft.com/office/drawing/2014/main" id="{D4E71898-1C0B-DFEF-7220-3F636CCEE231}"/>
              </a:ext>
            </a:extLst>
          </p:cNvPr>
          <p:cNvSpPr>
            <a:spLocks noGrp="1"/>
          </p:cNvSpPr>
          <p:nvPr>
            <p:ph type="sldNum" sz="quarter" idx="12"/>
          </p:nvPr>
        </p:nvSpPr>
        <p:spPr>
          <a:noFill/>
        </p:spPr>
        <p:txBody>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fld id="{4FE4514C-BE7C-4912-B0FF-3861A83B11C3}" type="slidenum">
              <a:rPr lang="en-US" altLang="zh-TW" sz="2000"/>
              <a:pPr/>
              <a:t>89</a:t>
            </a:fld>
            <a:endParaRPr lang="en-US" altLang="zh-TW" sz="2000"/>
          </a:p>
        </p:txBody>
      </p:sp>
      <p:sp>
        <p:nvSpPr>
          <p:cNvPr id="194564" name="Text Box 4">
            <a:extLst>
              <a:ext uri="{FF2B5EF4-FFF2-40B4-BE49-F238E27FC236}">
                <a16:creationId xmlns:a16="http://schemas.microsoft.com/office/drawing/2014/main" id="{000D629D-6FEC-2249-6D08-3757723D3FD0}"/>
              </a:ext>
            </a:extLst>
          </p:cNvPr>
          <p:cNvSpPr txBox="1">
            <a:spLocks noChangeArrowheads="1"/>
          </p:cNvSpPr>
          <p:nvPr/>
        </p:nvSpPr>
        <p:spPr bwMode="auto">
          <a:xfrm>
            <a:off x="152400" y="304800"/>
            <a:ext cx="3525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新細明體" panose="02020500000000000000" pitchFamily="18" charset="-120"/>
              </a:defRPr>
            </a:lvl1pPr>
            <a:lvl2pPr marL="742950" indent="-285750">
              <a:defRPr sz="3200" b="1">
                <a:solidFill>
                  <a:schemeClr val="tx1"/>
                </a:solidFill>
                <a:latin typeface="Arial" panose="020B0604020202020204" pitchFamily="34" charset="0"/>
                <a:ea typeface="新細明體" panose="02020500000000000000" pitchFamily="18" charset="-120"/>
              </a:defRPr>
            </a:lvl2pPr>
            <a:lvl3pPr marL="1143000" indent="-228600">
              <a:defRPr sz="3200" b="1">
                <a:solidFill>
                  <a:schemeClr val="tx1"/>
                </a:solidFill>
                <a:latin typeface="Arial" panose="020B0604020202020204" pitchFamily="34" charset="0"/>
                <a:ea typeface="新細明體" panose="02020500000000000000" pitchFamily="18" charset="-120"/>
              </a:defRPr>
            </a:lvl3pPr>
            <a:lvl4pPr marL="1600200" indent="-228600">
              <a:defRPr sz="3200" b="1">
                <a:solidFill>
                  <a:schemeClr val="tx1"/>
                </a:solidFill>
                <a:latin typeface="Arial" panose="020B0604020202020204" pitchFamily="34" charset="0"/>
                <a:ea typeface="新細明體" panose="02020500000000000000" pitchFamily="18" charset="-120"/>
              </a:defRPr>
            </a:lvl4pPr>
            <a:lvl5pPr marL="2057400" indent="-228600">
              <a:defRPr sz="3200" b="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新細明體" panose="02020500000000000000" pitchFamily="18" charset="-120"/>
              </a:defRPr>
            </a:lvl9pPr>
          </a:lstStyle>
          <a:p>
            <a:r>
              <a:rPr lang="en-US" altLang="zh-TW" sz="2400">
                <a:solidFill>
                  <a:schemeClr val="folHlink"/>
                </a:solidFill>
                <a:latin typeface="Times New Roman" panose="02020603050405020304" pitchFamily="18" charset="0"/>
              </a:rPr>
              <a:t>Figure 10.25  </a:t>
            </a:r>
            <a:r>
              <a:rPr lang="en-US" altLang="zh-TW" sz="2000" i="1">
                <a:latin typeface="Times New Roman" panose="02020603050405020304" pitchFamily="18" charset="0"/>
              </a:rPr>
              <a:t>Example 10.23</a:t>
            </a:r>
          </a:p>
        </p:txBody>
      </p:sp>
      <p:pic>
        <p:nvPicPr>
          <p:cNvPr id="194565" name="Picture 13">
            <a:extLst>
              <a:ext uri="{FF2B5EF4-FFF2-40B4-BE49-F238E27FC236}">
                <a16:creationId xmlns:a16="http://schemas.microsoft.com/office/drawing/2014/main" id="{15D19691-860C-BF37-6810-8F678CFDF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676400"/>
            <a:ext cx="82359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sample</Template>
  <TotalTime>3769</TotalTime>
  <Words>4389</Words>
  <Application>Microsoft Office PowerPoint</Application>
  <PresentationFormat>On-screen Show (4:3)</PresentationFormat>
  <Paragraphs>456</Paragraphs>
  <Slides>89</Slides>
  <Notes>85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89</vt:i4>
      </vt:variant>
    </vt:vector>
  </HeadingPairs>
  <TitlesOfParts>
    <vt:vector size="94" baseType="lpstr">
      <vt:lpstr>Arial</vt:lpstr>
      <vt:lpstr>Times</vt:lpstr>
      <vt:lpstr>Times New Roman</vt:lpstr>
      <vt:lpstr>Wingdings</vt:lpstr>
      <vt:lpstr>自訂設計</vt:lpstr>
      <vt:lpstr>Chapter 10  Error Detection  and  Correction</vt:lpstr>
      <vt:lpstr>PowerPoint Presentation</vt:lpstr>
      <vt:lpstr>PowerPoint Presentation</vt:lpstr>
      <vt:lpstr>Introduction</vt:lpstr>
      <vt:lpstr>PowerPoint Presentation</vt:lpstr>
      <vt:lpstr>PowerPoint Presentation</vt:lpstr>
      <vt:lpstr>Detection versus Correction</vt:lpstr>
      <vt:lpstr>Coding</vt:lpstr>
      <vt:lpstr>PowerPoint Presentation</vt:lpstr>
      <vt:lpstr>PowerPoint Presentation</vt:lpstr>
      <vt:lpstr>PowerPoint Presentation</vt:lpstr>
      <vt:lpstr>PowerPoint Presentation</vt:lpstr>
      <vt:lpstr>Error Detection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Faisal Hussain</cp:lastModifiedBy>
  <cp:revision>216</cp:revision>
  <dcterms:created xsi:type="dcterms:W3CDTF">2000-01-15T04:50:39Z</dcterms:created>
  <dcterms:modified xsi:type="dcterms:W3CDTF">2025-08-04T04:07:42Z</dcterms:modified>
</cp:coreProperties>
</file>