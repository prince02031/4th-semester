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0"/>
  </p:notesMasterIdLst>
  <p:handoutMasterIdLst>
    <p:handoutMasterId r:id="rId101"/>
  </p:handoutMasterIdLst>
  <p:sldIdLst>
    <p:sldId id="548" r:id="rId2"/>
    <p:sldId id="549" r:id="rId3"/>
    <p:sldId id="550" r:id="rId4"/>
    <p:sldId id="551" r:id="rId5"/>
    <p:sldId id="553" r:id="rId6"/>
    <p:sldId id="554" r:id="rId7"/>
    <p:sldId id="552" r:id="rId8"/>
    <p:sldId id="555" r:id="rId9"/>
    <p:sldId id="556" r:id="rId10"/>
    <p:sldId id="557" r:id="rId11"/>
    <p:sldId id="502" r:id="rId12"/>
    <p:sldId id="503" r:id="rId13"/>
    <p:sldId id="558" r:id="rId14"/>
    <p:sldId id="559" r:id="rId15"/>
    <p:sldId id="560" r:id="rId16"/>
    <p:sldId id="561" r:id="rId17"/>
    <p:sldId id="562" r:id="rId18"/>
    <p:sldId id="563" r:id="rId19"/>
    <p:sldId id="740" r:id="rId20"/>
    <p:sldId id="722" r:id="rId21"/>
    <p:sldId id="723" r:id="rId22"/>
    <p:sldId id="653" r:id="rId23"/>
    <p:sldId id="654" r:id="rId24"/>
    <p:sldId id="565" r:id="rId25"/>
    <p:sldId id="568" r:id="rId26"/>
    <p:sldId id="741" r:id="rId27"/>
    <p:sldId id="724" r:id="rId28"/>
    <p:sldId id="725" r:id="rId29"/>
    <p:sldId id="655" r:id="rId30"/>
    <p:sldId id="656" r:id="rId31"/>
    <p:sldId id="573" r:id="rId32"/>
    <p:sldId id="680" r:id="rId33"/>
    <p:sldId id="577" r:id="rId34"/>
    <p:sldId id="727" r:id="rId35"/>
    <p:sldId id="728" r:id="rId36"/>
    <p:sldId id="729" r:id="rId37"/>
    <p:sldId id="657" r:id="rId38"/>
    <p:sldId id="658" r:id="rId39"/>
    <p:sldId id="681" r:id="rId40"/>
    <p:sldId id="583" r:id="rId41"/>
    <p:sldId id="584" r:id="rId42"/>
    <p:sldId id="585" r:id="rId43"/>
    <p:sldId id="682" r:id="rId44"/>
    <p:sldId id="683" r:id="rId45"/>
    <p:sldId id="511" r:id="rId46"/>
    <p:sldId id="603" r:id="rId47"/>
    <p:sldId id="684" r:id="rId48"/>
    <p:sldId id="589" r:id="rId49"/>
    <p:sldId id="591" r:id="rId50"/>
    <p:sldId id="592" r:id="rId51"/>
    <p:sldId id="593" r:id="rId52"/>
    <p:sldId id="659" r:id="rId53"/>
    <p:sldId id="660" r:id="rId54"/>
    <p:sldId id="661" r:id="rId55"/>
    <p:sldId id="663" r:id="rId56"/>
    <p:sldId id="602" r:id="rId57"/>
    <p:sldId id="533" r:id="rId58"/>
    <p:sldId id="542" r:id="rId59"/>
    <p:sldId id="605" r:id="rId60"/>
    <p:sldId id="606" r:id="rId61"/>
    <p:sldId id="607" r:id="rId62"/>
    <p:sldId id="608" r:id="rId63"/>
    <p:sldId id="731" r:id="rId64"/>
    <p:sldId id="732" r:id="rId65"/>
    <p:sldId id="733" r:id="rId66"/>
    <p:sldId id="734" r:id="rId67"/>
    <p:sldId id="735" r:id="rId68"/>
    <p:sldId id="664" r:id="rId69"/>
    <p:sldId id="616" r:id="rId70"/>
    <p:sldId id="617" r:id="rId71"/>
    <p:sldId id="618" r:id="rId72"/>
    <p:sldId id="619" r:id="rId73"/>
    <p:sldId id="620" r:id="rId74"/>
    <p:sldId id="510" r:id="rId75"/>
    <p:sldId id="621" r:id="rId76"/>
    <p:sldId id="690" r:id="rId77"/>
    <p:sldId id="703" r:id="rId78"/>
    <p:sldId id="704" r:id="rId79"/>
    <p:sldId id="705" r:id="rId80"/>
    <p:sldId id="706" r:id="rId81"/>
    <p:sldId id="707" r:id="rId82"/>
    <p:sldId id="708" r:id="rId83"/>
    <p:sldId id="709" r:id="rId84"/>
    <p:sldId id="711" r:id="rId85"/>
    <p:sldId id="712" r:id="rId86"/>
    <p:sldId id="713" r:id="rId87"/>
    <p:sldId id="714" r:id="rId88"/>
    <p:sldId id="715" r:id="rId89"/>
    <p:sldId id="716" r:id="rId90"/>
    <p:sldId id="717" r:id="rId91"/>
    <p:sldId id="718" r:id="rId92"/>
    <p:sldId id="719" r:id="rId93"/>
    <p:sldId id="720" r:id="rId94"/>
    <p:sldId id="737" r:id="rId95"/>
    <p:sldId id="739" r:id="rId96"/>
    <p:sldId id="738" r:id="rId97"/>
    <p:sldId id="736" r:id="rId98"/>
    <p:sldId id="721" r:id="rId99"/>
  </p:sldIdLst>
  <p:sldSz cx="9906000" cy="6858000" type="A4"/>
  <p:notesSz cx="6873875" cy="10063163"/>
  <p:defaultTextStyle>
    <a:defPPr>
      <a:defRPr lang="ko-KR"/>
    </a:defPPr>
    <a:lvl1pPr algn="l" rtl="0" eaLnBrk="0" fontAlgn="base" hangingPunct="0">
      <a:spcBef>
        <a:spcPct val="0"/>
      </a:spcBef>
      <a:spcAft>
        <a:spcPct val="0"/>
      </a:spcAft>
      <a:defRPr kumimoji="1" sz="1600" kern="1200">
        <a:solidFill>
          <a:schemeClr val="bg2"/>
        </a:solidFill>
        <a:latin typeface="Arial" panose="020B0604020202020204" pitchFamily="34" charset="0"/>
        <a:ea typeface="돋움" panose="020B0600000101010101" pitchFamily="34" charset="-127"/>
        <a:cs typeface="+mn-cs"/>
      </a:defRPr>
    </a:lvl1pPr>
    <a:lvl2pPr marL="457200" algn="l" rtl="0" eaLnBrk="0" fontAlgn="base" hangingPunct="0">
      <a:spcBef>
        <a:spcPct val="0"/>
      </a:spcBef>
      <a:spcAft>
        <a:spcPct val="0"/>
      </a:spcAft>
      <a:defRPr kumimoji="1" sz="1600" kern="1200">
        <a:solidFill>
          <a:schemeClr val="bg2"/>
        </a:solidFill>
        <a:latin typeface="Arial" panose="020B0604020202020204" pitchFamily="34" charset="0"/>
        <a:ea typeface="돋움" panose="020B0600000101010101" pitchFamily="34" charset="-127"/>
        <a:cs typeface="+mn-cs"/>
      </a:defRPr>
    </a:lvl2pPr>
    <a:lvl3pPr marL="914400" algn="l" rtl="0" eaLnBrk="0" fontAlgn="base" hangingPunct="0">
      <a:spcBef>
        <a:spcPct val="0"/>
      </a:spcBef>
      <a:spcAft>
        <a:spcPct val="0"/>
      </a:spcAft>
      <a:defRPr kumimoji="1" sz="1600" kern="1200">
        <a:solidFill>
          <a:schemeClr val="bg2"/>
        </a:solidFill>
        <a:latin typeface="Arial" panose="020B0604020202020204" pitchFamily="34" charset="0"/>
        <a:ea typeface="돋움" panose="020B0600000101010101" pitchFamily="34" charset="-127"/>
        <a:cs typeface="+mn-cs"/>
      </a:defRPr>
    </a:lvl3pPr>
    <a:lvl4pPr marL="1371600" algn="l" rtl="0" eaLnBrk="0" fontAlgn="base" hangingPunct="0">
      <a:spcBef>
        <a:spcPct val="0"/>
      </a:spcBef>
      <a:spcAft>
        <a:spcPct val="0"/>
      </a:spcAft>
      <a:defRPr kumimoji="1" sz="1600" kern="1200">
        <a:solidFill>
          <a:schemeClr val="bg2"/>
        </a:solidFill>
        <a:latin typeface="Arial" panose="020B0604020202020204" pitchFamily="34" charset="0"/>
        <a:ea typeface="돋움" panose="020B0600000101010101" pitchFamily="34" charset="-127"/>
        <a:cs typeface="+mn-cs"/>
      </a:defRPr>
    </a:lvl4pPr>
    <a:lvl5pPr marL="1828800" algn="l" rtl="0" eaLnBrk="0" fontAlgn="base" hangingPunct="0">
      <a:spcBef>
        <a:spcPct val="0"/>
      </a:spcBef>
      <a:spcAft>
        <a:spcPct val="0"/>
      </a:spcAft>
      <a:defRPr kumimoji="1" sz="1600" kern="1200">
        <a:solidFill>
          <a:schemeClr val="bg2"/>
        </a:solidFill>
        <a:latin typeface="Arial" panose="020B0604020202020204" pitchFamily="34" charset="0"/>
        <a:ea typeface="돋움" panose="020B0600000101010101" pitchFamily="34" charset="-127"/>
        <a:cs typeface="+mn-cs"/>
      </a:defRPr>
    </a:lvl5pPr>
    <a:lvl6pPr marL="2286000" algn="l" defTabSz="914400" rtl="0" eaLnBrk="1" latinLnBrk="0" hangingPunct="1">
      <a:defRPr kumimoji="1" sz="1600" kern="1200">
        <a:solidFill>
          <a:schemeClr val="bg2"/>
        </a:solidFill>
        <a:latin typeface="Arial" panose="020B0604020202020204" pitchFamily="34" charset="0"/>
        <a:ea typeface="돋움" panose="020B0600000101010101" pitchFamily="34" charset="-127"/>
        <a:cs typeface="+mn-cs"/>
      </a:defRPr>
    </a:lvl6pPr>
    <a:lvl7pPr marL="2743200" algn="l" defTabSz="914400" rtl="0" eaLnBrk="1" latinLnBrk="0" hangingPunct="1">
      <a:defRPr kumimoji="1" sz="1600" kern="1200">
        <a:solidFill>
          <a:schemeClr val="bg2"/>
        </a:solidFill>
        <a:latin typeface="Arial" panose="020B0604020202020204" pitchFamily="34" charset="0"/>
        <a:ea typeface="돋움" panose="020B0600000101010101" pitchFamily="34" charset="-127"/>
        <a:cs typeface="+mn-cs"/>
      </a:defRPr>
    </a:lvl7pPr>
    <a:lvl8pPr marL="3200400" algn="l" defTabSz="914400" rtl="0" eaLnBrk="1" latinLnBrk="0" hangingPunct="1">
      <a:defRPr kumimoji="1" sz="1600" kern="1200">
        <a:solidFill>
          <a:schemeClr val="bg2"/>
        </a:solidFill>
        <a:latin typeface="Arial" panose="020B0604020202020204" pitchFamily="34" charset="0"/>
        <a:ea typeface="돋움" panose="020B0600000101010101" pitchFamily="34" charset="-127"/>
        <a:cs typeface="+mn-cs"/>
      </a:defRPr>
    </a:lvl8pPr>
    <a:lvl9pPr marL="3657600" algn="l" defTabSz="914400" rtl="0" eaLnBrk="1" latinLnBrk="0" hangingPunct="1">
      <a:defRPr kumimoji="1" sz="1600" kern="1200">
        <a:solidFill>
          <a:schemeClr val="bg2"/>
        </a:solidFill>
        <a:latin typeface="Arial" panose="020B0604020202020204" pitchFamily="34" charset="0"/>
        <a:ea typeface="돋움" panose="020B0600000101010101" pitchFamily="34" charset="-127"/>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 uri="{2D200454-40CA-4A62-9FC3-DE9A4176ACB9}">
      <p15:notesGuideLst xmlns:p15="http://schemas.microsoft.com/office/powerpoint/2012/main">
        <p15:guide id="1" orient="horz" pos="2216">
          <p15:clr>
            <a:srgbClr val="A4A3A4"/>
          </p15:clr>
        </p15:guide>
        <p15:guide id="2" pos="323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CFFF6"/>
    <a:srgbClr val="FCFFEB"/>
    <a:srgbClr val="EAEAEA"/>
    <a:srgbClr val="B2B2B2"/>
    <a:srgbClr val="D9E5D7"/>
    <a:srgbClr val="FFFF00"/>
    <a:srgbClr val="82107A"/>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2193" autoAdjust="0"/>
    <p:restoredTop sz="97084" autoAdjust="0"/>
  </p:normalViewPr>
  <p:slideViewPr>
    <p:cSldViewPr>
      <p:cViewPr varScale="1">
        <p:scale>
          <a:sx n="110" d="100"/>
          <a:sy n="110" d="100"/>
        </p:scale>
        <p:origin x="1122" y="78"/>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022"/>
    </p:cViewPr>
  </p:sorterViewPr>
  <p:notesViewPr>
    <p:cSldViewPr>
      <p:cViewPr>
        <p:scale>
          <a:sx n="100" d="100"/>
          <a:sy n="100" d="100"/>
        </p:scale>
        <p:origin x="-990" y="2154"/>
      </p:cViewPr>
      <p:guideLst>
        <p:guide orient="horz" pos="2216"/>
        <p:guide pos="3238"/>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notesMaster" Target="notesMasters/notesMaster1.xml"/><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E7328AAE-F120-4C1D-94FE-F1DBDE11FC6C}"/>
              </a:ext>
            </a:extLst>
          </p:cNvPr>
          <p:cNvSpPr>
            <a:spLocks noGrp="1" noChangeArrowheads="1"/>
          </p:cNvSpPr>
          <p:nvPr>
            <p:ph type="hdr" sz="quarter"/>
          </p:nvPr>
        </p:nvSpPr>
        <p:spPr bwMode="auto">
          <a:xfrm>
            <a:off x="-1588" y="11113"/>
            <a:ext cx="2978151" cy="471487"/>
          </a:xfrm>
          <a:prstGeom prst="rect">
            <a:avLst/>
          </a:prstGeom>
          <a:noFill/>
          <a:ln w="9525">
            <a:noFill/>
            <a:miter lim="800000"/>
            <a:headEnd/>
            <a:tailEnd/>
          </a:ln>
          <a:effectLst/>
        </p:spPr>
        <p:txBody>
          <a:bodyPr vert="horz" wrap="square" lIns="19633" tIns="0" rIns="19633" bIns="0" numCol="1" anchor="t" anchorCtr="0" compatLnSpc="1">
            <a:prstTxWarp prst="textNoShape">
              <a:avLst/>
            </a:prstTxWarp>
          </a:bodyPr>
          <a:lstStyle>
            <a:lvl1pPr defTabSz="750888">
              <a:defRPr sz="1000" i="1">
                <a:solidFill>
                  <a:schemeClr val="tx1"/>
                </a:solidFill>
                <a:latin typeface="Book Antiqua" pitchFamily="18" charset="0"/>
                <a:ea typeface="돋움" pitchFamily="50" charset="-127"/>
              </a:defRPr>
            </a:lvl1pPr>
          </a:lstStyle>
          <a:p>
            <a:pPr>
              <a:defRPr/>
            </a:pPr>
            <a:endParaRPr lang="en-US" altLang="ko-KR"/>
          </a:p>
        </p:txBody>
      </p:sp>
      <p:sp>
        <p:nvSpPr>
          <p:cNvPr id="3075" name="Rectangle 3">
            <a:extLst>
              <a:ext uri="{FF2B5EF4-FFF2-40B4-BE49-F238E27FC236}">
                <a16:creationId xmlns:a16="http://schemas.microsoft.com/office/drawing/2014/main" id="{9EDB9F49-A0C8-437B-8170-FCED6773BBA2}"/>
              </a:ext>
            </a:extLst>
          </p:cNvPr>
          <p:cNvSpPr>
            <a:spLocks noGrp="1" noChangeArrowheads="1"/>
          </p:cNvSpPr>
          <p:nvPr>
            <p:ph type="dt" sz="quarter" idx="1"/>
          </p:nvPr>
        </p:nvSpPr>
        <p:spPr bwMode="auto">
          <a:xfrm>
            <a:off x="3897313" y="11113"/>
            <a:ext cx="2978150" cy="471487"/>
          </a:xfrm>
          <a:prstGeom prst="rect">
            <a:avLst/>
          </a:prstGeom>
          <a:noFill/>
          <a:ln w="9525">
            <a:noFill/>
            <a:miter lim="800000"/>
            <a:headEnd/>
            <a:tailEnd/>
          </a:ln>
          <a:effectLst/>
        </p:spPr>
        <p:txBody>
          <a:bodyPr vert="horz" wrap="square" lIns="19633" tIns="0" rIns="19633" bIns="0" numCol="1" anchor="t" anchorCtr="0" compatLnSpc="1">
            <a:prstTxWarp prst="textNoShape">
              <a:avLst/>
            </a:prstTxWarp>
          </a:bodyPr>
          <a:lstStyle>
            <a:lvl1pPr algn="r" defTabSz="750888">
              <a:defRPr sz="1000" i="1">
                <a:solidFill>
                  <a:schemeClr val="tx1"/>
                </a:solidFill>
                <a:latin typeface="Book Antiqua" pitchFamily="18" charset="0"/>
                <a:ea typeface="돋움" pitchFamily="50" charset="-127"/>
              </a:defRPr>
            </a:lvl1pPr>
          </a:lstStyle>
          <a:p>
            <a:pPr>
              <a:defRPr/>
            </a:pPr>
            <a:endParaRPr lang="en-US" altLang="ko-KR"/>
          </a:p>
        </p:txBody>
      </p:sp>
      <p:sp>
        <p:nvSpPr>
          <p:cNvPr id="3076" name="Rectangle 4">
            <a:extLst>
              <a:ext uri="{FF2B5EF4-FFF2-40B4-BE49-F238E27FC236}">
                <a16:creationId xmlns:a16="http://schemas.microsoft.com/office/drawing/2014/main" id="{E53E6EB2-2413-430E-B900-A4444F142BF9}"/>
              </a:ext>
            </a:extLst>
          </p:cNvPr>
          <p:cNvSpPr>
            <a:spLocks noGrp="1" noChangeArrowheads="1"/>
          </p:cNvSpPr>
          <p:nvPr>
            <p:ph type="ftr" sz="quarter" idx="2"/>
          </p:nvPr>
        </p:nvSpPr>
        <p:spPr bwMode="auto">
          <a:xfrm>
            <a:off x="-1588" y="9580563"/>
            <a:ext cx="2978151" cy="471487"/>
          </a:xfrm>
          <a:prstGeom prst="rect">
            <a:avLst/>
          </a:prstGeom>
          <a:noFill/>
          <a:ln w="9525">
            <a:noFill/>
            <a:miter lim="800000"/>
            <a:headEnd/>
            <a:tailEnd/>
          </a:ln>
          <a:effectLst/>
        </p:spPr>
        <p:txBody>
          <a:bodyPr vert="horz" wrap="square" lIns="19633" tIns="0" rIns="19633" bIns="0" numCol="1" anchor="b" anchorCtr="0" compatLnSpc="1">
            <a:prstTxWarp prst="textNoShape">
              <a:avLst/>
            </a:prstTxWarp>
          </a:bodyPr>
          <a:lstStyle>
            <a:lvl1pPr defTabSz="750888">
              <a:defRPr sz="1000" i="1">
                <a:solidFill>
                  <a:schemeClr val="tx1"/>
                </a:solidFill>
                <a:latin typeface="Book Antiqua" pitchFamily="18" charset="0"/>
                <a:ea typeface="돋움" pitchFamily="50" charset="-127"/>
              </a:defRPr>
            </a:lvl1pPr>
          </a:lstStyle>
          <a:p>
            <a:pPr>
              <a:defRPr/>
            </a:pPr>
            <a:endParaRPr lang="en-US" altLang="ko-KR"/>
          </a:p>
        </p:txBody>
      </p:sp>
      <p:sp>
        <p:nvSpPr>
          <p:cNvPr id="3077" name="Rectangle 5">
            <a:extLst>
              <a:ext uri="{FF2B5EF4-FFF2-40B4-BE49-F238E27FC236}">
                <a16:creationId xmlns:a16="http://schemas.microsoft.com/office/drawing/2014/main" id="{57C0E00E-053C-4F61-B73D-34048AD44CD3}"/>
              </a:ext>
            </a:extLst>
          </p:cNvPr>
          <p:cNvSpPr>
            <a:spLocks noGrp="1" noChangeArrowheads="1"/>
          </p:cNvSpPr>
          <p:nvPr>
            <p:ph type="sldNum" sz="quarter" idx="3"/>
          </p:nvPr>
        </p:nvSpPr>
        <p:spPr bwMode="auto">
          <a:xfrm>
            <a:off x="3897313" y="9580563"/>
            <a:ext cx="2978150" cy="471487"/>
          </a:xfrm>
          <a:prstGeom prst="rect">
            <a:avLst/>
          </a:prstGeom>
          <a:noFill/>
          <a:ln w="9525">
            <a:noFill/>
            <a:miter lim="800000"/>
            <a:headEnd/>
            <a:tailEnd/>
          </a:ln>
          <a:effectLst/>
        </p:spPr>
        <p:txBody>
          <a:bodyPr vert="horz" wrap="square" lIns="19633" tIns="0" rIns="19633" bIns="0" numCol="1" anchor="b" anchorCtr="0" compatLnSpc="1">
            <a:prstTxWarp prst="textNoShape">
              <a:avLst/>
            </a:prstTxWarp>
          </a:bodyPr>
          <a:lstStyle>
            <a:lvl1pPr algn="r" defTabSz="750888">
              <a:defRPr sz="1000" i="1" smtClean="0">
                <a:solidFill>
                  <a:schemeClr val="tx1"/>
                </a:solidFill>
                <a:latin typeface="Book Antiqua" panose="02040602050305030304" pitchFamily="18" charset="0"/>
                <a:ea typeface="돋움" panose="020B0503020000020004" pitchFamily="34" charset="-127"/>
              </a:defRPr>
            </a:lvl1pPr>
          </a:lstStyle>
          <a:p>
            <a:pPr>
              <a:defRPr/>
            </a:pPr>
            <a:fld id="{50B9224E-0EC1-4A13-AC8E-14FCDBCF56AB}" type="slidenum">
              <a:rPr lang="en-US" altLang="ko-KR"/>
              <a:pPr>
                <a:defRPr/>
              </a:pPr>
              <a:t>‹#›</a:t>
            </a:fld>
            <a:endParaRPr lang="en-US" altLang="ko-KR"/>
          </a:p>
        </p:txBody>
      </p:sp>
      <p:sp>
        <p:nvSpPr>
          <p:cNvPr id="3078" name="Rectangle 6">
            <a:extLst>
              <a:ext uri="{FF2B5EF4-FFF2-40B4-BE49-F238E27FC236}">
                <a16:creationId xmlns:a16="http://schemas.microsoft.com/office/drawing/2014/main" id="{85151546-CAE7-424C-B776-5AF473A6D346}"/>
              </a:ext>
            </a:extLst>
          </p:cNvPr>
          <p:cNvSpPr>
            <a:spLocks noChangeArrowheads="1"/>
          </p:cNvSpPr>
          <p:nvPr/>
        </p:nvSpPr>
        <p:spPr bwMode="auto">
          <a:xfrm>
            <a:off x="3003550" y="9596438"/>
            <a:ext cx="868363" cy="242887"/>
          </a:xfrm>
          <a:prstGeom prst="rect">
            <a:avLst/>
          </a:prstGeom>
          <a:noFill/>
          <a:ln w="9525">
            <a:noFill/>
            <a:miter lim="800000"/>
            <a:headEnd/>
            <a:tailEnd/>
          </a:ln>
          <a:effectLst/>
        </p:spPr>
        <p:txBody>
          <a:bodyPr wrap="none" lIns="81804" tIns="37629" rIns="81804" bIns="37629">
            <a:spAutoFit/>
          </a:bodyPr>
          <a:lstStyle>
            <a:lvl1pPr defTabSz="709613">
              <a:defRPr kumimoji="1" sz="1600">
                <a:solidFill>
                  <a:schemeClr val="bg2"/>
                </a:solidFill>
                <a:latin typeface="Arial" panose="020B0604020202020204" pitchFamily="34" charset="0"/>
                <a:ea typeface="돋움" panose="020B0503020000020004" pitchFamily="34" charset="-127"/>
              </a:defRPr>
            </a:lvl1pPr>
            <a:lvl2pPr marL="742950" indent="-285750" defTabSz="709613">
              <a:defRPr kumimoji="1" sz="1600">
                <a:solidFill>
                  <a:schemeClr val="bg2"/>
                </a:solidFill>
                <a:latin typeface="Arial" panose="020B0604020202020204" pitchFamily="34" charset="0"/>
                <a:ea typeface="돋움" panose="020B0503020000020004" pitchFamily="34" charset="-127"/>
              </a:defRPr>
            </a:lvl2pPr>
            <a:lvl3pPr marL="1143000" indent="-228600" defTabSz="709613">
              <a:defRPr kumimoji="1" sz="1600">
                <a:solidFill>
                  <a:schemeClr val="bg2"/>
                </a:solidFill>
                <a:latin typeface="Arial" panose="020B0604020202020204" pitchFamily="34" charset="0"/>
                <a:ea typeface="돋움" panose="020B0503020000020004" pitchFamily="34" charset="-127"/>
              </a:defRPr>
            </a:lvl3pPr>
            <a:lvl4pPr marL="1600200" indent="-228600" defTabSz="709613">
              <a:defRPr kumimoji="1" sz="1600">
                <a:solidFill>
                  <a:schemeClr val="bg2"/>
                </a:solidFill>
                <a:latin typeface="Arial" panose="020B0604020202020204" pitchFamily="34" charset="0"/>
                <a:ea typeface="돋움" panose="020B0503020000020004" pitchFamily="34" charset="-127"/>
              </a:defRPr>
            </a:lvl4pPr>
            <a:lvl5pPr marL="2057400" indent="-228600" defTabSz="709613">
              <a:defRPr kumimoji="1" sz="1600">
                <a:solidFill>
                  <a:schemeClr val="bg2"/>
                </a:solidFill>
                <a:latin typeface="Arial" panose="020B0604020202020204" pitchFamily="34" charset="0"/>
                <a:ea typeface="돋움" panose="020B0503020000020004" pitchFamily="34" charset="-127"/>
              </a:defRPr>
            </a:lvl5pPr>
            <a:lvl6pPr marL="2514600" indent="-228600" defTabSz="709613" eaLnBrk="0" fontAlgn="base" hangingPunct="0">
              <a:spcBef>
                <a:spcPct val="0"/>
              </a:spcBef>
              <a:spcAft>
                <a:spcPct val="0"/>
              </a:spcAft>
              <a:defRPr kumimoji="1" sz="1600">
                <a:solidFill>
                  <a:schemeClr val="bg2"/>
                </a:solidFill>
                <a:latin typeface="Arial" panose="020B0604020202020204" pitchFamily="34" charset="0"/>
                <a:ea typeface="돋움" panose="020B0503020000020004" pitchFamily="34" charset="-127"/>
              </a:defRPr>
            </a:lvl6pPr>
            <a:lvl7pPr marL="2971800" indent="-228600" defTabSz="709613" eaLnBrk="0" fontAlgn="base" hangingPunct="0">
              <a:spcBef>
                <a:spcPct val="0"/>
              </a:spcBef>
              <a:spcAft>
                <a:spcPct val="0"/>
              </a:spcAft>
              <a:defRPr kumimoji="1" sz="1600">
                <a:solidFill>
                  <a:schemeClr val="bg2"/>
                </a:solidFill>
                <a:latin typeface="Arial" panose="020B0604020202020204" pitchFamily="34" charset="0"/>
                <a:ea typeface="돋움" panose="020B0503020000020004" pitchFamily="34" charset="-127"/>
              </a:defRPr>
            </a:lvl7pPr>
            <a:lvl8pPr marL="3429000" indent="-228600" defTabSz="709613" eaLnBrk="0" fontAlgn="base" hangingPunct="0">
              <a:spcBef>
                <a:spcPct val="0"/>
              </a:spcBef>
              <a:spcAft>
                <a:spcPct val="0"/>
              </a:spcAft>
              <a:defRPr kumimoji="1" sz="1600">
                <a:solidFill>
                  <a:schemeClr val="bg2"/>
                </a:solidFill>
                <a:latin typeface="Arial" panose="020B0604020202020204" pitchFamily="34" charset="0"/>
                <a:ea typeface="돋움" panose="020B0503020000020004" pitchFamily="34" charset="-127"/>
              </a:defRPr>
            </a:lvl8pPr>
            <a:lvl9pPr marL="3886200" indent="-228600" defTabSz="709613" eaLnBrk="0" fontAlgn="base" hangingPunct="0">
              <a:spcBef>
                <a:spcPct val="0"/>
              </a:spcBef>
              <a:spcAft>
                <a:spcPct val="0"/>
              </a:spcAft>
              <a:defRPr kumimoji="1" sz="1600">
                <a:solidFill>
                  <a:schemeClr val="bg2"/>
                </a:solidFill>
                <a:latin typeface="Arial" panose="020B0604020202020204" pitchFamily="34" charset="0"/>
                <a:ea typeface="돋움" panose="020B0503020000020004" pitchFamily="34" charset="-127"/>
              </a:defRPr>
            </a:lvl9pPr>
          </a:lstStyle>
          <a:p>
            <a:pPr algn="ctr">
              <a:lnSpc>
                <a:spcPct val="90000"/>
              </a:lnSpc>
              <a:defRPr/>
            </a:pPr>
            <a:r>
              <a:rPr lang="en-US" altLang="ko-KR" sz="1200">
                <a:solidFill>
                  <a:schemeClr val="tx1"/>
                </a:solidFill>
              </a:rPr>
              <a:t>Page </a:t>
            </a:r>
            <a:fld id="{F8E455B7-7752-4955-9A90-2C211FB9A388}" type="slidenum">
              <a:rPr lang="en-US" altLang="ko-KR" sz="1200" smtClean="0">
                <a:solidFill>
                  <a:schemeClr val="tx1"/>
                </a:solidFill>
              </a:rPr>
              <a:pPr algn="ctr">
                <a:lnSpc>
                  <a:spcPct val="90000"/>
                </a:lnSpc>
                <a:defRPr/>
              </a:pPr>
              <a:t>‹#›</a:t>
            </a:fld>
            <a:endParaRPr lang="en-US" altLang="ko-KR" sz="1200">
              <a:solidFill>
                <a:schemeClr val="tx1"/>
              </a:solidFill>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B5AEEABF-E7A6-4E82-8247-630E87D48F03}"/>
              </a:ext>
            </a:extLst>
          </p:cNvPr>
          <p:cNvSpPr>
            <a:spLocks noGrp="1" noChangeArrowheads="1"/>
          </p:cNvSpPr>
          <p:nvPr>
            <p:ph type="body" sz="quarter" idx="3"/>
          </p:nvPr>
        </p:nvSpPr>
        <p:spPr bwMode="auto">
          <a:xfrm>
            <a:off x="655638" y="4559300"/>
            <a:ext cx="5584825" cy="4814888"/>
          </a:xfrm>
          <a:prstGeom prst="rect">
            <a:avLst/>
          </a:prstGeom>
          <a:noFill/>
          <a:ln w="9525">
            <a:noFill/>
            <a:miter lim="800000"/>
            <a:headEnd/>
            <a:tailEnd/>
          </a:ln>
          <a:effectLst/>
        </p:spPr>
        <p:txBody>
          <a:bodyPr vert="horz" wrap="square" lIns="86713" tIns="39266" rIns="86713" bIns="39266" numCol="1" anchor="t" anchorCtr="0" compatLnSpc="1">
            <a:prstTxWarp prst="textNoShape">
              <a:avLst/>
            </a:prstTxWarp>
          </a:bodyPr>
          <a:lstStyle/>
          <a:p>
            <a:pPr lvl="0"/>
            <a:r>
              <a:rPr lang="en-US" altLang="ko-KR" noProof="0"/>
              <a:t>Body Text</a:t>
            </a:r>
          </a:p>
          <a:p>
            <a:pPr lvl="1"/>
            <a:r>
              <a:rPr lang="en-US" altLang="ko-KR" noProof="0"/>
              <a:t>Second Level</a:t>
            </a:r>
          </a:p>
          <a:p>
            <a:pPr lvl="2"/>
            <a:r>
              <a:rPr lang="en-US" altLang="ko-KR" noProof="0"/>
              <a:t>Third Level</a:t>
            </a:r>
          </a:p>
          <a:p>
            <a:pPr lvl="3"/>
            <a:r>
              <a:rPr lang="en-US" altLang="ko-KR" noProof="0"/>
              <a:t>Fourth Level</a:t>
            </a:r>
          </a:p>
          <a:p>
            <a:pPr lvl="4"/>
            <a:r>
              <a:rPr lang="en-US" altLang="ko-KR" noProof="0"/>
              <a:t>Fifth Level</a:t>
            </a:r>
          </a:p>
        </p:txBody>
      </p:sp>
      <p:sp>
        <p:nvSpPr>
          <p:cNvPr id="2051" name="Rectangle 3">
            <a:extLst>
              <a:ext uri="{FF2B5EF4-FFF2-40B4-BE49-F238E27FC236}">
                <a16:creationId xmlns:a16="http://schemas.microsoft.com/office/drawing/2014/main" id="{B42857B8-45E6-42A5-8E86-F6A60A66E44E}"/>
              </a:ext>
            </a:extLst>
          </p:cNvPr>
          <p:cNvSpPr>
            <a:spLocks noGrp="1" noRot="1" noChangeAspect="1" noChangeArrowheads="1" noTextEdit="1"/>
          </p:cNvSpPr>
          <p:nvPr>
            <p:ph type="sldImg" idx="2"/>
          </p:nvPr>
        </p:nvSpPr>
        <p:spPr bwMode="auto">
          <a:xfrm>
            <a:off x="735013" y="630238"/>
            <a:ext cx="5413375" cy="3748087"/>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2052" name="Rectangle 4">
            <a:extLst>
              <a:ext uri="{FF2B5EF4-FFF2-40B4-BE49-F238E27FC236}">
                <a16:creationId xmlns:a16="http://schemas.microsoft.com/office/drawing/2014/main" id="{ECDCDBC1-24A4-46EA-ADDE-9C2C1AC37710}"/>
              </a:ext>
            </a:extLst>
          </p:cNvPr>
          <p:cNvSpPr>
            <a:spLocks noChangeArrowheads="1"/>
          </p:cNvSpPr>
          <p:nvPr/>
        </p:nvSpPr>
        <p:spPr bwMode="auto">
          <a:xfrm>
            <a:off x="1679575" y="9504363"/>
            <a:ext cx="3051175" cy="28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633" tIns="0" rIns="19633" bIns="0" anchor="b"/>
          <a:lstStyle>
            <a:lvl1pPr defTabSz="628650">
              <a:defRPr kumimoji="1" sz="1600">
                <a:solidFill>
                  <a:schemeClr val="bg2"/>
                </a:solidFill>
                <a:latin typeface="Arial" panose="020B0604020202020204" pitchFamily="34" charset="0"/>
                <a:ea typeface="돋움" panose="020B0600000101010101" pitchFamily="34" charset="-127"/>
              </a:defRPr>
            </a:lvl1pPr>
            <a:lvl2pPr marL="742950" indent="-285750" defTabSz="628650">
              <a:defRPr kumimoji="1" sz="1600">
                <a:solidFill>
                  <a:schemeClr val="bg2"/>
                </a:solidFill>
                <a:latin typeface="Arial" panose="020B0604020202020204" pitchFamily="34" charset="0"/>
                <a:ea typeface="돋움" panose="020B0600000101010101" pitchFamily="34" charset="-127"/>
              </a:defRPr>
            </a:lvl2pPr>
            <a:lvl3pPr marL="1143000" indent="-228600" defTabSz="628650">
              <a:defRPr kumimoji="1" sz="1600">
                <a:solidFill>
                  <a:schemeClr val="bg2"/>
                </a:solidFill>
                <a:latin typeface="Arial" panose="020B0604020202020204" pitchFamily="34" charset="0"/>
                <a:ea typeface="돋움" panose="020B0600000101010101" pitchFamily="34" charset="-127"/>
              </a:defRPr>
            </a:lvl3pPr>
            <a:lvl4pPr marL="1600200" indent="-228600" defTabSz="628650">
              <a:defRPr kumimoji="1" sz="1600">
                <a:solidFill>
                  <a:schemeClr val="bg2"/>
                </a:solidFill>
                <a:latin typeface="Arial" panose="020B0604020202020204" pitchFamily="34" charset="0"/>
                <a:ea typeface="돋움" panose="020B0600000101010101" pitchFamily="34" charset="-127"/>
              </a:defRPr>
            </a:lvl4pPr>
            <a:lvl5pPr marL="2057400" indent="-228600" defTabSz="628650">
              <a:defRPr kumimoji="1" sz="1600">
                <a:solidFill>
                  <a:schemeClr val="bg2"/>
                </a:solidFill>
                <a:latin typeface="Arial" panose="020B0604020202020204" pitchFamily="34" charset="0"/>
                <a:ea typeface="돋움" panose="020B0600000101010101" pitchFamily="34" charset="-127"/>
              </a:defRPr>
            </a:lvl5pPr>
            <a:lvl6pPr marL="2514600" indent="-228600" defTabSz="62865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defTabSz="62865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defTabSz="62865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defTabSz="62865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pPr algn="ctr" eaLnBrk="1" hangingPunct="1"/>
            <a:r>
              <a:rPr lang="en-US" altLang="ko-KR" sz="1000">
                <a:solidFill>
                  <a:schemeClr val="tx1"/>
                </a:solidFill>
              </a:rPr>
              <a:t>Proprietary – Kyung Hee University proprietary restrictions on the title page</a:t>
            </a:r>
          </a:p>
        </p:txBody>
      </p:sp>
      <p:sp>
        <p:nvSpPr>
          <p:cNvPr id="2053" name="Rectangle 5">
            <a:extLst>
              <a:ext uri="{FF2B5EF4-FFF2-40B4-BE49-F238E27FC236}">
                <a16:creationId xmlns:a16="http://schemas.microsoft.com/office/drawing/2014/main" id="{F3F6A31B-DF89-41AB-AEE2-6F34822CD966}"/>
              </a:ext>
            </a:extLst>
          </p:cNvPr>
          <p:cNvSpPr>
            <a:spLocks noChangeArrowheads="1"/>
          </p:cNvSpPr>
          <p:nvPr/>
        </p:nvSpPr>
        <p:spPr bwMode="auto">
          <a:xfrm>
            <a:off x="5311775" y="9523413"/>
            <a:ext cx="847725" cy="261937"/>
          </a:xfrm>
          <a:prstGeom prst="rect">
            <a:avLst/>
          </a:prstGeom>
          <a:noFill/>
          <a:ln w="9525">
            <a:noFill/>
            <a:miter lim="800000"/>
            <a:headEnd/>
            <a:tailEnd/>
          </a:ln>
          <a:effectLst/>
        </p:spPr>
        <p:txBody>
          <a:bodyPr lIns="19633" tIns="0" rIns="19633" bIns="0" anchor="b"/>
          <a:lstStyle>
            <a:lvl1pPr defTabSz="628650">
              <a:defRPr kumimoji="1" sz="1600">
                <a:solidFill>
                  <a:schemeClr val="bg2"/>
                </a:solidFill>
                <a:latin typeface="Arial" panose="020B0604020202020204" pitchFamily="34" charset="0"/>
                <a:ea typeface="돋움" panose="020B0503020000020004" pitchFamily="34" charset="-127"/>
              </a:defRPr>
            </a:lvl1pPr>
            <a:lvl2pPr marL="742950" indent="-285750" defTabSz="628650">
              <a:defRPr kumimoji="1" sz="1600">
                <a:solidFill>
                  <a:schemeClr val="bg2"/>
                </a:solidFill>
                <a:latin typeface="Arial" panose="020B0604020202020204" pitchFamily="34" charset="0"/>
                <a:ea typeface="돋움" panose="020B0503020000020004" pitchFamily="34" charset="-127"/>
              </a:defRPr>
            </a:lvl2pPr>
            <a:lvl3pPr marL="1143000" indent="-228600" defTabSz="628650">
              <a:defRPr kumimoji="1" sz="1600">
                <a:solidFill>
                  <a:schemeClr val="bg2"/>
                </a:solidFill>
                <a:latin typeface="Arial" panose="020B0604020202020204" pitchFamily="34" charset="0"/>
                <a:ea typeface="돋움" panose="020B0503020000020004" pitchFamily="34" charset="-127"/>
              </a:defRPr>
            </a:lvl3pPr>
            <a:lvl4pPr marL="1600200" indent="-228600" defTabSz="628650">
              <a:defRPr kumimoji="1" sz="1600">
                <a:solidFill>
                  <a:schemeClr val="bg2"/>
                </a:solidFill>
                <a:latin typeface="Arial" panose="020B0604020202020204" pitchFamily="34" charset="0"/>
                <a:ea typeface="돋움" panose="020B0503020000020004" pitchFamily="34" charset="-127"/>
              </a:defRPr>
            </a:lvl4pPr>
            <a:lvl5pPr marL="2057400" indent="-228600" defTabSz="628650">
              <a:defRPr kumimoji="1" sz="1600">
                <a:solidFill>
                  <a:schemeClr val="bg2"/>
                </a:solidFill>
                <a:latin typeface="Arial" panose="020B0604020202020204" pitchFamily="34" charset="0"/>
                <a:ea typeface="돋움" panose="020B0503020000020004" pitchFamily="34" charset="-127"/>
              </a:defRPr>
            </a:lvl5pPr>
            <a:lvl6pPr marL="2514600" indent="-228600" defTabSz="628650" eaLnBrk="0" fontAlgn="base" hangingPunct="0">
              <a:spcBef>
                <a:spcPct val="0"/>
              </a:spcBef>
              <a:spcAft>
                <a:spcPct val="0"/>
              </a:spcAft>
              <a:defRPr kumimoji="1" sz="1600">
                <a:solidFill>
                  <a:schemeClr val="bg2"/>
                </a:solidFill>
                <a:latin typeface="Arial" panose="020B0604020202020204" pitchFamily="34" charset="0"/>
                <a:ea typeface="돋움" panose="020B0503020000020004" pitchFamily="34" charset="-127"/>
              </a:defRPr>
            </a:lvl6pPr>
            <a:lvl7pPr marL="2971800" indent="-228600" defTabSz="628650" eaLnBrk="0" fontAlgn="base" hangingPunct="0">
              <a:spcBef>
                <a:spcPct val="0"/>
              </a:spcBef>
              <a:spcAft>
                <a:spcPct val="0"/>
              </a:spcAft>
              <a:defRPr kumimoji="1" sz="1600">
                <a:solidFill>
                  <a:schemeClr val="bg2"/>
                </a:solidFill>
                <a:latin typeface="Arial" panose="020B0604020202020204" pitchFamily="34" charset="0"/>
                <a:ea typeface="돋움" panose="020B0503020000020004" pitchFamily="34" charset="-127"/>
              </a:defRPr>
            </a:lvl7pPr>
            <a:lvl8pPr marL="3429000" indent="-228600" defTabSz="628650" eaLnBrk="0" fontAlgn="base" hangingPunct="0">
              <a:spcBef>
                <a:spcPct val="0"/>
              </a:spcBef>
              <a:spcAft>
                <a:spcPct val="0"/>
              </a:spcAft>
              <a:defRPr kumimoji="1" sz="1600">
                <a:solidFill>
                  <a:schemeClr val="bg2"/>
                </a:solidFill>
                <a:latin typeface="Arial" panose="020B0604020202020204" pitchFamily="34" charset="0"/>
                <a:ea typeface="돋움" panose="020B0503020000020004" pitchFamily="34" charset="-127"/>
              </a:defRPr>
            </a:lvl8pPr>
            <a:lvl9pPr marL="3886200" indent="-228600" defTabSz="628650" eaLnBrk="0" fontAlgn="base" hangingPunct="0">
              <a:spcBef>
                <a:spcPct val="0"/>
              </a:spcBef>
              <a:spcAft>
                <a:spcPct val="0"/>
              </a:spcAft>
              <a:defRPr kumimoji="1" sz="1600">
                <a:solidFill>
                  <a:schemeClr val="bg2"/>
                </a:solidFill>
                <a:latin typeface="Arial" panose="020B0604020202020204" pitchFamily="34" charset="0"/>
                <a:ea typeface="돋움" panose="020B0503020000020004" pitchFamily="34" charset="-127"/>
              </a:defRPr>
            </a:lvl9pPr>
          </a:lstStyle>
          <a:p>
            <a:pPr algn="r" eaLnBrk="1" hangingPunct="1">
              <a:defRPr/>
            </a:pPr>
            <a:r>
              <a:rPr lang="en-US" altLang="ko-KR" sz="1000" i="1">
                <a:solidFill>
                  <a:schemeClr val="tx1"/>
                </a:solidFill>
              </a:rPr>
              <a:t>N-RM </a:t>
            </a:r>
            <a:fld id="{498038EB-2A3F-4A83-8DA0-59971C9B0542}" type="slidenum">
              <a:rPr lang="en-US" altLang="ko-KR" sz="1000" i="1" smtClean="0">
                <a:solidFill>
                  <a:schemeClr val="tx1"/>
                </a:solidFill>
              </a:rPr>
              <a:pPr algn="r" eaLnBrk="1" hangingPunct="1">
                <a:defRPr/>
              </a:pPr>
              <a:t>‹#›</a:t>
            </a:fld>
            <a:endParaRPr lang="en-US" altLang="ko-KR" sz="1000" i="1">
              <a:solidFill>
                <a:schemeClr val="tx1"/>
              </a:solidFill>
            </a:endParaRPr>
          </a:p>
        </p:txBody>
      </p:sp>
      <p:sp>
        <p:nvSpPr>
          <p:cNvPr id="2054" name="Line 6">
            <a:extLst>
              <a:ext uri="{FF2B5EF4-FFF2-40B4-BE49-F238E27FC236}">
                <a16:creationId xmlns:a16="http://schemas.microsoft.com/office/drawing/2014/main" id="{07027EE8-FA0B-476A-8BFF-524CD99328A0}"/>
              </a:ext>
            </a:extLst>
          </p:cNvPr>
          <p:cNvSpPr>
            <a:spLocks noChangeShapeType="1"/>
          </p:cNvSpPr>
          <p:nvPr/>
        </p:nvSpPr>
        <p:spPr bwMode="auto">
          <a:xfrm>
            <a:off x="611188" y="9447213"/>
            <a:ext cx="5654675" cy="952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Tree>
  </p:cSld>
  <p:clrMap bg1="lt1" tx1="dk1" bg2="lt2" tx2="dk2" accent1="accent1" accent2="accent2" accent3="accent3" accent4="accent4" accent5="accent5" accent6="accent6" hlink="hlink" folHlink="folHlink"/>
  <p:notesStyle>
    <a:lvl1pPr algn="l" defTabSz="728663" rtl="0" eaLnBrk="0" fontAlgn="base" hangingPunct="0">
      <a:lnSpc>
        <a:spcPct val="90000"/>
      </a:lnSpc>
      <a:spcBef>
        <a:spcPct val="40000"/>
      </a:spcBef>
      <a:spcAft>
        <a:spcPct val="0"/>
      </a:spcAft>
      <a:defRPr kumimoji="1" sz="1000" kern="1200">
        <a:solidFill>
          <a:schemeClr val="tx1"/>
        </a:solidFill>
        <a:latin typeface="Book Antiqua" pitchFamily="18" charset="0"/>
        <a:ea typeface="돋움" pitchFamily="50" charset="-127"/>
        <a:cs typeface="+mn-cs"/>
      </a:defRPr>
    </a:lvl1pPr>
    <a:lvl2pPr marL="406400" algn="l" defTabSz="728663" rtl="0" eaLnBrk="0" fontAlgn="base" hangingPunct="0">
      <a:lnSpc>
        <a:spcPct val="90000"/>
      </a:lnSpc>
      <a:spcBef>
        <a:spcPct val="40000"/>
      </a:spcBef>
      <a:spcAft>
        <a:spcPct val="0"/>
      </a:spcAft>
      <a:defRPr kumimoji="1" sz="1000" kern="1200">
        <a:solidFill>
          <a:schemeClr val="tx1"/>
        </a:solidFill>
        <a:latin typeface="Book Antiqua" pitchFamily="18" charset="0"/>
        <a:ea typeface="돋움" pitchFamily="50" charset="-127"/>
        <a:cs typeface="+mn-cs"/>
      </a:defRPr>
    </a:lvl2pPr>
    <a:lvl3pPr marL="814388" algn="l" defTabSz="728663" rtl="0" eaLnBrk="0" fontAlgn="base" hangingPunct="0">
      <a:lnSpc>
        <a:spcPct val="90000"/>
      </a:lnSpc>
      <a:spcBef>
        <a:spcPct val="40000"/>
      </a:spcBef>
      <a:spcAft>
        <a:spcPct val="0"/>
      </a:spcAft>
      <a:defRPr kumimoji="1" sz="1000" kern="1200">
        <a:solidFill>
          <a:schemeClr val="tx1"/>
        </a:solidFill>
        <a:latin typeface="Book Antiqua" pitchFamily="18" charset="0"/>
        <a:ea typeface="돋움" pitchFamily="50" charset="-127"/>
        <a:cs typeface="+mn-cs"/>
      </a:defRPr>
    </a:lvl3pPr>
    <a:lvl4pPr marL="1223963" algn="l" defTabSz="728663" rtl="0" eaLnBrk="0" fontAlgn="base" hangingPunct="0">
      <a:lnSpc>
        <a:spcPct val="90000"/>
      </a:lnSpc>
      <a:spcBef>
        <a:spcPct val="40000"/>
      </a:spcBef>
      <a:spcAft>
        <a:spcPct val="0"/>
      </a:spcAft>
      <a:defRPr kumimoji="1" sz="1000" kern="1200">
        <a:solidFill>
          <a:schemeClr val="tx1"/>
        </a:solidFill>
        <a:latin typeface="Book Antiqua" pitchFamily="18" charset="0"/>
        <a:ea typeface="돋움" pitchFamily="50" charset="-127"/>
        <a:cs typeface="+mn-cs"/>
      </a:defRPr>
    </a:lvl4pPr>
    <a:lvl5pPr marL="1631950" algn="l" defTabSz="728663" rtl="0" eaLnBrk="0" fontAlgn="base" hangingPunct="0">
      <a:lnSpc>
        <a:spcPct val="90000"/>
      </a:lnSpc>
      <a:spcBef>
        <a:spcPct val="40000"/>
      </a:spcBef>
      <a:spcAft>
        <a:spcPct val="0"/>
      </a:spcAft>
      <a:defRPr kumimoji="1" sz="1000" kern="1200">
        <a:solidFill>
          <a:schemeClr val="tx1"/>
        </a:solidFill>
        <a:latin typeface="Book Antiqua" pitchFamily="18" charset="0"/>
        <a:ea typeface="돋움" pitchFamily="50" charset="-127"/>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197C0491-EE84-449C-857C-2070836B5586}"/>
              </a:ext>
            </a:extLst>
          </p:cNvPr>
          <p:cNvSpPr>
            <a:spLocks noGrp="1" noRot="1" noChangeAspect="1" noChangeArrowheads="1" noTextEdit="1"/>
          </p:cNvSpPr>
          <p:nvPr>
            <p:ph type="sldImg"/>
          </p:nvPr>
        </p:nvSpPr>
        <p:spPr>
          <a:xfrm>
            <a:off x="712788" y="754063"/>
            <a:ext cx="5449887" cy="3775075"/>
          </a:xfrm>
          <a:ln/>
        </p:spPr>
      </p:sp>
      <p:sp>
        <p:nvSpPr>
          <p:cNvPr id="5123" name="Rectangle 3">
            <a:extLst>
              <a:ext uri="{FF2B5EF4-FFF2-40B4-BE49-F238E27FC236}">
                <a16:creationId xmlns:a16="http://schemas.microsoft.com/office/drawing/2014/main" id="{2FD59807-B17F-4831-813A-6112756518CE}"/>
              </a:ext>
            </a:extLst>
          </p:cNvPr>
          <p:cNvSpPr>
            <a:spLocks noGrp="1" noChangeArrowheads="1"/>
          </p:cNvSpPr>
          <p:nvPr>
            <p:ph type="body" idx="1"/>
          </p:nvPr>
        </p:nvSpPr>
        <p:spPr>
          <a:xfrm>
            <a:off x="687388" y="4779963"/>
            <a:ext cx="5499100" cy="4529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14F426CA-CC9A-489D-AAA8-90ECD7A4A073}"/>
              </a:ext>
            </a:extLst>
          </p:cNvPr>
          <p:cNvSpPr>
            <a:spLocks noGrp="1" noRot="1" noChangeAspect="1" noChangeArrowheads="1" noTextEdit="1"/>
          </p:cNvSpPr>
          <p:nvPr>
            <p:ph type="sldImg"/>
          </p:nvPr>
        </p:nvSpPr>
        <p:spPr>
          <a:xfrm>
            <a:off x="712788" y="754063"/>
            <a:ext cx="5449887" cy="3775075"/>
          </a:xfrm>
          <a:ln/>
        </p:spPr>
      </p:sp>
      <p:sp>
        <p:nvSpPr>
          <p:cNvPr id="7171" name="Rectangle 3">
            <a:extLst>
              <a:ext uri="{FF2B5EF4-FFF2-40B4-BE49-F238E27FC236}">
                <a16:creationId xmlns:a16="http://schemas.microsoft.com/office/drawing/2014/main" id="{9C37608E-49C8-4458-B86D-9CD15BC79AA1}"/>
              </a:ext>
            </a:extLst>
          </p:cNvPr>
          <p:cNvSpPr>
            <a:spLocks noGrp="1" noChangeArrowheads="1"/>
          </p:cNvSpPr>
          <p:nvPr>
            <p:ph type="body" idx="1"/>
          </p:nvPr>
        </p:nvSpPr>
        <p:spPr>
          <a:xfrm>
            <a:off x="687388" y="4779963"/>
            <a:ext cx="5499100" cy="4529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51078A87-9267-47F6-9949-FB820D299AAC}"/>
              </a:ext>
            </a:extLst>
          </p:cNvPr>
          <p:cNvSpPr>
            <a:spLocks noGrp="1" noRot="1" noChangeAspect="1" noChangeArrowheads="1" noTextEdit="1"/>
          </p:cNvSpPr>
          <p:nvPr>
            <p:ph type="sldImg"/>
          </p:nvPr>
        </p:nvSpPr>
        <p:spPr>
          <a:xfrm>
            <a:off x="712788" y="754063"/>
            <a:ext cx="5449887" cy="3775075"/>
          </a:xfrm>
          <a:ln/>
        </p:spPr>
      </p:sp>
      <p:sp>
        <p:nvSpPr>
          <p:cNvPr id="16387" name="Rectangle 3">
            <a:extLst>
              <a:ext uri="{FF2B5EF4-FFF2-40B4-BE49-F238E27FC236}">
                <a16:creationId xmlns:a16="http://schemas.microsoft.com/office/drawing/2014/main" id="{70E6A0CB-1F21-4343-8E59-F49E2D0319DD}"/>
              </a:ext>
            </a:extLst>
          </p:cNvPr>
          <p:cNvSpPr>
            <a:spLocks noGrp="1" noChangeArrowheads="1"/>
          </p:cNvSpPr>
          <p:nvPr>
            <p:ph type="body" idx="1"/>
          </p:nvPr>
        </p:nvSpPr>
        <p:spPr>
          <a:xfrm>
            <a:off x="687388" y="4779963"/>
            <a:ext cx="5499100" cy="4529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7588AF19-E4E8-4E6B-B1DE-B23E5E8B3137}"/>
              </a:ext>
            </a:extLst>
          </p:cNvPr>
          <p:cNvSpPr>
            <a:spLocks noGrp="1" noRot="1" noChangeAspect="1" noChangeArrowheads="1" noTextEdit="1"/>
          </p:cNvSpPr>
          <p:nvPr>
            <p:ph type="sldImg"/>
          </p:nvPr>
        </p:nvSpPr>
        <p:spPr>
          <a:xfrm>
            <a:off x="712788" y="754063"/>
            <a:ext cx="5449887" cy="3775075"/>
          </a:xfrm>
          <a:ln/>
        </p:spPr>
      </p:sp>
      <p:sp>
        <p:nvSpPr>
          <p:cNvPr id="20483" name="Rectangle 3">
            <a:extLst>
              <a:ext uri="{FF2B5EF4-FFF2-40B4-BE49-F238E27FC236}">
                <a16:creationId xmlns:a16="http://schemas.microsoft.com/office/drawing/2014/main" id="{1667A6B4-2618-4C1E-A09A-9D4E0C4A24A4}"/>
              </a:ext>
            </a:extLst>
          </p:cNvPr>
          <p:cNvSpPr>
            <a:spLocks noGrp="1" noChangeArrowheads="1"/>
          </p:cNvSpPr>
          <p:nvPr>
            <p:ph type="body" idx="1"/>
          </p:nvPr>
        </p:nvSpPr>
        <p:spPr>
          <a:xfrm>
            <a:off x="687388" y="4779963"/>
            <a:ext cx="5499100" cy="4529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E1E800C3-EE6D-4A48-B82E-75C12EB09AFE}"/>
              </a:ext>
            </a:extLst>
          </p:cNvPr>
          <p:cNvSpPr>
            <a:spLocks noGrp="1" noRot="1" noChangeAspect="1" noChangeArrowheads="1" noTextEdit="1"/>
          </p:cNvSpPr>
          <p:nvPr>
            <p:ph type="sldImg"/>
          </p:nvPr>
        </p:nvSpPr>
        <p:spPr>
          <a:xfrm>
            <a:off x="712788" y="754063"/>
            <a:ext cx="5449887" cy="3775075"/>
          </a:xfrm>
          <a:ln/>
        </p:spPr>
      </p:sp>
      <p:sp>
        <p:nvSpPr>
          <p:cNvPr id="22531" name="Rectangle 3">
            <a:extLst>
              <a:ext uri="{FF2B5EF4-FFF2-40B4-BE49-F238E27FC236}">
                <a16:creationId xmlns:a16="http://schemas.microsoft.com/office/drawing/2014/main" id="{DF5415D9-FCC2-45D9-A0F1-C9364BB84DC0}"/>
              </a:ext>
            </a:extLst>
          </p:cNvPr>
          <p:cNvSpPr>
            <a:spLocks noGrp="1" noChangeArrowheads="1"/>
          </p:cNvSpPr>
          <p:nvPr>
            <p:ph type="body" idx="1"/>
          </p:nvPr>
        </p:nvSpPr>
        <p:spPr>
          <a:xfrm>
            <a:off x="687388" y="4779963"/>
            <a:ext cx="5499100" cy="4529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D54C68AA-7D93-4399-B1B0-05B92CAC44B2}"/>
              </a:ext>
            </a:extLst>
          </p:cNvPr>
          <p:cNvSpPr>
            <a:spLocks noGrp="1" noRot="1" noChangeAspect="1" noChangeArrowheads="1" noTextEdit="1"/>
          </p:cNvSpPr>
          <p:nvPr>
            <p:ph type="sldImg"/>
          </p:nvPr>
        </p:nvSpPr>
        <p:spPr>
          <a:xfrm>
            <a:off x="712788" y="754063"/>
            <a:ext cx="5449887" cy="3775075"/>
          </a:xfrm>
          <a:ln/>
        </p:spPr>
      </p:sp>
      <p:sp>
        <p:nvSpPr>
          <p:cNvPr id="24579" name="Rectangle 3">
            <a:extLst>
              <a:ext uri="{FF2B5EF4-FFF2-40B4-BE49-F238E27FC236}">
                <a16:creationId xmlns:a16="http://schemas.microsoft.com/office/drawing/2014/main" id="{7EF1C15A-DEA1-4827-A15C-E4008A1499BA}"/>
              </a:ext>
            </a:extLst>
          </p:cNvPr>
          <p:cNvSpPr>
            <a:spLocks noGrp="1" noChangeArrowheads="1"/>
          </p:cNvSpPr>
          <p:nvPr>
            <p:ph type="body" idx="1"/>
          </p:nvPr>
        </p:nvSpPr>
        <p:spPr>
          <a:xfrm>
            <a:off x="687388" y="4779963"/>
            <a:ext cx="5499100" cy="4529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B83E117F-14AB-44C8-AA63-23E4B2C754C2}"/>
              </a:ext>
            </a:extLst>
          </p:cNvPr>
          <p:cNvSpPr>
            <a:spLocks noGrp="1" noRot="1" noChangeAspect="1" noChangeArrowheads="1" noTextEdit="1"/>
          </p:cNvSpPr>
          <p:nvPr>
            <p:ph type="sldImg"/>
          </p:nvPr>
        </p:nvSpPr>
        <p:spPr>
          <a:xfrm>
            <a:off x="712788" y="754063"/>
            <a:ext cx="5449887" cy="3775075"/>
          </a:xfrm>
          <a:ln/>
        </p:spPr>
      </p:sp>
      <p:sp>
        <p:nvSpPr>
          <p:cNvPr id="28675" name="Rectangle 3">
            <a:extLst>
              <a:ext uri="{FF2B5EF4-FFF2-40B4-BE49-F238E27FC236}">
                <a16:creationId xmlns:a16="http://schemas.microsoft.com/office/drawing/2014/main" id="{AFB9B911-A079-4ECB-B876-AB2DD97DCEFC}"/>
              </a:ext>
            </a:extLst>
          </p:cNvPr>
          <p:cNvSpPr>
            <a:spLocks noGrp="1" noChangeArrowheads="1"/>
          </p:cNvSpPr>
          <p:nvPr>
            <p:ph type="body" idx="1"/>
          </p:nvPr>
        </p:nvSpPr>
        <p:spPr>
          <a:xfrm>
            <a:off x="687388" y="4779963"/>
            <a:ext cx="5499100" cy="4529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B83E117F-14AB-44C8-AA63-23E4B2C754C2}"/>
              </a:ext>
            </a:extLst>
          </p:cNvPr>
          <p:cNvSpPr>
            <a:spLocks noGrp="1" noRot="1" noChangeAspect="1" noChangeArrowheads="1" noTextEdit="1"/>
          </p:cNvSpPr>
          <p:nvPr>
            <p:ph type="sldImg"/>
          </p:nvPr>
        </p:nvSpPr>
        <p:spPr>
          <a:xfrm>
            <a:off x="712788" y="754063"/>
            <a:ext cx="5449887" cy="3775075"/>
          </a:xfrm>
          <a:ln/>
        </p:spPr>
      </p:sp>
      <p:sp>
        <p:nvSpPr>
          <p:cNvPr id="28675" name="Rectangle 3">
            <a:extLst>
              <a:ext uri="{FF2B5EF4-FFF2-40B4-BE49-F238E27FC236}">
                <a16:creationId xmlns:a16="http://schemas.microsoft.com/office/drawing/2014/main" id="{AFB9B911-A079-4ECB-B876-AB2DD97DCEFC}"/>
              </a:ext>
            </a:extLst>
          </p:cNvPr>
          <p:cNvSpPr>
            <a:spLocks noGrp="1" noChangeArrowheads="1"/>
          </p:cNvSpPr>
          <p:nvPr>
            <p:ph type="body" idx="1"/>
          </p:nvPr>
        </p:nvSpPr>
        <p:spPr>
          <a:xfrm>
            <a:off x="687388" y="4779963"/>
            <a:ext cx="5499100" cy="4529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extLst>
      <p:ext uri="{BB962C8B-B14F-4D97-AF65-F5344CB8AC3E}">
        <p14:creationId xmlns:p14="http://schemas.microsoft.com/office/powerpoint/2010/main" val="26021840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8F66F50F-6FCE-4455-9586-F1DC73951758}"/>
              </a:ext>
            </a:extLst>
          </p:cNvPr>
          <p:cNvSpPr>
            <a:spLocks noGrp="1" noRot="1" noChangeAspect="1" noChangeArrowheads="1" noTextEdit="1"/>
          </p:cNvSpPr>
          <p:nvPr>
            <p:ph type="sldImg"/>
          </p:nvPr>
        </p:nvSpPr>
        <p:spPr>
          <a:xfrm>
            <a:off x="712788" y="754063"/>
            <a:ext cx="5449887" cy="3775075"/>
          </a:xfrm>
          <a:ln/>
        </p:spPr>
      </p:sp>
      <p:sp>
        <p:nvSpPr>
          <p:cNvPr id="32771" name="Rectangle 3">
            <a:extLst>
              <a:ext uri="{FF2B5EF4-FFF2-40B4-BE49-F238E27FC236}">
                <a16:creationId xmlns:a16="http://schemas.microsoft.com/office/drawing/2014/main" id="{CF444C0D-EDB6-4470-989C-204182CD266F}"/>
              </a:ext>
            </a:extLst>
          </p:cNvPr>
          <p:cNvSpPr>
            <a:spLocks noGrp="1" noChangeArrowheads="1"/>
          </p:cNvSpPr>
          <p:nvPr>
            <p:ph type="body" idx="1"/>
          </p:nvPr>
        </p:nvSpPr>
        <p:spPr>
          <a:xfrm>
            <a:off x="687388" y="4779963"/>
            <a:ext cx="5499100" cy="4529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E5A87279-FE97-4861-89A8-DB047DBC37F1}"/>
              </a:ext>
            </a:extLst>
          </p:cNvPr>
          <p:cNvSpPr>
            <a:spLocks noGrp="1" noRot="1" noChangeAspect="1" noChangeArrowheads="1" noTextEdit="1"/>
          </p:cNvSpPr>
          <p:nvPr>
            <p:ph type="sldImg"/>
          </p:nvPr>
        </p:nvSpPr>
        <p:spPr>
          <a:xfrm>
            <a:off x="712788" y="754063"/>
            <a:ext cx="5449887" cy="3775075"/>
          </a:xfrm>
          <a:ln/>
        </p:spPr>
      </p:sp>
      <p:sp>
        <p:nvSpPr>
          <p:cNvPr id="34819" name="Rectangle 3">
            <a:extLst>
              <a:ext uri="{FF2B5EF4-FFF2-40B4-BE49-F238E27FC236}">
                <a16:creationId xmlns:a16="http://schemas.microsoft.com/office/drawing/2014/main" id="{A838C406-9526-4BE5-9979-EBC4E123A988}"/>
              </a:ext>
            </a:extLst>
          </p:cNvPr>
          <p:cNvSpPr>
            <a:spLocks noGrp="1" noChangeArrowheads="1"/>
          </p:cNvSpPr>
          <p:nvPr>
            <p:ph type="body" idx="1"/>
          </p:nvPr>
        </p:nvSpPr>
        <p:spPr>
          <a:xfrm>
            <a:off x="687388" y="4779963"/>
            <a:ext cx="5499100" cy="4529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A8357843-C4A6-4EA1-A536-A0998066C0F5}"/>
              </a:ext>
            </a:extLst>
          </p:cNvPr>
          <p:cNvSpPr>
            <a:spLocks noGrp="1" noRot="1" noChangeAspect="1" noChangeArrowheads="1" noTextEdit="1"/>
          </p:cNvSpPr>
          <p:nvPr>
            <p:ph type="sldImg"/>
          </p:nvPr>
        </p:nvSpPr>
        <p:spPr>
          <a:xfrm>
            <a:off x="712788" y="754063"/>
            <a:ext cx="5449887" cy="3775075"/>
          </a:xfrm>
          <a:ln/>
        </p:spPr>
      </p:sp>
      <p:sp>
        <p:nvSpPr>
          <p:cNvPr id="36867" name="Rectangle 3">
            <a:extLst>
              <a:ext uri="{FF2B5EF4-FFF2-40B4-BE49-F238E27FC236}">
                <a16:creationId xmlns:a16="http://schemas.microsoft.com/office/drawing/2014/main" id="{3D2C85C9-4176-41B3-B157-37B9BC7E0159}"/>
              </a:ext>
            </a:extLst>
          </p:cNvPr>
          <p:cNvSpPr>
            <a:spLocks noGrp="1" noChangeArrowheads="1"/>
          </p:cNvSpPr>
          <p:nvPr>
            <p:ph type="body" idx="1"/>
          </p:nvPr>
        </p:nvSpPr>
        <p:spPr>
          <a:xfrm>
            <a:off x="687388" y="4779963"/>
            <a:ext cx="5499100" cy="4529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6721626A-4107-4AA2-9A6B-32259C0CD6EE}"/>
              </a:ext>
            </a:extLst>
          </p:cNvPr>
          <p:cNvSpPr>
            <a:spLocks noGrp="1" noRot="1" noChangeAspect="1" noChangeArrowheads="1" noTextEdit="1"/>
          </p:cNvSpPr>
          <p:nvPr>
            <p:ph type="sldImg"/>
          </p:nvPr>
        </p:nvSpPr>
        <p:spPr>
          <a:xfrm>
            <a:off x="712788" y="754063"/>
            <a:ext cx="5449887" cy="3775075"/>
          </a:xfrm>
          <a:ln/>
        </p:spPr>
      </p:sp>
      <p:sp>
        <p:nvSpPr>
          <p:cNvPr id="38915" name="Rectangle 3">
            <a:extLst>
              <a:ext uri="{FF2B5EF4-FFF2-40B4-BE49-F238E27FC236}">
                <a16:creationId xmlns:a16="http://schemas.microsoft.com/office/drawing/2014/main" id="{0A6BCE16-40B8-4B3D-8570-B5C27F6ED9F0}"/>
              </a:ext>
            </a:extLst>
          </p:cNvPr>
          <p:cNvSpPr>
            <a:spLocks noGrp="1" noChangeArrowheads="1"/>
          </p:cNvSpPr>
          <p:nvPr>
            <p:ph type="body" idx="1"/>
          </p:nvPr>
        </p:nvSpPr>
        <p:spPr>
          <a:xfrm>
            <a:off x="687388" y="4779963"/>
            <a:ext cx="5499100" cy="4529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6721626A-4107-4AA2-9A6B-32259C0CD6EE}"/>
              </a:ext>
            </a:extLst>
          </p:cNvPr>
          <p:cNvSpPr>
            <a:spLocks noGrp="1" noRot="1" noChangeAspect="1" noChangeArrowheads="1" noTextEdit="1"/>
          </p:cNvSpPr>
          <p:nvPr>
            <p:ph type="sldImg"/>
          </p:nvPr>
        </p:nvSpPr>
        <p:spPr>
          <a:xfrm>
            <a:off x="712788" y="754063"/>
            <a:ext cx="5449887" cy="3775075"/>
          </a:xfrm>
          <a:ln/>
        </p:spPr>
      </p:sp>
      <p:sp>
        <p:nvSpPr>
          <p:cNvPr id="38915" name="Rectangle 3">
            <a:extLst>
              <a:ext uri="{FF2B5EF4-FFF2-40B4-BE49-F238E27FC236}">
                <a16:creationId xmlns:a16="http://schemas.microsoft.com/office/drawing/2014/main" id="{0A6BCE16-40B8-4B3D-8570-B5C27F6ED9F0}"/>
              </a:ext>
            </a:extLst>
          </p:cNvPr>
          <p:cNvSpPr>
            <a:spLocks noGrp="1" noChangeArrowheads="1"/>
          </p:cNvSpPr>
          <p:nvPr>
            <p:ph type="body" idx="1"/>
          </p:nvPr>
        </p:nvSpPr>
        <p:spPr>
          <a:xfrm>
            <a:off x="687388" y="4779963"/>
            <a:ext cx="5499100" cy="4529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extLst>
      <p:ext uri="{BB962C8B-B14F-4D97-AF65-F5344CB8AC3E}">
        <p14:creationId xmlns:p14="http://schemas.microsoft.com/office/powerpoint/2010/main" val="24658544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1994B708-5868-49FF-8C5E-087C89F64D2C}"/>
              </a:ext>
            </a:extLst>
          </p:cNvPr>
          <p:cNvSpPr>
            <a:spLocks noGrp="1" noRot="1" noChangeAspect="1" noChangeArrowheads="1" noTextEdit="1"/>
          </p:cNvSpPr>
          <p:nvPr>
            <p:ph type="sldImg"/>
          </p:nvPr>
        </p:nvSpPr>
        <p:spPr>
          <a:xfrm>
            <a:off x="712788" y="754063"/>
            <a:ext cx="5449887" cy="3775075"/>
          </a:xfrm>
          <a:ln/>
        </p:spPr>
      </p:sp>
      <p:sp>
        <p:nvSpPr>
          <p:cNvPr id="43011" name="Rectangle 3">
            <a:extLst>
              <a:ext uri="{FF2B5EF4-FFF2-40B4-BE49-F238E27FC236}">
                <a16:creationId xmlns:a16="http://schemas.microsoft.com/office/drawing/2014/main" id="{00DBB4F6-30F9-4F2E-8D4F-8F3C892DAC1C}"/>
              </a:ext>
            </a:extLst>
          </p:cNvPr>
          <p:cNvSpPr>
            <a:spLocks noGrp="1" noChangeArrowheads="1"/>
          </p:cNvSpPr>
          <p:nvPr>
            <p:ph type="body" idx="1"/>
          </p:nvPr>
        </p:nvSpPr>
        <p:spPr>
          <a:xfrm>
            <a:off x="687388" y="4779963"/>
            <a:ext cx="5499100" cy="4529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09695AC7-94F8-4054-B180-14A3F3183B43}"/>
              </a:ext>
            </a:extLst>
          </p:cNvPr>
          <p:cNvSpPr>
            <a:spLocks noGrp="1" noRot="1" noChangeAspect="1" noChangeArrowheads="1" noTextEdit="1"/>
          </p:cNvSpPr>
          <p:nvPr>
            <p:ph type="sldImg"/>
          </p:nvPr>
        </p:nvSpPr>
        <p:spPr>
          <a:xfrm>
            <a:off x="712788" y="754063"/>
            <a:ext cx="5449887" cy="3775075"/>
          </a:xfrm>
          <a:ln/>
        </p:spPr>
      </p:sp>
      <p:sp>
        <p:nvSpPr>
          <p:cNvPr id="45059" name="Rectangle 3">
            <a:extLst>
              <a:ext uri="{FF2B5EF4-FFF2-40B4-BE49-F238E27FC236}">
                <a16:creationId xmlns:a16="http://schemas.microsoft.com/office/drawing/2014/main" id="{02C55192-CAFA-4130-975F-8AB23B2C9F9F}"/>
              </a:ext>
            </a:extLst>
          </p:cNvPr>
          <p:cNvSpPr>
            <a:spLocks noGrp="1" noChangeArrowheads="1"/>
          </p:cNvSpPr>
          <p:nvPr>
            <p:ph type="body" idx="1"/>
          </p:nvPr>
        </p:nvSpPr>
        <p:spPr>
          <a:xfrm>
            <a:off x="687388" y="4779963"/>
            <a:ext cx="5499100" cy="4529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3B6DDB3D-876A-413F-91EC-7F04D0764683}"/>
              </a:ext>
            </a:extLst>
          </p:cNvPr>
          <p:cNvSpPr>
            <a:spLocks noGrp="1" noRot="1" noChangeAspect="1" noChangeArrowheads="1" noTextEdit="1"/>
          </p:cNvSpPr>
          <p:nvPr>
            <p:ph type="sldImg"/>
          </p:nvPr>
        </p:nvSpPr>
        <p:spPr>
          <a:xfrm>
            <a:off x="712788" y="754063"/>
            <a:ext cx="5449887" cy="3775075"/>
          </a:xfrm>
          <a:ln/>
        </p:spPr>
      </p:sp>
      <p:sp>
        <p:nvSpPr>
          <p:cNvPr id="47107" name="Rectangle 3">
            <a:extLst>
              <a:ext uri="{FF2B5EF4-FFF2-40B4-BE49-F238E27FC236}">
                <a16:creationId xmlns:a16="http://schemas.microsoft.com/office/drawing/2014/main" id="{994F05F2-0EC9-406A-9EE2-CDE2E630472E}"/>
              </a:ext>
            </a:extLst>
          </p:cNvPr>
          <p:cNvSpPr>
            <a:spLocks noGrp="1" noChangeArrowheads="1"/>
          </p:cNvSpPr>
          <p:nvPr>
            <p:ph type="body" idx="1"/>
          </p:nvPr>
        </p:nvSpPr>
        <p:spPr>
          <a:xfrm>
            <a:off x="687388" y="4779963"/>
            <a:ext cx="5499100" cy="4529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D0C41DFD-171C-4049-B39F-1F42D13DDBA9}"/>
              </a:ext>
            </a:extLst>
          </p:cNvPr>
          <p:cNvSpPr>
            <a:spLocks noGrp="1" noRot="1" noChangeAspect="1" noChangeArrowheads="1" noTextEdit="1"/>
          </p:cNvSpPr>
          <p:nvPr>
            <p:ph type="sldImg"/>
          </p:nvPr>
        </p:nvSpPr>
        <p:spPr>
          <a:xfrm>
            <a:off x="712788" y="754063"/>
            <a:ext cx="5449887" cy="3775075"/>
          </a:xfrm>
          <a:ln/>
        </p:spPr>
      </p:sp>
      <p:sp>
        <p:nvSpPr>
          <p:cNvPr id="50179" name="Rectangle 3">
            <a:extLst>
              <a:ext uri="{FF2B5EF4-FFF2-40B4-BE49-F238E27FC236}">
                <a16:creationId xmlns:a16="http://schemas.microsoft.com/office/drawing/2014/main" id="{D72F728C-9DE7-42BB-BAB4-ACDEE53A7DB4}"/>
              </a:ext>
            </a:extLst>
          </p:cNvPr>
          <p:cNvSpPr>
            <a:spLocks noGrp="1" noChangeArrowheads="1"/>
          </p:cNvSpPr>
          <p:nvPr>
            <p:ph type="body" idx="1"/>
          </p:nvPr>
        </p:nvSpPr>
        <p:spPr>
          <a:xfrm>
            <a:off x="687388" y="4779963"/>
            <a:ext cx="5499100" cy="4529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5F0F8230-9793-4069-977D-94D4DB5F77CF}"/>
              </a:ext>
            </a:extLst>
          </p:cNvPr>
          <p:cNvSpPr>
            <a:spLocks noGrp="1" noRot="1" noChangeAspect="1" noChangeArrowheads="1" noTextEdit="1"/>
          </p:cNvSpPr>
          <p:nvPr>
            <p:ph type="sldImg"/>
          </p:nvPr>
        </p:nvSpPr>
        <p:spPr>
          <a:xfrm>
            <a:off x="712788" y="754063"/>
            <a:ext cx="5449887" cy="3775075"/>
          </a:xfrm>
          <a:ln/>
        </p:spPr>
      </p:sp>
      <p:sp>
        <p:nvSpPr>
          <p:cNvPr id="52227" name="Rectangle 3">
            <a:extLst>
              <a:ext uri="{FF2B5EF4-FFF2-40B4-BE49-F238E27FC236}">
                <a16:creationId xmlns:a16="http://schemas.microsoft.com/office/drawing/2014/main" id="{629BDEA3-24F4-4B7D-A53F-46A54DEB71C8}"/>
              </a:ext>
            </a:extLst>
          </p:cNvPr>
          <p:cNvSpPr>
            <a:spLocks noGrp="1" noChangeArrowheads="1"/>
          </p:cNvSpPr>
          <p:nvPr>
            <p:ph type="body" idx="1"/>
          </p:nvPr>
        </p:nvSpPr>
        <p:spPr>
          <a:xfrm>
            <a:off x="687388" y="4779963"/>
            <a:ext cx="5499100" cy="4529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FDE39291-8685-40B7-8344-61582FDFA48F}"/>
              </a:ext>
            </a:extLst>
          </p:cNvPr>
          <p:cNvSpPr>
            <a:spLocks noGrp="1" noRot="1" noChangeAspect="1" noChangeArrowheads="1" noTextEdit="1"/>
          </p:cNvSpPr>
          <p:nvPr>
            <p:ph type="sldImg"/>
          </p:nvPr>
        </p:nvSpPr>
        <p:spPr>
          <a:xfrm>
            <a:off x="712788" y="754063"/>
            <a:ext cx="5449887" cy="3775075"/>
          </a:xfrm>
          <a:ln/>
        </p:spPr>
      </p:sp>
      <p:sp>
        <p:nvSpPr>
          <p:cNvPr id="54275" name="Rectangle 3">
            <a:extLst>
              <a:ext uri="{FF2B5EF4-FFF2-40B4-BE49-F238E27FC236}">
                <a16:creationId xmlns:a16="http://schemas.microsoft.com/office/drawing/2014/main" id="{2FDA2108-D03D-480E-8972-64121C7A91CA}"/>
              </a:ext>
            </a:extLst>
          </p:cNvPr>
          <p:cNvSpPr>
            <a:spLocks noGrp="1" noChangeArrowheads="1"/>
          </p:cNvSpPr>
          <p:nvPr>
            <p:ph type="body" idx="1"/>
          </p:nvPr>
        </p:nvSpPr>
        <p:spPr>
          <a:xfrm>
            <a:off x="687388" y="4779963"/>
            <a:ext cx="5499100" cy="4529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0BDD1765-5DF5-4931-B499-6EC81AB473F3}"/>
              </a:ext>
            </a:extLst>
          </p:cNvPr>
          <p:cNvSpPr>
            <a:spLocks noGrp="1" noRot="1" noChangeAspect="1" noChangeArrowheads="1" noTextEdit="1"/>
          </p:cNvSpPr>
          <p:nvPr>
            <p:ph type="sldImg"/>
          </p:nvPr>
        </p:nvSpPr>
        <p:spPr>
          <a:xfrm>
            <a:off x="712788" y="754063"/>
            <a:ext cx="5449887" cy="3775075"/>
          </a:xfrm>
          <a:ln/>
        </p:spPr>
      </p:sp>
      <p:sp>
        <p:nvSpPr>
          <p:cNvPr id="56323" name="Rectangle 3">
            <a:extLst>
              <a:ext uri="{FF2B5EF4-FFF2-40B4-BE49-F238E27FC236}">
                <a16:creationId xmlns:a16="http://schemas.microsoft.com/office/drawing/2014/main" id="{B4DB7992-0526-4E1A-958B-069D74B1ACFD}"/>
              </a:ext>
            </a:extLst>
          </p:cNvPr>
          <p:cNvSpPr>
            <a:spLocks noGrp="1" noChangeArrowheads="1"/>
          </p:cNvSpPr>
          <p:nvPr>
            <p:ph type="body" idx="1"/>
          </p:nvPr>
        </p:nvSpPr>
        <p:spPr>
          <a:xfrm>
            <a:off x="687388" y="4779963"/>
            <a:ext cx="5499100" cy="4529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C809E583-2CA6-4750-829C-40FDDED1B01D}"/>
              </a:ext>
            </a:extLst>
          </p:cNvPr>
          <p:cNvSpPr>
            <a:spLocks noGrp="1" noRot="1" noChangeAspect="1" noChangeArrowheads="1" noTextEdit="1"/>
          </p:cNvSpPr>
          <p:nvPr>
            <p:ph type="sldImg"/>
          </p:nvPr>
        </p:nvSpPr>
        <p:spPr>
          <a:xfrm>
            <a:off x="712788" y="754063"/>
            <a:ext cx="5449887" cy="3775075"/>
          </a:xfrm>
          <a:ln/>
        </p:spPr>
      </p:sp>
      <p:sp>
        <p:nvSpPr>
          <p:cNvPr id="58371" name="Rectangle 3">
            <a:extLst>
              <a:ext uri="{FF2B5EF4-FFF2-40B4-BE49-F238E27FC236}">
                <a16:creationId xmlns:a16="http://schemas.microsoft.com/office/drawing/2014/main" id="{554CF35D-FFD1-4A47-9EDB-9AD5208BAA2B}"/>
              </a:ext>
            </a:extLst>
          </p:cNvPr>
          <p:cNvSpPr>
            <a:spLocks noGrp="1" noChangeArrowheads="1"/>
          </p:cNvSpPr>
          <p:nvPr>
            <p:ph type="body" idx="1"/>
          </p:nvPr>
        </p:nvSpPr>
        <p:spPr>
          <a:xfrm>
            <a:off x="687388" y="4779963"/>
            <a:ext cx="5499100" cy="4529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0CDD5483-B2FA-401C-87F0-009F4B66C602}"/>
              </a:ext>
            </a:extLst>
          </p:cNvPr>
          <p:cNvSpPr>
            <a:spLocks noGrp="1" noRot="1" noChangeAspect="1" noChangeArrowheads="1" noTextEdit="1"/>
          </p:cNvSpPr>
          <p:nvPr>
            <p:ph type="sldImg"/>
          </p:nvPr>
        </p:nvSpPr>
        <p:spPr>
          <a:xfrm>
            <a:off x="712788" y="754063"/>
            <a:ext cx="5449887" cy="3775075"/>
          </a:xfrm>
          <a:ln/>
        </p:spPr>
      </p:sp>
      <p:sp>
        <p:nvSpPr>
          <p:cNvPr id="60419" name="Rectangle 3">
            <a:extLst>
              <a:ext uri="{FF2B5EF4-FFF2-40B4-BE49-F238E27FC236}">
                <a16:creationId xmlns:a16="http://schemas.microsoft.com/office/drawing/2014/main" id="{7C5B58C3-C617-4E5B-9ED2-E5D7E3BEF2D9}"/>
              </a:ext>
            </a:extLst>
          </p:cNvPr>
          <p:cNvSpPr>
            <a:spLocks noGrp="1" noChangeArrowheads="1"/>
          </p:cNvSpPr>
          <p:nvPr>
            <p:ph type="body" idx="1"/>
          </p:nvPr>
        </p:nvSpPr>
        <p:spPr>
          <a:xfrm>
            <a:off x="687388" y="4779963"/>
            <a:ext cx="5499100" cy="4529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48A067C7-E7FE-409B-AFCA-71EB6A86724E}"/>
              </a:ext>
            </a:extLst>
          </p:cNvPr>
          <p:cNvSpPr>
            <a:spLocks noGrp="1" noRot="1" noChangeAspect="1" noChangeArrowheads="1" noTextEdit="1"/>
          </p:cNvSpPr>
          <p:nvPr>
            <p:ph type="sldImg"/>
          </p:nvPr>
        </p:nvSpPr>
        <p:spPr>
          <a:xfrm>
            <a:off x="712788" y="754063"/>
            <a:ext cx="5449887" cy="3775075"/>
          </a:xfrm>
          <a:ln/>
        </p:spPr>
      </p:sp>
      <p:sp>
        <p:nvSpPr>
          <p:cNvPr id="63491" name="Rectangle 3">
            <a:extLst>
              <a:ext uri="{FF2B5EF4-FFF2-40B4-BE49-F238E27FC236}">
                <a16:creationId xmlns:a16="http://schemas.microsoft.com/office/drawing/2014/main" id="{D5C871EA-8D61-429E-B775-42C7802A6410}"/>
              </a:ext>
            </a:extLst>
          </p:cNvPr>
          <p:cNvSpPr>
            <a:spLocks noGrp="1" noChangeArrowheads="1"/>
          </p:cNvSpPr>
          <p:nvPr>
            <p:ph type="body" idx="1"/>
          </p:nvPr>
        </p:nvSpPr>
        <p:spPr>
          <a:xfrm>
            <a:off x="687388" y="4779963"/>
            <a:ext cx="5499100" cy="4529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BEB1D8AE-8D8D-4396-9A76-81F215D8578D}"/>
              </a:ext>
            </a:extLst>
          </p:cNvPr>
          <p:cNvSpPr>
            <a:spLocks noGrp="1" noRot="1" noChangeAspect="1" noChangeArrowheads="1" noTextEdit="1"/>
          </p:cNvSpPr>
          <p:nvPr>
            <p:ph type="sldImg"/>
          </p:nvPr>
        </p:nvSpPr>
        <p:spPr>
          <a:xfrm>
            <a:off x="712788" y="754063"/>
            <a:ext cx="5449887" cy="3775075"/>
          </a:xfrm>
          <a:ln/>
        </p:spPr>
      </p:sp>
      <p:sp>
        <p:nvSpPr>
          <p:cNvPr id="65539" name="Rectangle 3">
            <a:extLst>
              <a:ext uri="{FF2B5EF4-FFF2-40B4-BE49-F238E27FC236}">
                <a16:creationId xmlns:a16="http://schemas.microsoft.com/office/drawing/2014/main" id="{3989E932-08BE-41F4-9D9B-692520EAEF99}"/>
              </a:ext>
            </a:extLst>
          </p:cNvPr>
          <p:cNvSpPr>
            <a:spLocks noGrp="1" noChangeArrowheads="1"/>
          </p:cNvSpPr>
          <p:nvPr>
            <p:ph type="body" idx="1"/>
          </p:nvPr>
        </p:nvSpPr>
        <p:spPr>
          <a:xfrm>
            <a:off x="687388" y="4779963"/>
            <a:ext cx="5499100" cy="4529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08897A4C-70E9-4333-97F7-DE9A1256D3B8}"/>
              </a:ext>
            </a:extLst>
          </p:cNvPr>
          <p:cNvSpPr>
            <a:spLocks noGrp="1" noRot="1" noChangeAspect="1" noChangeArrowheads="1" noTextEdit="1"/>
          </p:cNvSpPr>
          <p:nvPr>
            <p:ph type="sldImg"/>
          </p:nvPr>
        </p:nvSpPr>
        <p:spPr>
          <a:xfrm>
            <a:off x="712788" y="754063"/>
            <a:ext cx="5449887" cy="3775075"/>
          </a:xfrm>
          <a:ln/>
        </p:spPr>
      </p:sp>
      <p:sp>
        <p:nvSpPr>
          <p:cNvPr id="67587" name="Rectangle 3">
            <a:extLst>
              <a:ext uri="{FF2B5EF4-FFF2-40B4-BE49-F238E27FC236}">
                <a16:creationId xmlns:a16="http://schemas.microsoft.com/office/drawing/2014/main" id="{E2D692DC-CC2E-40D4-8FEB-A6789853B030}"/>
              </a:ext>
            </a:extLst>
          </p:cNvPr>
          <p:cNvSpPr>
            <a:spLocks noGrp="1" noChangeArrowheads="1"/>
          </p:cNvSpPr>
          <p:nvPr>
            <p:ph type="body" idx="1"/>
          </p:nvPr>
        </p:nvSpPr>
        <p:spPr>
          <a:xfrm>
            <a:off x="687388" y="4779963"/>
            <a:ext cx="5499100" cy="4529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42042BA2-7FEF-4A17-A4EC-50EFF397E487}"/>
              </a:ext>
            </a:extLst>
          </p:cNvPr>
          <p:cNvSpPr>
            <a:spLocks noGrp="1" noRot="1" noChangeAspect="1" noChangeArrowheads="1" noTextEdit="1"/>
          </p:cNvSpPr>
          <p:nvPr>
            <p:ph type="sldImg"/>
          </p:nvPr>
        </p:nvSpPr>
        <p:spPr>
          <a:xfrm>
            <a:off x="712788" y="754063"/>
            <a:ext cx="5449887" cy="3775075"/>
          </a:xfrm>
          <a:ln/>
        </p:spPr>
      </p:sp>
      <p:sp>
        <p:nvSpPr>
          <p:cNvPr id="74755" name="Rectangle 3">
            <a:extLst>
              <a:ext uri="{FF2B5EF4-FFF2-40B4-BE49-F238E27FC236}">
                <a16:creationId xmlns:a16="http://schemas.microsoft.com/office/drawing/2014/main" id="{CDA52462-A54F-479C-8AE9-CCF2ECFFF144}"/>
              </a:ext>
            </a:extLst>
          </p:cNvPr>
          <p:cNvSpPr>
            <a:spLocks noGrp="1" noChangeArrowheads="1"/>
          </p:cNvSpPr>
          <p:nvPr>
            <p:ph type="body" idx="1"/>
          </p:nvPr>
        </p:nvSpPr>
        <p:spPr>
          <a:xfrm>
            <a:off x="687388" y="4779963"/>
            <a:ext cx="5499100" cy="4529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F064E2D7-C333-401E-9895-39233B93B97A}"/>
              </a:ext>
            </a:extLst>
          </p:cNvPr>
          <p:cNvSpPr>
            <a:spLocks noGrp="1" noRot="1" noChangeAspect="1" noChangeArrowheads="1" noTextEdit="1"/>
          </p:cNvSpPr>
          <p:nvPr>
            <p:ph type="sldImg"/>
          </p:nvPr>
        </p:nvSpPr>
        <p:spPr>
          <a:xfrm>
            <a:off x="712788" y="754063"/>
            <a:ext cx="5449887" cy="3775075"/>
          </a:xfrm>
          <a:ln/>
        </p:spPr>
      </p:sp>
      <p:sp>
        <p:nvSpPr>
          <p:cNvPr id="76803" name="Rectangle 3">
            <a:extLst>
              <a:ext uri="{FF2B5EF4-FFF2-40B4-BE49-F238E27FC236}">
                <a16:creationId xmlns:a16="http://schemas.microsoft.com/office/drawing/2014/main" id="{12A3E51C-6F21-4046-BC5F-D24CF040BBF0}"/>
              </a:ext>
            </a:extLst>
          </p:cNvPr>
          <p:cNvSpPr>
            <a:spLocks noGrp="1" noChangeArrowheads="1"/>
          </p:cNvSpPr>
          <p:nvPr>
            <p:ph type="body" idx="1"/>
          </p:nvPr>
        </p:nvSpPr>
        <p:spPr>
          <a:xfrm>
            <a:off x="687388" y="4779963"/>
            <a:ext cx="5499100" cy="4529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54EF7E8F-E55E-4C4E-A4BA-4B2131C504A0}"/>
              </a:ext>
            </a:extLst>
          </p:cNvPr>
          <p:cNvSpPr>
            <a:spLocks noGrp="1" noRot="1" noChangeAspect="1" noChangeArrowheads="1" noTextEdit="1"/>
          </p:cNvSpPr>
          <p:nvPr>
            <p:ph type="sldImg"/>
          </p:nvPr>
        </p:nvSpPr>
        <p:spPr>
          <a:xfrm>
            <a:off x="712788" y="754063"/>
            <a:ext cx="5449887" cy="3775075"/>
          </a:xfrm>
          <a:ln/>
        </p:spPr>
      </p:sp>
      <p:sp>
        <p:nvSpPr>
          <p:cNvPr id="78851" name="Rectangle 3">
            <a:extLst>
              <a:ext uri="{FF2B5EF4-FFF2-40B4-BE49-F238E27FC236}">
                <a16:creationId xmlns:a16="http://schemas.microsoft.com/office/drawing/2014/main" id="{C210DDD4-A0E8-4308-9E97-5042DEF83F65}"/>
              </a:ext>
            </a:extLst>
          </p:cNvPr>
          <p:cNvSpPr>
            <a:spLocks noGrp="1" noChangeArrowheads="1"/>
          </p:cNvSpPr>
          <p:nvPr>
            <p:ph type="body" idx="1"/>
          </p:nvPr>
        </p:nvSpPr>
        <p:spPr>
          <a:xfrm>
            <a:off x="687388" y="4779963"/>
            <a:ext cx="5499100" cy="4529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FB8B3187-322D-485D-802E-D0FD4955FEA4}"/>
              </a:ext>
            </a:extLst>
          </p:cNvPr>
          <p:cNvSpPr>
            <a:spLocks noGrp="1" noRot="1" noChangeAspect="1" noChangeArrowheads="1" noTextEdit="1"/>
          </p:cNvSpPr>
          <p:nvPr>
            <p:ph type="sldImg"/>
          </p:nvPr>
        </p:nvSpPr>
        <p:spPr>
          <a:xfrm>
            <a:off x="712788" y="754063"/>
            <a:ext cx="5449887" cy="3775075"/>
          </a:xfrm>
          <a:ln/>
        </p:spPr>
      </p:sp>
      <p:sp>
        <p:nvSpPr>
          <p:cNvPr id="80899" name="Rectangle 3">
            <a:extLst>
              <a:ext uri="{FF2B5EF4-FFF2-40B4-BE49-F238E27FC236}">
                <a16:creationId xmlns:a16="http://schemas.microsoft.com/office/drawing/2014/main" id="{3198E9EC-EB42-4864-8847-712BF6EC9F54}"/>
              </a:ext>
            </a:extLst>
          </p:cNvPr>
          <p:cNvSpPr>
            <a:spLocks noGrp="1" noChangeArrowheads="1"/>
          </p:cNvSpPr>
          <p:nvPr>
            <p:ph type="body" idx="1"/>
          </p:nvPr>
        </p:nvSpPr>
        <p:spPr>
          <a:xfrm>
            <a:off x="687388" y="4779963"/>
            <a:ext cx="5499100" cy="4529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197C5900-5C07-4BF2-A397-AA1A2D1EBD4B}"/>
              </a:ext>
            </a:extLst>
          </p:cNvPr>
          <p:cNvSpPr>
            <a:spLocks noGrp="1" noRot="1" noChangeAspect="1" noChangeArrowheads="1" noTextEdit="1"/>
          </p:cNvSpPr>
          <p:nvPr>
            <p:ph type="sldImg"/>
          </p:nvPr>
        </p:nvSpPr>
        <p:spPr>
          <a:xfrm>
            <a:off x="712788" y="754063"/>
            <a:ext cx="5449887" cy="3775075"/>
          </a:xfrm>
          <a:ln/>
        </p:spPr>
      </p:sp>
      <p:sp>
        <p:nvSpPr>
          <p:cNvPr id="82947" name="Rectangle 3">
            <a:extLst>
              <a:ext uri="{FF2B5EF4-FFF2-40B4-BE49-F238E27FC236}">
                <a16:creationId xmlns:a16="http://schemas.microsoft.com/office/drawing/2014/main" id="{856407B4-40E7-4A56-859C-ECC507465394}"/>
              </a:ext>
            </a:extLst>
          </p:cNvPr>
          <p:cNvSpPr>
            <a:spLocks noGrp="1" noChangeArrowheads="1"/>
          </p:cNvSpPr>
          <p:nvPr>
            <p:ph type="body" idx="1"/>
          </p:nvPr>
        </p:nvSpPr>
        <p:spPr>
          <a:xfrm>
            <a:off x="687388" y="4779963"/>
            <a:ext cx="5499100" cy="4529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EC58883C-1970-4B69-A3CE-7AA527F680E0}"/>
              </a:ext>
            </a:extLst>
          </p:cNvPr>
          <p:cNvSpPr>
            <a:spLocks noGrp="1" noRot="1" noChangeAspect="1" noChangeArrowheads="1" noTextEdit="1"/>
          </p:cNvSpPr>
          <p:nvPr>
            <p:ph type="sldImg"/>
          </p:nvPr>
        </p:nvSpPr>
        <p:spPr>
          <a:xfrm>
            <a:off x="712788" y="754063"/>
            <a:ext cx="5449887" cy="3775075"/>
          </a:xfrm>
          <a:ln/>
        </p:spPr>
      </p:sp>
      <p:sp>
        <p:nvSpPr>
          <p:cNvPr id="84995" name="Rectangle 3">
            <a:extLst>
              <a:ext uri="{FF2B5EF4-FFF2-40B4-BE49-F238E27FC236}">
                <a16:creationId xmlns:a16="http://schemas.microsoft.com/office/drawing/2014/main" id="{6E3E1F27-E8A1-4931-A9A8-A62F9220C082}"/>
              </a:ext>
            </a:extLst>
          </p:cNvPr>
          <p:cNvSpPr>
            <a:spLocks noGrp="1" noChangeArrowheads="1"/>
          </p:cNvSpPr>
          <p:nvPr>
            <p:ph type="body" idx="1"/>
          </p:nvPr>
        </p:nvSpPr>
        <p:spPr>
          <a:xfrm>
            <a:off x="687388" y="4779963"/>
            <a:ext cx="5499100" cy="4529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C94FA56E-B52C-4F93-A208-EEC1E3839395}"/>
              </a:ext>
            </a:extLst>
          </p:cNvPr>
          <p:cNvSpPr>
            <a:spLocks noGrp="1" noRot="1" noChangeAspect="1" noChangeArrowheads="1" noTextEdit="1"/>
          </p:cNvSpPr>
          <p:nvPr>
            <p:ph type="sldImg"/>
          </p:nvPr>
        </p:nvSpPr>
        <p:spPr>
          <a:xfrm>
            <a:off x="712788" y="754063"/>
            <a:ext cx="5449887" cy="3775075"/>
          </a:xfrm>
          <a:ln/>
        </p:spPr>
      </p:sp>
      <p:sp>
        <p:nvSpPr>
          <p:cNvPr id="87043" name="Rectangle 3">
            <a:extLst>
              <a:ext uri="{FF2B5EF4-FFF2-40B4-BE49-F238E27FC236}">
                <a16:creationId xmlns:a16="http://schemas.microsoft.com/office/drawing/2014/main" id="{88E34D5D-D762-40C2-A285-F2CA26935294}"/>
              </a:ext>
            </a:extLst>
          </p:cNvPr>
          <p:cNvSpPr>
            <a:spLocks noGrp="1" noChangeArrowheads="1"/>
          </p:cNvSpPr>
          <p:nvPr>
            <p:ph type="body" idx="1"/>
          </p:nvPr>
        </p:nvSpPr>
        <p:spPr>
          <a:xfrm>
            <a:off x="687388" y="4779963"/>
            <a:ext cx="5499100" cy="4529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9F174CD0-E17C-441C-B7FF-36744C7993FA}"/>
              </a:ext>
            </a:extLst>
          </p:cNvPr>
          <p:cNvSpPr>
            <a:spLocks noGrp="1" noRot="1" noChangeAspect="1" noChangeArrowheads="1" noTextEdit="1"/>
          </p:cNvSpPr>
          <p:nvPr>
            <p:ph type="sldImg"/>
          </p:nvPr>
        </p:nvSpPr>
        <p:spPr>
          <a:xfrm>
            <a:off x="712788" y="754063"/>
            <a:ext cx="5449887" cy="3775075"/>
          </a:xfrm>
          <a:ln/>
        </p:spPr>
      </p:sp>
      <p:sp>
        <p:nvSpPr>
          <p:cNvPr id="89091" name="Rectangle 3">
            <a:extLst>
              <a:ext uri="{FF2B5EF4-FFF2-40B4-BE49-F238E27FC236}">
                <a16:creationId xmlns:a16="http://schemas.microsoft.com/office/drawing/2014/main" id="{35076613-79D3-47A7-B772-2CBE457DCD96}"/>
              </a:ext>
            </a:extLst>
          </p:cNvPr>
          <p:cNvSpPr>
            <a:spLocks noGrp="1" noChangeArrowheads="1"/>
          </p:cNvSpPr>
          <p:nvPr>
            <p:ph type="body" idx="1"/>
          </p:nvPr>
        </p:nvSpPr>
        <p:spPr>
          <a:xfrm>
            <a:off x="687388" y="4779963"/>
            <a:ext cx="5499100" cy="4529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C6037A4B-07A2-4657-B84B-A01F17A3EA24}"/>
              </a:ext>
            </a:extLst>
          </p:cNvPr>
          <p:cNvSpPr>
            <a:spLocks noGrp="1" noRot="1" noChangeAspect="1" noChangeArrowheads="1" noTextEdit="1"/>
          </p:cNvSpPr>
          <p:nvPr>
            <p:ph type="sldImg"/>
          </p:nvPr>
        </p:nvSpPr>
        <p:spPr>
          <a:xfrm>
            <a:off x="712788" y="754063"/>
            <a:ext cx="5449887" cy="3775075"/>
          </a:xfrm>
          <a:ln/>
        </p:spPr>
      </p:sp>
      <p:sp>
        <p:nvSpPr>
          <p:cNvPr id="91139" name="Rectangle 3">
            <a:extLst>
              <a:ext uri="{FF2B5EF4-FFF2-40B4-BE49-F238E27FC236}">
                <a16:creationId xmlns:a16="http://schemas.microsoft.com/office/drawing/2014/main" id="{145C583F-4C1F-4592-8128-63856245E99E}"/>
              </a:ext>
            </a:extLst>
          </p:cNvPr>
          <p:cNvSpPr>
            <a:spLocks noGrp="1" noChangeArrowheads="1"/>
          </p:cNvSpPr>
          <p:nvPr>
            <p:ph type="body" idx="1"/>
          </p:nvPr>
        </p:nvSpPr>
        <p:spPr>
          <a:xfrm>
            <a:off x="687388" y="4779963"/>
            <a:ext cx="5499100" cy="4529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DAF1F48E-93EF-4C8D-86B2-B279904B5029}"/>
              </a:ext>
            </a:extLst>
          </p:cNvPr>
          <p:cNvSpPr>
            <a:spLocks noGrp="1" noRot="1" noChangeAspect="1" noChangeArrowheads="1" noTextEdit="1"/>
          </p:cNvSpPr>
          <p:nvPr>
            <p:ph type="sldImg"/>
          </p:nvPr>
        </p:nvSpPr>
        <p:spPr>
          <a:xfrm>
            <a:off x="712788" y="754063"/>
            <a:ext cx="5449887" cy="3775075"/>
          </a:xfrm>
          <a:ln/>
        </p:spPr>
      </p:sp>
      <p:sp>
        <p:nvSpPr>
          <p:cNvPr id="95235" name="Rectangle 3">
            <a:extLst>
              <a:ext uri="{FF2B5EF4-FFF2-40B4-BE49-F238E27FC236}">
                <a16:creationId xmlns:a16="http://schemas.microsoft.com/office/drawing/2014/main" id="{7DB659C4-1E2A-4C0A-975E-61FA51C869BA}"/>
              </a:ext>
            </a:extLst>
          </p:cNvPr>
          <p:cNvSpPr>
            <a:spLocks noGrp="1" noChangeArrowheads="1"/>
          </p:cNvSpPr>
          <p:nvPr>
            <p:ph type="body" idx="1"/>
          </p:nvPr>
        </p:nvSpPr>
        <p:spPr>
          <a:xfrm>
            <a:off x="687388" y="4779963"/>
            <a:ext cx="5499100" cy="4529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85E311DC-A821-49F2-B22E-2E0A21807CA3}"/>
              </a:ext>
            </a:extLst>
          </p:cNvPr>
          <p:cNvSpPr>
            <a:spLocks noGrp="1" noRot="1" noChangeAspect="1" noChangeArrowheads="1" noTextEdit="1"/>
          </p:cNvSpPr>
          <p:nvPr>
            <p:ph type="sldImg"/>
          </p:nvPr>
        </p:nvSpPr>
        <p:spPr>
          <a:xfrm>
            <a:off x="712788" y="754063"/>
            <a:ext cx="5449887" cy="3775075"/>
          </a:xfrm>
          <a:ln/>
        </p:spPr>
      </p:sp>
      <p:sp>
        <p:nvSpPr>
          <p:cNvPr id="97283" name="Rectangle 3">
            <a:extLst>
              <a:ext uri="{FF2B5EF4-FFF2-40B4-BE49-F238E27FC236}">
                <a16:creationId xmlns:a16="http://schemas.microsoft.com/office/drawing/2014/main" id="{AEF55DC8-6A2C-4E55-9225-DE301750F104}"/>
              </a:ext>
            </a:extLst>
          </p:cNvPr>
          <p:cNvSpPr>
            <a:spLocks noGrp="1" noChangeArrowheads="1"/>
          </p:cNvSpPr>
          <p:nvPr>
            <p:ph type="body" idx="1"/>
          </p:nvPr>
        </p:nvSpPr>
        <p:spPr>
          <a:xfrm>
            <a:off x="687388" y="4779963"/>
            <a:ext cx="5499100" cy="4529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9A8D137F-8CD9-4208-BE82-C486F2F3B85C}"/>
              </a:ext>
            </a:extLst>
          </p:cNvPr>
          <p:cNvSpPr>
            <a:spLocks noGrp="1" noRot="1" noChangeAspect="1" noChangeArrowheads="1" noTextEdit="1"/>
          </p:cNvSpPr>
          <p:nvPr>
            <p:ph type="sldImg"/>
          </p:nvPr>
        </p:nvSpPr>
        <p:spPr>
          <a:xfrm>
            <a:off x="712788" y="754063"/>
            <a:ext cx="5449887" cy="3775075"/>
          </a:xfrm>
          <a:ln/>
        </p:spPr>
      </p:sp>
      <p:sp>
        <p:nvSpPr>
          <p:cNvPr id="99331" name="Rectangle 3">
            <a:extLst>
              <a:ext uri="{FF2B5EF4-FFF2-40B4-BE49-F238E27FC236}">
                <a16:creationId xmlns:a16="http://schemas.microsoft.com/office/drawing/2014/main" id="{6BA5C87A-5FC7-4281-BACB-535DED8E8724}"/>
              </a:ext>
            </a:extLst>
          </p:cNvPr>
          <p:cNvSpPr>
            <a:spLocks noGrp="1" noChangeArrowheads="1"/>
          </p:cNvSpPr>
          <p:nvPr>
            <p:ph type="body" idx="1"/>
          </p:nvPr>
        </p:nvSpPr>
        <p:spPr>
          <a:xfrm>
            <a:off x="687388" y="4779963"/>
            <a:ext cx="5499100" cy="4529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E43F2CA6-8DEA-4131-B28F-3490A95E0B5C}"/>
              </a:ext>
            </a:extLst>
          </p:cNvPr>
          <p:cNvSpPr>
            <a:spLocks noGrp="1" noRot="1" noChangeAspect="1" noChangeArrowheads="1" noTextEdit="1"/>
          </p:cNvSpPr>
          <p:nvPr>
            <p:ph type="sldImg"/>
          </p:nvPr>
        </p:nvSpPr>
        <p:spPr>
          <a:xfrm>
            <a:off x="712788" y="754063"/>
            <a:ext cx="5449887" cy="3775075"/>
          </a:xfrm>
          <a:ln/>
        </p:spPr>
      </p:sp>
      <p:sp>
        <p:nvSpPr>
          <p:cNvPr id="101379" name="Rectangle 3">
            <a:extLst>
              <a:ext uri="{FF2B5EF4-FFF2-40B4-BE49-F238E27FC236}">
                <a16:creationId xmlns:a16="http://schemas.microsoft.com/office/drawing/2014/main" id="{08040852-4D63-4369-B83D-2D280490E999}"/>
              </a:ext>
            </a:extLst>
          </p:cNvPr>
          <p:cNvSpPr>
            <a:spLocks noGrp="1" noChangeArrowheads="1"/>
          </p:cNvSpPr>
          <p:nvPr>
            <p:ph type="body" idx="1"/>
          </p:nvPr>
        </p:nvSpPr>
        <p:spPr>
          <a:xfrm>
            <a:off x="687388" y="4779963"/>
            <a:ext cx="5499100" cy="4529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140DEE28-0E64-44B7-AF1A-0B763EADB861}"/>
              </a:ext>
            </a:extLst>
          </p:cNvPr>
          <p:cNvSpPr>
            <a:spLocks noGrp="1" noRot="1" noChangeAspect="1" noChangeArrowheads="1" noTextEdit="1"/>
          </p:cNvSpPr>
          <p:nvPr>
            <p:ph type="sldImg"/>
          </p:nvPr>
        </p:nvSpPr>
        <p:spPr>
          <a:xfrm>
            <a:off x="712788" y="754063"/>
            <a:ext cx="5449887" cy="3775075"/>
          </a:xfrm>
          <a:ln/>
        </p:spPr>
      </p:sp>
      <p:sp>
        <p:nvSpPr>
          <p:cNvPr id="103427" name="Rectangle 3">
            <a:extLst>
              <a:ext uri="{FF2B5EF4-FFF2-40B4-BE49-F238E27FC236}">
                <a16:creationId xmlns:a16="http://schemas.microsoft.com/office/drawing/2014/main" id="{F5F33432-D4E2-46B4-A058-E2C257ECA15C}"/>
              </a:ext>
            </a:extLst>
          </p:cNvPr>
          <p:cNvSpPr>
            <a:spLocks noGrp="1" noChangeArrowheads="1"/>
          </p:cNvSpPr>
          <p:nvPr>
            <p:ph type="body" idx="1"/>
          </p:nvPr>
        </p:nvSpPr>
        <p:spPr>
          <a:xfrm>
            <a:off x="687388" y="4779963"/>
            <a:ext cx="5499100" cy="4529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F2546F16-2256-46B4-BB34-83342D79FD46}"/>
              </a:ext>
            </a:extLst>
          </p:cNvPr>
          <p:cNvSpPr>
            <a:spLocks noGrp="1" noRot="1" noChangeAspect="1" noChangeArrowheads="1" noTextEdit="1"/>
          </p:cNvSpPr>
          <p:nvPr>
            <p:ph type="sldImg"/>
          </p:nvPr>
        </p:nvSpPr>
        <p:spPr>
          <a:xfrm>
            <a:off x="712788" y="754063"/>
            <a:ext cx="5449887" cy="3775075"/>
          </a:xfrm>
          <a:ln/>
        </p:spPr>
      </p:sp>
      <p:sp>
        <p:nvSpPr>
          <p:cNvPr id="105475" name="Rectangle 3">
            <a:extLst>
              <a:ext uri="{FF2B5EF4-FFF2-40B4-BE49-F238E27FC236}">
                <a16:creationId xmlns:a16="http://schemas.microsoft.com/office/drawing/2014/main" id="{090ECC38-76C9-4622-9F8F-F08825EFC276}"/>
              </a:ext>
            </a:extLst>
          </p:cNvPr>
          <p:cNvSpPr>
            <a:spLocks noGrp="1" noChangeArrowheads="1"/>
          </p:cNvSpPr>
          <p:nvPr>
            <p:ph type="body" idx="1"/>
          </p:nvPr>
        </p:nvSpPr>
        <p:spPr>
          <a:xfrm>
            <a:off x="687388" y="4779963"/>
            <a:ext cx="5499100" cy="4529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35886025-B21B-4507-AAF2-8FA5E860AF61}"/>
              </a:ext>
            </a:extLst>
          </p:cNvPr>
          <p:cNvSpPr>
            <a:spLocks noGrp="1" noRot="1" noChangeAspect="1" noChangeArrowheads="1" noTextEdit="1"/>
          </p:cNvSpPr>
          <p:nvPr>
            <p:ph type="sldImg"/>
          </p:nvPr>
        </p:nvSpPr>
        <p:spPr>
          <a:xfrm>
            <a:off x="712788" y="754063"/>
            <a:ext cx="5449887" cy="3775075"/>
          </a:xfrm>
          <a:ln/>
        </p:spPr>
      </p:sp>
      <p:sp>
        <p:nvSpPr>
          <p:cNvPr id="107523" name="Rectangle 3">
            <a:extLst>
              <a:ext uri="{FF2B5EF4-FFF2-40B4-BE49-F238E27FC236}">
                <a16:creationId xmlns:a16="http://schemas.microsoft.com/office/drawing/2014/main" id="{94336C47-4FA3-453E-AC61-1326569E9B0F}"/>
              </a:ext>
            </a:extLst>
          </p:cNvPr>
          <p:cNvSpPr>
            <a:spLocks noGrp="1" noChangeArrowheads="1"/>
          </p:cNvSpPr>
          <p:nvPr>
            <p:ph type="body" idx="1"/>
          </p:nvPr>
        </p:nvSpPr>
        <p:spPr>
          <a:xfrm>
            <a:off x="687388" y="4779963"/>
            <a:ext cx="5499100" cy="4529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8ACEAE0B-FACB-4145-8387-D1BB56EE7D45}"/>
              </a:ext>
            </a:extLst>
          </p:cNvPr>
          <p:cNvSpPr>
            <a:spLocks noGrp="1" noRot="1" noChangeAspect="1" noChangeArrowheads="1" noTextEdit="1"/>
          </p:cNvSpPr>
          <p:nvPr>
            <p:ph type="sldImg"/>
          </p:nvPr>
        </p:nvSpPr>
        <p:spPr>
          <a:xfrm>
            <a:off x="712788" y="754063"/>
            <a:ext cx="5449887" cy="3775075"/>
          </a:xfrm>
          <a:ln/>
        </p:spPr>
      </p:sp>
      <p:sp>
        <p:nvSpPr>
          <p:cNvPr id="109571" name="Rectangle 3">
            <a:extLst>
              <a:ext uri="{FF2B5EF4-FFF2-40B4-BE49-F238E27FC236}">
                <a16:creationId xmlns:a16="http://schemas.microsoft.com/office/drawing/2014/main" id="{7AFC9C51-0A99-4EF5-BDFA-60058EA9CAAA}"/>
              </a:ext>
            </a:extLst>
          </p:cNvPr>
          <p:cNvSpPr>
            <a:spLocks noGrp="1" noChangeArrowheads="1"/>
          </p:cNvSpPr>
          <p:nvPr>
            <p:ph type="body" idx="1"/>
          </p:nvPr>
        </p:nvSpPr>
        <p:spPr>
          <a:xfrm>
            <a:off x="687388" y="4779963"/>
            <a:ext cx="5499100" cy="4529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2C503AE7-9BC3-4C7C-A845-292BA80F25F7}"/>
              </a:ext>
            </a:extLst>
          </p:cNvPr>
          <p:cNvSpPr>
            <a:spLocks noGrp="1" noRot="1" noChangeAspect="1" noChangeArrowheads="1" noTextEdit="1"/>
          </p:cNvSpPr>
          <p:nvPr>
            <p:ph type="sldImg"/>
          </p:nvPr>
        </p:nvSpPr>
        <p:spPr>
          <a:xfrm>
            <a:off x="712788" y="754063"/>
            <a:ext cx="5449887" cy="3775075"/>
          </a:xfrm>
          <a:ln/>
        </p:spPr>
      </p:sp>
      <p:sp>
        <p:nvSpPr>
          <p:cNvPr id="111619" name="Rectangle 3">
            <a:extLst>
              <a:ext uri="{FF2B5EF4-FFF2-40B4-BE49-F238E27FC236}">
                <a16:creationId xmlns:a16="http://schemas.microsoft.com/office/drawing/2014/main" id="{10E6AF3C-B390-47DF-96D3-0DCA33B43C3E}"/>
              </a:ext>
            </a:extLst>
          </p:cNvPr>
          <p:cNvSpPr>
            <a:spLocks noGrp="1" noChangeArrowheads="1"/>
          </p:cNvSpPr>
          <p:nvPr>
            <p:ph type="body" idx="1"/>
          </p:nvPr>
        </p:nvSpPr>
        <p:spPr>
          <a:xfrm>
            <a:off x="687388" y="4779963"/>
            <a:ext cx="5499100" cy="4529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5B43575A-C5D6-402E-8B30-78574F757C3A}"/>
              </a:ext>
            </a:extLst>
          </p:cNvPr>
          <p:cNvSpPr>
            <a:spLocks noGrp="1" noRot="1" noChangeAspect="1" noChangeArrowheads="1" noTextEdit="1"/>
          </p:cNvSpPr>
          <p:nvPr>
            <p:ph type="sldImg"/>
          </p:nvPr>
        </p:nvSpPr>
        <p:spPr>
          <a:xfrm>
            <a:off x="712788" y="754063"/>
            <a:ext cx="5449887" cy="3775075"/>
          </a:xfrm>
          <a:ln/>
        </p:spPr>
      </p:sp>
      <p:sp>
        <p:nvSpPr>
          <p:cNvPr id="113667" name="Rectangle 3">
            <a:extLst>
              <a:ext uri="{FF2B5EF4-FFF2-40B4-BE49-F238E27FC236}">
                <a16:creationId xmlns:a16="http://schemas.microsoft.com/office/drawing/2014/main" id="{66FC184B-FA45-42C0-BE71-495F769C2898}"/>
              </a:ext>
            </a:extLst>
          </p:cNvPr>
          <p:cNvSpPr>
            <a:spLocks noGrp="1" noChangeArrowheads="1"/>
          </p:cNvSpPr>
          <p:nvPr>
            <p:ph type="body" idx="1"/>
          </p:nvPr>
        </p:nvSpPr>
        <p:spPr>
          <a:xfrm>
            <a:off x="687388" y="4779963"/>
            <a:ext cx="5499100" cy="4529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5E9E829B-0A2E-43FB-90C7-8F28C57B5530}"/>
              </a:ext>
            </a:extLst>
          </p:cNvPr>
          <p:cNvSpPr>
            <a:spLocks noGrp="1" noRot="1" noChangeAspect="1" noChangeArrowheads="1" noTextEdit="1"/>
          </p:cNvSpPr>
          <p:nvPr>
            <p:ph type="sldImg"/>
          </p:nvPr>
        </p:nvSpPr>
        <p:spPr>
          <a:xfrm>
            <a:off x="712788" y="754063"/>
            <a:ext cx="5449887" cy="3775075"/>
          </a:xfrm>
          <a:ln/>
        </p:spPr>
      </p:sp>
      <p:sp>
        <p:nvSpPr>
          <p:cNvPr id="115715" name="Rectangle 3">
            <a:extLst>
              <a:ext uri="{FF2B5EF4-FFF2-40B4-BE49-F238E27FC236}">
                <a16:creationId xmlns:a16="http://schemas.microsoft.com/office/drawing/2014/main" id="{51FF0B3D-C291-4F31-BED5-2CB53CFE6953}"/>
              </a:ext>
            </a:extLst>
          </p:cNvPr>
          <p:cNvSpPr>
            <a:spLocks noGrp="1" noChangeArrowheads="1"/>
          </p:cNvSpPr>
          <p:nvPr>
            <p:ph type="body" idx="1"/>
          </p:nvPr>
        </p:nvSpPr>
        <p:spPr>
          <a:xfrm>
            <a:off x="687388" y="4779963"/>
            <a:ext cx="5499100" cy="4529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a:extLst>
              <a:ext uri="{FF2B5EF4-FFF2-40B4-BE49-F238E27FC236}">
                <a16:creationId xmlns:a16="http://schemas.microsoft.com/office/drawing/2014/main" id="{706701D6-13F4-48AE-B93F-2D5B5F1556EA}"/>
              </a:ext>
            </a:extLst>
          </p:cNvPr>
          <p:cNvSpPr>
            <a:spLocks noGrp="1" noRot="1" noChangeAspect="1" noChangeArrowheads="1" noTextEdit="1"/>
          </p:cNvSpPr>
          <p:nvPr>
            <p:ph type="sldImg"/>
          </p:nvPr>
        </p:nvSpPr>
        <p:spPr>
          <a:xfrm>
            <a:off x="712788" y="754063"/>
            <a:ext cx="5449887" cy="3775075"/>
          </a:xfrm>
          <a:ln/>
        </p:spPr>
      </p:sp>
      <p:sp>
        <p:nvSpPr>
          <p:cNvPr id="117763" name="Rectangle 3">
            <a:extLst>
              <a:ext uri="{FF2B5EF4-FFF2-40B4-BE49-F238E27FC236}">
                <a16:creationId xmlns:a16="http://schemas.microsoft.com/office/drawing/2014/main" id="{E129786D-A74A-4FD9-8D10-A129DFB156F8}"/>
              </a:ext>
            </a:extLst>
          </p:cNvPr>
          <p:cNvSpPr>
            <a:spLocks noGrp="1" noChangeArrowheads="1"/>
          </p:cNvSpPr>
          <p:nvPr>
            <p:ph type="body" idx="1"/>
          </p:nvPr>
        </p:nvSpPr>
        <p:spPr>
          <a:xfrm>
            <a:off x="687388" y="4779963"/>
            <a:ext cx="5499100" cy="4529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a:extLst>
              <a:ext uri="{FF2B5EF4-FFF2-40B4-BE49-F238E27FC236}">
                <a16:creationId xmlns:a16="http://schemas.microsoft.com/office/drawing/2014/main" id="{E8210140-3698-4362-B1B7-301876FEA972}"/>
              </a:ext>
            </a:extLst>
          </p:cNvPr>
          <p:cNvSpPr>
            <a:spLocks noGrp="1" noRot="1" noChangeAspect="1" noChangeArrowheads="1" noTextEdit="1"/>
          </p:cNvSpPr>
          <p:nvPr>
            <p:ph type="sldImg"/>
          </p:nvPr>
        </p:nvSpPr>
        <p:spPr>
          <a:xfrm>
            <a:off x="712788" y="754063"/>
            <a:ext cx="5449887" cy="3775075"/>
          </a:xfrm>
          <a:ln/>
        </p:spPr>
      </p:sp>
      <p:sp>
        <p:nvSpPr>
          <p:cNvPr id="119811" name="Rectangle 3">
            <a:extLst>
              <a:ext uri="{FF2B5EF4-FFF2-40B4-BE49-F238E27FC236}">
                <a16:creationId xmlns:a16="http://schemas.microsoft.com/office/drawing/2014/main" id="{35F3D029-B70C-429F-9740-4D6BB78A2ED4}"/>
              </a:ext>
            </a:extLst>
          </p:cNvPr>
          <p:cNvSpPr>
            <a:spLocks noGrp="1" noChangeArrowheads="1"/>
          </p:cNvSpPr>
          <p:nvPr>
            <p:ph type="body" idx="1"/>
          </p:nvPr>
        </p:nvSpPr>
        <p:spPr>
          <a:xfrm>
            <a:off x="687388" y="4779963"/>
            <a:ext cx="5499100" cy="4529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a:extLst>
              <a:ext uri="{FF2B5EF4-FFF2-40B4-BE49-F238E27FC236}">
                <a16:creationId xmlns:a16="http://schemas.microsoft.com/office/drawing/2014/main" id="{3168AEBE-AADC-4291-9847-5FB0EF27145A}"/>
              </a:ext>
            </a:extLst>
          </p:cNvPr>
          <p:cNvSpPr>
            <a:spLocks noGrp="1" noRot="1" noChangeAspect="1" noChangeArrowheads="1" noTextEdit="1"/>
          </p:cNvSpPr>
          <p:nvPr>
            <p:ph type="sldImg"/>
          </p:nvPr>
        </p:nvSpPr>
        <p:spPr>
          <a:xfrm>
            <a:off x="712788" y="754063"/>
            <a:ext cx="5449887" cy="3775075"/>
          </a:xfrm>
          <a:ln/>
        </p:spPr>
      </p:sp>
      <p:sp>
        <p:nvSpPr>
          <p:cNvPr id="121859" name="Rectangle 3">
            <a:extLst>
              <a:ext uri="{FF2B5EF4-FFF2-40B4-BE49-F238E27FC236}">
                <a16:creationId xmlns:a16="http://schemas.microsoft.com/office/drawing/2014/main" id="{2CAC5337-2CAF-4E3C-AE27-A4C43FB847F7}"/>
              </a:ext>
            </a:extLst>
          </p:cNvPr>
          <p:cNvSpPr>
            <a:spLocks noGrp="1" noChangeArrowheads="1"/>
          </p:cNvSpPr>
          <p:nvPr>
            <p:ph type="body" idx="1"/>
          </p:nvPr>
        </p:nvSpPr>
        <p:spPr>
          <a:xfrm>
            <a:off x="687388" y="4779963"/>
            <a:ext cx="5499100" cy="4529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a:extLst>
              <a:ext uri="{FF2B5EF4-FFF2-40B4-BE49-F238E27FC236}">
                <a16:creationId xmlns:a16="http://schemas.microsoft.com/office/drawing/2014/main" id="{8F5E7DFD-7428-47CD-AEB9-14989E614A2B}"/>
              </a:ext>
            </a:extLst>
          </p:cNvPr>
          <p:cNvSpPr>
            <a:spLocks noGrp="1" noRot="1" noChangeAspect="1" noChangeArrowheads="1" noTextEdit="1"/>
          </p:cNvSpPr>
          <p:nvPr>
            <p:ph type="sldImg"/>
          </p:nvPr>
        </p:nvSpPr>
        <p:spPr>
          <a:xfrm>
            <a:off x="712788" y="754063"/>
            <a:ext cx="5449887" cy="3775075"/>
          </a:xfrm>
          <a:ln/>
        </p:spPr>
      </p:sp>
      <p:sp>
        <p:nvSpPr>
          <p:cNvPr id="123907" name="Rectangle 3">
            <a:extLst>
              <a:ext uri="{FF2B5EF4-FFF2-40B4-BE49-F238E27FC236}">
                <a16:creationId xmlns:a16="http://schemas.microsoft.com/office/drawing/2014/main" id="{0D079969-16CB-42FD-A0B2-2CB15587F479}"/>
              </a:ext>
            </a:extLst>
          </p:cNvPr>
          <p:cNvSpPr>
            <a:spLocks noGrp="1" noChangeArrowheads="1"/>
          </p:cNvSpPr>
          <p:nvPr>
            <p:ph type="body" idx="1"/>
          </p:nvPr>
        </p:nvSpPr>
        <p:spPr>
          <a:xfrm>
            <a:off x="687388" y="4779963"/>
            <a:ext cx="5499100" cy="4529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a:extLst>
              <a:ext uri="{FF2B5EF4-FFF2-40B4-BE49-F238E27FC236}">
                <a16:creationId xmlns:a16="http://schemas.microsoft.com/office/drawing/2014/main" id="{D2BBB072-8425-425A-85EA-08679872DB68}"/>
              </a:ext>
            </a:extLst>
          </p:cNvPr>
          <p:cNvSpPr>
            <a:spLocks noGrp="1" noRot="1" noChangeAspect="1" noChangeArrowheads="1" noTextEdit="1"/>
          </p:cNvSpPr>
          <p:nvPr>
            <p:ph type="sldImg"/>
          </p:nvPr>
        </p:nvSpPr>
        <p:spPr>
          <a:xfrm>
            <a:off x="712788" y="754063"/>
            <a:ext cx="5449887" cy="3775075"/>
          </a:xfrm>
          <a:ln/>
        </p:spPr>
      </p:sp>
      <p:sp>
        <p:nvSpPr>
          <p:cNvPr id="126979" name="Rectangle 3">
            <a:extLst>
              <a:ext uri="{FF2B5EF4-FFF2-40B4-BE49-F238E27FC236}">
                <a16:creationId xmlns:a16="http://schemas.microsoft.com/office/drawing/2014/main" id="{96E7DDC9-1B32-45D1-8F2F-F6B0561539A4}"/>
              </a:ext>
            </a:extLst>
          </p:cNvPr>
          <p:cNvSpPr>
            <a:spLocks noGrp="1" noChangeArrowheads="1"/>
          </p:cNvSpPr>
          <p:nvPr>
            <p:ph type="body" idx="1"/>
          </p:nvPr>
        </p:nvSpPr>
        <p:spPr>
          <a:xfrm>
            <a:off x="687388" y="4779963"/>
            <a:ext cx="5499100" cy="4529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a:extLst>
              <a:ext uri="{FF2B5EF4-FFF2-40B4-BE49-F238E27FC236}">
                <a16:creationId xmlns:a16="http://schemas.microsoft.com/office/drawing/2014/main" id="{BFA82E0C-8BBF-448F-9A7F-F65C4E8BB75C}"/>
              </a:ext>
            </a:extLst>
          </p:cNvPr>
          <p:cNvSpPr>
            <a:spLocks noGrp="1" noRot="1" noChangeAspect="1" noChangeArrowheads="1" noTextEdit="1"/>
          </p:cNvSpPr>
          <p:nvPr>
            <p:ph type="sldImg"/>
          </p:nvPr>
        </p:nvSpPr>
        <p:spPr>
          <a:xfrm>
            <a:off x="712788" y="754063"/>
            <a:ext cx="5449887" cy="3775075"/>
          </a:xfrm>
          <a:ln/>
        </p:spPr>
      </p:sp>
      <p:sp>
        <p:nvSpPr>
          <p:cNvPr id="129027" name="Rectangle 3">
            <a:extLst>
              <a:ext uri="{FF2B5EF4-FFF2-40B4-BE49-F238E27FC236}">
                <a16:creationId xmlns:a16="http://schemas.microsoft.com/office/drawing/2014/main" id="{05802FD3-E0D2-4835-AA7A-ABCC11663DDE}"/>
              </a:ext>
            </a:extLst>
          </p:cNvPr>
          <p:cNvSpPr>
            <a:spLocks noGrp="1" noChangeArrowheads="1"/>
          </p:cNvSpPr>
          <p:nvPr>
            <p:ph type="body" idx="1"/>
          </p:nvPr>
        </p:nvSpPr>
        <p:spPr>
          <a:xfrm>
            <a:off x="687388" y="4779963"/>
            <a:ext cx="5499100" cy="4529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a:extLst>
              <a:ext uri="{FF2B5EF4-FFF2-40B4-BE49-F238E27FC236}">
                <a16:creationId xmlns:a16="http://schemas.microsoft.com/office/drawing/2014/main" id="{C34D3321-758B-4661-8422-CC09AC7B2E79}"/>
              </a:ext>
            </a:extLst>
          </p:cNvPr>
          <p:cNvSpPr>
            <a:spLocks noGrp="1" noRot="1" noChangeAspect="1" noChangeArrowheads="1" noTextEdit="1"/>
          </p:cNvSpPr>
          <p:nvPr>
            <p:ph type="sldImg"/>
          </p:nvPr>
        </p:nvSpPr>
        <p:spPr>
          <a:xfrm>
            <a:off x="712788" y="754063"/>
            <a:ext cx="5449887" cy="3775075"/>
          </a:xfrm>
          <a:ln/>
        </p:spPr>
      </p:sp>
      <p:sp>
        <p:nvSpPr>
          <p:cNvPr id="140291" name="Rectangle 3">
            <a:extLst>
              <a:ext uri="{FF2B5EF4-FFF2-40B4-BE49-F238E27FC236}">
                <a16:creationId xmlns:a16="http://schemas.microsoft.com/office/drawing/2014/main" id="{8098912A-5592-452A-80C9-E07F73F609F5}"/>
              </a:ext>
            </a:extLst>
          </p:cNvPr>
          <p:cNvSpPr>
            <a:spLocks noGrp="1" noChangeArrowheads="1"/>
          </p:cNvSpPr>
          <p:nvPr>
            <p:ph type="body" idx="1"/>
          </p:nvPr>
        </p:nvSpPr>
        <p:spPr>
          <a:xfrm>
            <a:off x="687388" y="4779963"/>
            <a:ext cx="5499100" cy="45291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a:extLst>
              <a:ext uri="{FF2B5EF4-FFF2-40B4-BE49-F238E27FC236}">
                <a16:creationId xmlns:a16="http://schemas.microsoft.com/office/drawing/2014/main" id="{17470FC8-D371-4C33-8CC1-029D8AC679D5}"/>
              </a:ext>
            </a:extLst>
          </p:cNvPr>
          <p:cNvSpPr>
            <a:spLocks noGrp="1" noRot="1" noChangeAspect="1" noChangeArrowheads="1" noTextEdit="1"/>
          </p:cNvSpPr>
          <p:nvPr>
            <p:ph type="sldImg"/>
          </p:nvPr>
        </p:nvSpPr>
        <p:spPr>
          <a:xfrm>
            <a:off x="712788" y="755650"/>
            <a:ext cx="5449887" cy="3773488"/>
          </a:xfrm>
          <a:ln/>
        </p:spPr>
      </p:sp>
      <p:sp>
        <p:nvSpPr>
          <p:cNvPr id="142339" name="Rectangle 3">
            <a:extLst>
              <a:ext uri="{FF2B5EF4-FFF2-40B4-BE49-F238E27FC236}">
                <a16:creationId xmlns:a16="http://schemas.microsoft.com/office/drawing/2014/main" id="{13A301B8-8FE6-4FE8-BFE0-EF7DDA443105}"/>
              </a:ext>
            </a:extLst>
          </p:cNvPr>
          <p:cNvSpPr>
            <a:spLocks noGrp="1" noChangeArrowheads="1"/>
          </p:cNvSpPr>
          <p:nvPr>
            <p:ph type="body" idx="1"/>
          </p:nvPr>
        </p:nvSpPr>
        <p:spPr>
          <a:xfrm>
            <a:off x="687388" y="4781550"/>
            <a:ext cx="5499100" cy="45259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a:extLst>
              <a:ext uri="{FF2B5EF4-FFF2-40B4-BE49-F238E27FC236}">
                <a16:creationId xmlns:a16="http://schemas.microsoft.com/office/drawing/2014/main" id="{EB14D5EC-8E1C-4C61-A93C-DD1A720769EC}"/>
              </a:ext>
            </a:extLst>
          </p:cNvPr>
          <p:cNvSpPr>
            <a:spLocks noGrp="1" noRot="1" noChangeAspect="1" noChangeArrowheads="1" noTextEdit="1"/>
          </p:cNvSpPr>
          <p:nvPr>
            <p:ph type="sldImg"/>
          </p:nvPr>
        </p:nvSpPr>
        <p:spPr>
          <a:xfrm>
            <a:off x="712788" y="755650"/>
            <a:ext cx="5449887" cy="3773488"/>
          </a:xfrm>
          <a:ln/>
        </p:spPr>
      </p:sp>
      <p:sp>
        <p:nvSpPr>
          <p:cNvPr id="144387" name="Rectangle 3">
            <a:extLst>
              <a:ext uri="{FF2B5EF4-FFF2-40B4-BE49-F238E27FC236}">
                <a16:creationId xmlns:a16="http://schemas.microsoft.com/office/drawing/2014/main" id="{9D9124F0-06B7-4294-BA3C-A475E126AF87}"/>
              </a:ext>
            </a:extLst>
          </p:cNvPr>
          <p:cNvSpPr>
            <a:spLocks noGrp="1" noChangeArrowheads="1"/>
          </p:cNvSpPr>
          <p:nvPr>
            <p:ph type="body" idx="1"/>
          </p:nvPr>
        </p:nvSpPr>
        <p:spPr>
          <a:xfrm>
            <a:off x="687388" y="4781550"/>
            <a:ext cx="5499100" cy="45259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a:extLst>
              <a:ext uri="{FF2B5EF4-FFF2-40B4-BE49-F238E27FC236}">
                <a16:creationId xmlns:a16="http://schemas.microsoft.com/office/drawing/2014/main" id="{EC926FFA-3726-4D0D-A63B-7A48474241CA}"/>
              </a:ext>
            </a:extLst>
          </p:cNvPr>
          <p:cNvSpPr>
            <a:spLocks noGrp="1" noRot="1" noChangeAspect="1" noChangeArrowheads="1" noTextEdit="1"/>
          </p:cNvSpPr>
          <p:nvPr>
            <p:ph type="sldImg"/>
          </p:nvPr>
        </p:nvSpPr>
        <p:spPr>
          <a:xfrm>
            <a:off x="712788" y="755650"/>
            <a:ext cx="5449887" cy="3773488"/>
          </a:xfrm>
          <a:ln/>
        </p:spPr>
      </p:sp>
      <p:sp>
        <p:nvSpPr>
          <p:cNvPr id="146435" name="Rectangle 3">
            <a:extLst>
              <a:ext uri="{FF2B5EF4-FFF2-40B4-BE49-F238E27FC236}">
                <a16:creationId xmlns:a16="http://schemas.microsoft.com/office/drawing/2014/main" id="{27F656F2-EF11-4C11-92F1-FA23FB10C320}"/>
              </a:ext>
            </a:extLst>
          </p:cNvPr>
          <p:cNvSpPr>
            <a:spLocks noGrp="1" noChangeArrowheads="1"/>
          </p:cNvSpPr>
          <p:nvPr>
            <p:ph type="body" idx="1"/>
          </p:nvPr>
        </p:nvSpPr>
        <p:spPr>
          <a:xfrm>
            <a:off x="687388" y="4781550"/>
            <a:ext cx="5499100" cy="45259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a:extLst>
              <a:ext uri="{FF2B5EF4-FFF2-40B4-BE49-F238E27FC236}">
                <a16:creationId xmlns:a16="http://schemas.microsoft.com/office/drawing/2014/main" id="{86EE54CE-FFC0-4FF8-9BAC-C0EF3AC8B4DE}"/>
              </a:ext>
            </a:extLst>
          </p:cNvPr>
          <p:cNvSpPr>
            <a:spLocks noGrp="1" noRot="1" noChangeAspect="1" noChangeArrowheads="1" noTextEdit="1"/>
          </p:cNvSpPr>
          <p:nvPr>
            <p:ph type="sldImg"/>
          </p:nvPr>
        </p:nvSpPr>
        <p:spPr>
          <a:xfrm>
            <a:off x="712788" y="755650"/>
            <a:ext cx="5449887" cy="3773488"/>
          </a:xfrm>
          <a:ln/>
        </p:spPr>
      </p:sp>
      <p:sp>
        <p:nvSpPr>
          <p:cNvPr id="148483" name="Rectangle 3">
            <a:extLst>
              <a:ext uri="{FF2B5EF4-FFF2-40B4-BE49-F238E27FC236}">
                <a16:creationId xmlns:a16="http://schemas.microsoft.com/office/drawing/2014/main" id="{3DB1BDBA-261B-40FF-AB69-E3919295E66C}"/>
              </a:ext>
            </a:extLst>
          </p:cNvPr>
          <p:cNvSpPr>
            <a:spLocks noGrp="1" noChangeArrowheads="1"/>
          </p:cNvSpPr>
          <p:nvPr>
            <p:ph type="body" idx="1"/>
          </p:nvPr>
        </p:nvSpPr>
        <p:spPr>
          <a:xfrm>
            <a:off x="687388" y="4781550"/>
            <a:ext cx="5499100" cy="45259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a:extLst>
              <a:ext uri="{FF2B5EF4-FFF2-40B4-BE49-F238E27FC236}">
                <a16:creationId xmlns:a16="http://schemas.microsoft.com/office/drawing/2014/main" id="{BC5AEA4A-662F-47E9-A856-C2B6D16300B5}"/>
              </a:ext>
            </a:extLst>
          </p:cNvPr>
          <p:cNvSpPr>
            <a:spLocks noGrp="1" noRot="1" noChangeAspect="1" noChangeArrowheads="1" noTextEdit="1"/>
          </p:cNvSpPr>
          <p:nvPr>
            <p:ph type="sldImg"/>
          </p:nvPr>
        </p:nvSpPr>
        <p:spPr>
          <a:xfrm>
            <a:off x="712788" y="755650"/>
            <a:ext cx="5449887" cy="3773488"/>
          </a:xfrm>
          <a:ln/>
        </p:spPr>
      </p:sp>
      <p:sp>
        <p:nvSpPr>
          <p:cNvPr id="150531" name="Rectangle 3">
            <a:extLst>
              <a:ext uri="{FF2B5EF4-FFF2-40B4-BE49-F238E27FC236}">
                <a16:creationId xmlns:a16="http://schemas.microsoft.com/office/drawing/2014/main" id="{9746AA8D-AD8D-4B10-A729-45145935A36D}"/>
              </a:ext>
            </a:extLst>
          </p:cNvPr>
          <p:cNvSpPr>
            <a:spLocks noGrp="1" noChangeArrowheads="1"/>
          </p:cNvSpPr>
          <p:nvPr>
            <p:ph type="body" idx="1"/>
          </p:nvPr>
        </p:nvSpPr>
        <p:spPr>
          <a:xfrm>
            <a:off x="687388" y="4781550"/>
            <a:ext cx="5499100" cy="45259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a:extLst>
              <a:ext uri="{FF2B5EF4-FFF2-40B4-BE49-F238E27FC236}">
                <a16:creationId xmlns:a16="http://schemas.microsoft.com/office/drawing/2014/main" id="{50D2C80E-B470-4A96-AED7-6B16B291AB02}"/>
              </a:ext>
            </a:extLst>
          </p:cNvPr>
          <p:cNvSpPr>
            <a:spLocks noGrp="1" noRot="1" noChangeAspect="1" noChangeArrowheads="1" noTextEdit="1"/>
          </p:cNvSpPr>
          <p:nvPr>
            <p:ph type="sldImg"/>
          </p:nvPr>
        </p:nvSpPr>
        <p:spPr>
          <a:xfrm>
            <a:off x="712788" y="755650"/>
            <a:ext cx="5449887" cy="3773488"/>
          </a:xfrm>
          <a:ln/>
        </p:spPr>
      </p:sp>
      <p:sp>
        <p:nvSpPr>
          <p:cNvPr id="152579" name="Rectangle 3">
            <a:extLst>
              <a:ext uri="{FF2B5EF4-FFF2-40B4-BE49-F238E27FC236}">
                <a16:creationId xmlns:a16="http://schemas.microsoft.com/office/drawing/2014/main" id="{9C6FF618-2744-4806-A567-01EEB842D336}"/>
              </a:ext>
            </a:extLst>
          </p:cNvPr>
          <p:cNvSpPr>
            <a:spLocks noGrp="1" noChangeArrowheads="1"/>
          </p:cNvSpPr>
          <p:nvPr>
            <p:ph type="body" idx="1"/>
          </p:nvPr>
        </p:nvSpPr>
        <p:spPr>
          <a:xfrm>
            <a:off x="687388" y="4781550"/>
            <a:ext cx="5499100" cy="45259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a:extLst>
              <a:ext uri="{FF2B5EF4-FFF2-40B4-BE49-F238E27FC236}">
                <a16:creationId xmlns:a16="http://schemas.microsoft.com/office/drawing/2014/main" id="{9976D0F1-605F-4937-83E6-A56BE51E0866}"/>
              </a:ext>
            </a:extLst>
          </p:cNvPr>
          <p:cNvSpPr>
            <a:spLocks noGrp="1" noRot="1" noChangeAspect="1" noChangeArrowheads="1" noTextEdit="1"/>
          </p:cNvSpPr>
          <p:nvPr>
            <p:ph type="sldImg"/>
          </p:nvPr>
        </p:nvSpPr>
        <p:spPr>
          <a:xfrm>
            <a:off x="712788" y="755650"/>
            <a:ext cx="5449887" cy="3773488"/>
          </a:xfrm>
          <a:ln/>
        </p:spPr>
      </p:sp>
      <p:sp>
        <p:nvSpPr>
          <p:cNvPr id="154627" name="Rectangle 3">
            <a:extLst>
              <a:ext uri="{FF2B5EF4-FFF2-40B4-BE49-F238E27FC236}">
                <a16:creationId xmlns:a16="http://schemas.microsoft.com/office/drawing/2014/main" id="{441FE027-4A9B-40DD-A77A-F9670B6933A9}"/>
              </a:ext>
            </a:extLst>
          </p:cNvPr>
          <p:cNvSpPr>
            <a:spLocks noGrp="1" noChangeArrowheads="1"/>
          </p:cNvSpPr>
          <p:nvPr>
            <p:ph type="body" idx="1"/>
          </p:nvPr>
        </p:nvSpPr>
        <p:spPr>
          <a:xfrm>
            <a:off x="687388" y="4781550"/>
            <a:ext cx="5499100" cy="45259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a:extLst>
              <a:ext uri="{FF2B5EF4-FFF2-40B4-BE49-F238E27FC236}">
                <a16:creationId xmlns:a16="http://schemas.microsoft.com/office/drawing/2014/main" id="{F3ECF5EB-B360-4FBE-A204-5B0ACB8D4019}"/>
              </a:ext>
            </a:extLst>
          </p:cNvPr>
          <p:cNvSpPr>
            <a:spLocks noGrp="1" noRot="1" noChangeAspect="1" noChangeArrowheads="1" noTextEdit="1"/>
          </p:cNvSpPr>
          <p:nvPr>
            <p:ph type="sldImg"/>
          </p:nvPr>
        </p:nvSpPr>
        <p:spPr>
          <a:xfrm>
            <a:off x="712788" y="755650"/>
            <a:ext cx="5449887" cy="3773488"/>
          </a:xfrm>
          <a:ln/>
        </p:spPr>
      </p:sp>
      <p:sp>
        <p:nvSpPr>
          <p:cNvPr id="156675" name="Rectangle 3">
            <a:extLst>
              <a:ext uri="{FF2B5EF4-FFF2-40B4-BE49-F238E27FC236}">
                <a16:creationId xmlns:a16="http://schemas.microsoft.com/office/drawing/2014/main" id="{FBE92B62-A67B-4EB0-B453-7F17B18CC40D}"/>
              </a:ext>
            </a:extLst>
          </p:cNvPr>
          <p:cNvSpPr>
            <a:spLocks noGrp="1" noChangeArrowheads="1"/>
          </p:cNvSpPr>
          <p:nvPr>
            <p:ph type="body" idx="1"/>
          </p:nvPr>
        </p:nvSpPr>
        <p:spPr>
          <a:xfrm>
            <a:off x="687388" y="4781550"/>
            <a:ext cx="5499100" cy="45259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a:extLst>
              <a:ext uri="{FF2B5EF4-FFF2-40B4-BE49-F238E27FC236}">
                <a16:creationId xmlns:a16="http://schemas.microsoft.com/office/drawing/2014/main" id="{EA19A77B-FAC0-470B-9668-AF85CD32B09B}"/>
              </a:ext>
            </a:extLst>
          </p:cNvPr>
          <p:cNvSpPr>
            <a:spLocks noGrp="1" noRot="1" noChangeAspect="1" noChangeArrowheads="1" noTextEdit="1"/>
          </p:cNvSpPr>
          <p:nvPr>
            <p:ph type="sldImg"/>
          </p:nvPr>
        </p:nvSpPr>
        <p:spPr>
          <a:xfrm>
            <a:off x="712788" y="755650"/>
            <a:ext cx="5449887" cy="3773488"/>
          </a:xfrm>
          <a:ln/>
        </p:spPr>
      </p:sp>
      <p:sp>
        <p:nvSpPr>
          <p:cNvPr id="158723" name="Rectangle 3">
            <a:extLst>
              <a:ext uri="{FF2B5EF4-FFF2-40B4-BE49-F238E27FC236}">
                <a16:creationId xmlns:a16="http://schemas.microsoft.com/office/drawing/2014/main" id="{07228509-79C5-45DD-8C52-DB775710DBBD}"/>
              </a:ext>
            </a:extLst>
          </p:cNvPr>
          <p:cNvSpPr>
            <a:spLocks noGrp="1" noChangeArrowheads="1"/>
          </p:cNvSpPr>
          <p:nvPr>
            <p:ph type="body" idx="1"/>
          </p:nvPr>
        </p:nvSpPr>
        <p:spPr>
          <a:xfrm>
            <a:off x="687388" y="4781550"/>
            <a:ext cx="5499100" cy="45259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ea typeface="굴림" panose="020B0600000101010101" pitchFamily="34" charset="-127"/>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742950" y="2130425"/>
            <a:ext cx="8420100" cy="1470025"/>
          </a:xfrm>
        </p:spPr>
        <p:txBody>
          <a:bodyPr/>
          <a:lstStyle/>
          <a:p>
            <a:r>
              <a:rPr lang="ko-KR" altLang="en-US"/>
              <a:t>마스터 제목 스타일 편집</a:t>
            </a:r>
          </a:p>
        </p:txBody>
      </p:sp>
      <p:sp>
        <p:nvSpPr>
          <p:cNvPr id="3" name="부제목 2"/>
          <p:cNvSpPr>
            <a:spLocks noGrp="1"/>
          </p:cNvSpPr>
          <p:nvPr>
            <p:ph type="subTitle" idx="1"/>
          </p:nvPr>
        </p:nvSpPr>
        <p:spPr>
          <a:xfrm>
            <a:off x="1485900" y="3886200"/>
            <a:ext cx="69342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ko-KR" altLang="en-US"/>
              <a:t>마스터 부제목 스타일 편집</a:t>
            </a:r>
          </a:p>
        </p:txBody>
      </p:sp>
      <p:sp>
        <p:nvSpPr>
          <p:cNvPr id="4" name="Rectangle 2">
            <a:extLst>
              <a:ext uri="{FF2B5EF4-FFF2-40B4-BE49-F238E27FC236}">
                <a16:creationId xmlns:a16="http://schemas.microsoft.com/office/drawing/2014/main" id="{F4019014-BA6B-4546-8DA8-8C5EC57371D0}"/>
              </a:ext>
            </a:extLst>
          </p:cNvPr>
          <p:cNvSpPr>
            <a:spLocks noGrp="1" noChangeArrowheads="1"/>
          </p:cNvSpPr>
          <p:nvPr>
            <p:ph type="ftr" sz="quarter" idx="10"/>
          </p:nvPr>
        </p:nvSpPr>
        <p:spPr>
          <a:ln/>
        </p:spPr>
        <p:txBody>
          <a:bodyPr/>
          <a:lstStyle>
            <a:lvl1pPr>
              <a:defRPr/>
            </a:lvl1pPr>
          </a:lstStyle>
          <a:p>
            <a:pPr>
              <a:defRPr/>
            </a:pPr>
            <a:endParaRPr lang="en-US" altLang="ko-KR"/>
          </a:p>
        </p:txBody>
      </p:sp>
      <p:sp>
        <p:nvSpPr>
          <p:cNvPr id="5" name="Rectangle 10">
            <a:extLst>
              <a:ext uri="{FF2B5EF4-FFF2-40B4-BE49-F238E27FC236}">
                <a16:creationId xmlns:a16="http://schemas.microsoft.com/office/drawing/2014/main" id="{FCAC0A5B-CB65-4388-9DC2-4AAF66AB4148}"/>
              </a:ext>
            </a:extLst>
          </p:cNvPr>
          <p:cNvSpPr>
            <a:spLocks noGrp="1" noChangeArrowheads="1"/>
          </p:cNvSpPr>
          <p:nvPr>
            <p:ph type="dt" sz="half" idx="11"/>
          </p:nvPr>
        </p:nvSpPr>
        <p:spPr>
          <a:ln/>
        </p:spPr>
        <p:txBody>
          <a:bodyPr/>
          <a:lstStyle>
            <a:lvl1pPr>
              <a:defRPr/>
            </a:lvl1pPr>
          </a:lstStyle>
          <a:p>
            <a:pPr>
              <a:defRPr/>
            </a:pPr>
            <a:endParaRPr lang="ko-KR" altLang="ko-KR"/>
          </a:p>
        </p:txBody>
      </p:sp>
    </p:spTree>
    <p:extLst>
      <p:ext uri="{BB962C8B-B14F-4D97-AF65-F5344CB8AC3E}">
        <p14:creationId xmlns:p14="http://schemas.microsoft.com/office/powerpoint/2010/main" val="32668252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2">
            <a:extLst>
              <a:ext uri="{FF2B5EF4-FFF2-40B4-BE49-F238E27FC236}">
                <a16:creationId xmlns:a16="http://schemas.microsoft.com/office/drawing/2014/main" id="{9C3C1086-2A4B-4161-A39A-1A37B9241A20}"/>
              </a:ext>
            </a:extLst>
          </p:cNvPr>
          <p:cNvSpPr>
            <a:spLocks noGrp="1" noChangeArrowheads="1"/>
          </p:cNvSpPr>
          <p:nvPr>
            <p:ph type="ftr" sz="quarter" idx="10"/>
          </p:nvPr>
        </p:nvSpPr>
        <p:spPr>
          <a:ln/>
        </p:spPr>
        <p:txBody>
          <a:bodyPr/>
          <a:lstStyle>
            <a:lvl1pPr>
              <a:defRPr/>
            </a:lvl1pPr>
          </a:lstStyle>
          <a:p>
            <a:pPr>
              <a:defRPr/>
            </a:pPr>
            <a:endParaRPr lang="en-US" altLang="ko-KR"/>
          </a:p>
        </p:txBody>
      </p:sp>
      <p:sp>
        <p:nvSpPr>
          <p:cNvPr id="5" name="Rectangle 10">
            <a:extLst>
              <a:ext uri="{FF2B5EF4-FFF2-40B4-BE49-F238E27FC236}">
                <a16:creationId xmlns:a16="http://schemas.microsoft.com/office/drawing/2014/main" id="{A9E13052-4E58-4753-AB97-4386B0A371C8}"/>
              </a:ext>
            </a:extLst>
          </p:cNvPr>
          <p:cNvSpPr>
            <a:spLocks noGrp="1" noChangeArrowheads="1"/>
          </p:cNvSpPr>
          <p:nvPr>
            <p:ph type="dt" sz="half" idx="11"/>
          </p:nvPr>
        </p:nvSpPr>
        <p:spPr>
          <a:ln/>
        </p:spPr>
        <p:txBody>
          <a:bodyPr/>
          <a:lstStyle>
            <a:lvl1pPr>
              <a:defRPr/>
            </a:lvl1pPr>
          </a:lstStyle>
          <a:p>
            <a:pPr>
              <a:defRPr/>
            </a:pPr>
            <a:endParaRPr lang="ko-KR" altLang="ko-KR"/>
          </a:p>
        </p:txBody>
      </p:sp>
    </p:spTree>
    <p:extLst>
      <p:ext uri="{BB962C8B-B14F-4D97-AF65-F5344CB8AC3E}">
        <p14:creationId xmlns:p14="http://schemas.microsoft.com/office/powerpoint/2010/main" val="11297684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782638" y="4406900"/>
            <a:ext cx="8420100" cy="1362075"/>
          </a:xfrm>
        </p:spPr>
        <p:txBody>
          <a:bodyPr anchor="t"/>
          <a:lstStyle>
            <a:lvl1pPr algn="l">
              <a:defRPr sz="4000" b="1" cap="all"/>
            </a:lvl1pPr>
          </a:lstStyle>
          <a:p>
            <a:r>
              <a:rPr lang="ko-KR" altLang="en-US"/>
              <a:t>마스터 제목 스타일 편집</a:t>
            </a:r>
          </a:p>
        </p:txBody>
      </p:sp>
      <p:sp>
        <p:nvSpPr>
          <p:cNvPr id="3" name="텍스트 개체 틀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ko-KR" altLang="en-US"/>
              <a:t>마스터 텍스트 스타일을 편집합니다</a:t>
            </a:r>
          </a:p>
        </p:txBody>
      </p:sp>
      <p:sp>
        <p:nvSpPr>
          <p:cNvPr id="4" name="Rectangle 2">
            <a:extLst>
              <a:ext uri="{FF2B5EF4-FFF2-40B4-BE49-F238E27FC236}">
                <a16:creationId xmlns:a16="http://schemas.microsoft.com/office/drawing/2014/main" id="{E89A2B4E-B0D2-46A9-8616-4D715F1EDD9C}"/>
              </a:ext>
            </a:extLst>
          </p:cNvPr>
          <p:cNvSpPr>
            <a:spLocks noGrp="1" noChangeArrowheads="1"/>
          </p:cNvSpPr>
          <p:nvPr>
            <p:ph type="ftr" sz="quarter" idx="10"/>
          </p:nvPr>
        </p:nvSpPr>
        <p:spPr>
          <a:ln/>
        </p:spPr>
        <p:txBody>
          <a:bodyPr/>
          <a:lstStyle>
            <a:lvl1pPr>
              <a:defRPr/>
            </a:lvl1pPr>
          </a:lstStyle>
          <a:p>
            <a:pPr>
              <a:defRPr/>
            </a:pPr>
            <a:endParaRPr lang="en-US" altLang="ko-KR"/>
          </a:p>
        </p:txBody>
      </p:sp>
      <p:sp>
        <p:nvSpPr>
          <p:cNvPr id="5" name="Rectangle 10">
            <a:extLst>
              <a:ext uri="{FF2B5EF4-FFF2-40B4-BE49-F238E27FC236}">
                <a16:creationId xmlns:a16="http://schemas.microsoft.com/office/drawing/2014/main" id="{6B903A53-D05C-497F-9CF1-8CABB07349B4}"/>
              </a:ext>
            </a:extLst>
          </p:cNvPr>
          <p:cNvSpPr>
            <a:spLocks noGrp="1" noChangeArrowheads="1"/>
          </p:cNvSpPr>
          <p:nvPr>
            <p:ph type="dt" sz="half" idx="11"/>
          </p:nvPr>
        </p:nvSpPr>
        <p:spPr>
          <a:ln/>
        </p:spPr>
        <p:txBody>
          <a:bodyPr/>
          <a:lstStyle>
            <a:lvl1pPr>
              <a:defRPr/>
            </a:lvl1pPr>
          </a:lstStyle>
          <a:p>
            <a:pPr>
              <a:defRPr/>
            </a:pPr>
            <a:endParaRPr lang="ko-KR" altLang="ko-KR"/>
          </a:p>
        </p:txBody>
      </p:sp>
    </p:spTree>
    <p:extLst>
      <p:ext uri="{BB962C8B-B14F-4D97-AF65-F5344CB8AC3E}">
        <p14:creationId xmlns:p14="http://schemas.microsoft.com/office/powerpoint/2010/main" val="22632062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685800" y="914400"/>
            <a:ext cx="4217988"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5056188" y="914400"/>
            <a:ext cx="4217987"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Rectangle 2">
            <a:extLst>
              <a:ext uri="{FF2B5EF4-FFF2-40B4-BE49-F238E27FC236}">
                <a16:creationId xmlns:a16="http://schemas.microsoft.com/office/drawing/2014/main" id="{4D9D7FA3-BA7A-4E64-838E-2E547492E1D9}"/>
              </a:ext>
            </a:extLst>
          </p:cNvPr>
          <p:cNvSpPr>
            <a:spLocks noGrp="1" noChangeArrowheads="1"/>
          </p:cNvSpPr>
          <p:nvPr>
            <p:ph type="ftr" sz="quarter" idx="10"/>
          </p:nvPr>
        </p:nvSpPr>
        <p:spPr>
          <a:ln/>
        </p:spPr>
        <p:txBody>
          <a:bodyPr/>
          <a:lstStyle>
            <a:lvl1pPr>
              <a:defRPr/>
            </a:lvl1pPr>
          </a:lstStyle>
          <a:p>
            <a:pPr>
              <a:defRPr/>
            </a:pPr>
            <a:endParaRPr lang="en-US" altLang="ko-KR"/>
          </a:p>
        </p:txBody>
      </p:sp>
      <p:sp>
        <p:nvSpPr>
          <p:cNvPr id="6" name="Rectangle 10">
            <a:extLst>
              <a:ext uri="{FF2B5EF4-FFF2-40B4-BE49-F238E27FC236}">
                <a16:creationId xmlns:a16="http://schemas.microsoft.com/office/drawing/2014/main" id="{9172FED4-3D5B-49CF-9D15-6B15359F066B}"/>
              </a:ext>
            </a:extLst>
          </p:cNvPr>
          <p:cNvSpPr>
            <a:spLocks noGrp="1" noChangeArrowheads="1"/>
          </p:cNvSpPr>
          <p:nvPr>
            <p:ph type="dt" sz="half" idx="11"/>
          </p:nvPr>
        </p:nvSpPr>
        <p:spPr>
          <a:ln/>
        </p:spPr>
        <p:txBody>
          <a:bodyPr/>
          <a:lstStyle>
            <a:lvl1pPr>
              <a:defRPr/>
            </a:lvl1pPr>
          </a:lstStyle>
          <a:p>
            <a:pPr>
              <a:defRPr/>
            </a:pPr>
            <a:endParaRPr lang="ko-KR" altLang="ko-KR"/>
          </a:p>
        </p:txBody>
      </p:sp>
    </p:spTree>
    <p:extLst>
      <p:ext uri="{BB962C8B-B14F-4D97-AF65-F5344CB8AC3E}">
        <p14:creationId xmlns:p14="http://schemas.microsoft.com/office/powerpoint/2010/main" val="42245422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495300" y="274638"/>
            <a:ext cx="8915400" cy="1143000"/>
          </a:xfrm>
        </p:spPr>
        <p:txBody>
          <a:bodyPr/>
          <a:lstStyle>
            <a:lvl1pPr>
              <a:defRPr/>
            </a:lvl1pPr>
          </a:lstStyle>
          <a:p>
            <a:r>
              <a:rPr lang="ko-KR" altLang="en-US"/>
              <a:t>마스터 제목 스타일 편집</a:t>
            </a:r>
          </a:p>
        </p:txBody>
      </p:sp>
      <p:sp>
        <p:nvSpPr>
          <p:cNvPr id="3" name="텍스트 개체 틀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내용 개체 틀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내용 개체 틀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Rectangle 2">
            <a:extLst>
              <a:ext uri="{FF2B5EF4-FFF2-40B4-BE49-F238E27FC236}">
                <a16:creationId xmlns:a16="http://schemas.microsoft.com/office/drawing/2014/main" id="{694A1C93-08A7-49D1-A4C7-6EE1B21D870F}"/>
              </a:ext>
            </a:extLst>
          </p:cNvPr>
          <p:cNvSpPr>
            <a:spLocks noGrp="1" noChangeArrowheads="1"/>
          </p:cNvSpPr>
          <p:nvPr>
            <p:ph type="ftr" sz="quarter" idx="10"/>
          </p:nvPr>
        </p:nvSpPr>
        <p:spPr>
          <a:ln/>
        </p:spPr>
        <p:txBody>
          <a:bodyPr/>
          <a:lstStyle>
            <a:lvl1pPr>
              <a:defRPr/>
            </a:lvl1pPr>
          </a:lstStyle>
          <a:p>
            <a:pPr>
              <a:defRPr/>
            </a:pPr>
            <a:endParaRPr lang="en-US" altLang="ko-KR"/>
          </a:p>
        </p:txBody>
      </p:sp>
      <p:sp>
        <p:nvSpPr>
          <p:cNvPr id="8" name="Rectangle 10">
            <a:extLst>
              <a:ext uri="{FF2B5EF4-FFF2-40B4-BE49-F238E27FC236}">
                <a16:creationId xmlns:a16="http://schemas.microsoft.com/office/drawing/2014/main" id="{97443C81-1B65-41C5-9FA9-C4791F9F93BF}"/>
              </a:ext>
            </a:extLst>
          </p:cNvPr>
          <p:cNvSpPr>
            <a:spLocks noGrp="1" noChangeArrowheads="1"/>
          </p:cNvSpPr>
          <p:nvPr>
            <p:ph type="dt" sz="half" idx="11"/>
          </p:nvPr>
        </p:nvSpPr>
        <p:spPr>
          <a:ln/>
        </p:spPr>
        <p:txBody>
          <a:bodyPr/>
          <a:lstStyle>
            <a:lvl1pPr>
              <a:defRPr/>
            </a:lvl1pPr>
          </a:lstStyle>
          <a:p>
            <a:pPr>
              <a:defRPr/>
            </a:pPr>
            <a:endParaRPr lang="ko-KR" altLang="ko-KR"/>
          </a:p>
        </p:txBody>
      </p:sp>
    </p:spTree>
    <p:extLst>
      <p:ext uri="{BB962C8B-B14F-4D97-AF65-F5344CB8AC3E}">
        <p14:creationId xmlns:p14="http://schemas.microsoft.com/office/powerpoint/2010/main" val="16132785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Rectangle 2">
            <a:extLst>
              <a:ext uri="{FF2B5EF4-FFF2-40B4-BE49-F238E27FC236}">
                <a16:creationId xmlns:a16="http://schemas.microsoft.com/office/drawing/2014/main" id="{048CD1DA-920D-4863-8C94-ECAAB2C9BA80}"/>
              </a:ext>
            </a:extLst>
          </p:cNvPr>
          <p:cNvSpPr>
            <a:spLocks noGrp="1" noChangeArrowheads="1"/>
          </p:cNvSpPr>
          <p:nvPr>
            <p:ph type="ftr" sz="quarter" idx="10"/>
          </p:nvPr>
        </p:nvSpPr>
        <p:spPr>
          <a:ln/>
        </p:spPr>
        <p:txBody>
          <a:bodyPr/>
          <a:lstStyle>
            <a:lvl1pPr>
              <a:defRPr/>
            </a:lvl1pPr>
          </a:lstStyle>
          <a:p>
            <a:pPr>
              <a:defRPr/>
            </a:pPr>
            <a:endParaRPr lang="en-US" altLang="ko-KR"/>
          </a:p>
        </p:txBody>
      </p:sp>
      <p:sp>
        <p:nvSpPr>
          <p:cNvPr id="4" name="Rectangle 10">
            <a:extLst>
              <a:ext uri="{FF2B5EF4-FFF2-40B4-BE49-F238E27FC236}">
                <a16:creationId xmlns:a16="http://schemas.microsoft.com/office/drawing/2014/main" id="{926E38F0-2D89-42B7-AC66-100A62FC1364}"/>
              </a:ext>
            </a:extLst>
          </p:cNvPr>
          <p:cNvSpPr>
            <a:spLocks noGrp="1" noChangeArrowheads="1"/>
          </p:cNvSpPr>
          <p:nvPr>
            <p:ph type="dt" sz="half" idx="11"/>
          </p:nvPr>
        </p:nvSpPr>
        <p:spPr>
          <a:ln/>
        </p:spPr>
        <p:txBody>
          <a:bodyPr/>
          <a:lstStyle>
            <a:lvl1pPr>
              <a:defRPr/>
            </a:lvl1pPr>
          </a:lstStyle>
          <a:p>
            <a:pPr>
              <a:defRPr/>
            </a:pPr>
            <a:endParaRPr lang="ko-KR" altLang="ko-KR"/>
          </a:p>
        </p:txBody>
      </p:sp>
    </p:spTree>
    <p:extLst>
      <p:ext uri="{BB962C8B-B14F-4D97-AF65-F5344CB8AC3E}">
        <p14:creationId xmlns:p14="http://schemas.microsoft.com/office/powerpoint/2010/main" val="863402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8C239D02-5D43-4910-8890-3905D17CC83C}"/>
              </a:ext>
            </a:extLst>
          </p:cNvPr>
          <p:cNvSpPr>
            <a:spLocks noGrp="1" noChangeArrowheads="1"/>
          </p:cNvSpPr>
          <p:nvPr>
            <p:ph type="ftr" sz="quarter" idx="10"/>
          </p:nvPr>
        </p:nvSpPr>
        <p:spPr>
          <a:ln/>
        </p:spPr>
        <p:txBody>
          <a:bodyPr/>
          <a:lstStyle>
            <a:lvl1pPr>
              <a:defRPr/>
            </a:lvl1pPr>
          </a:lstStyle>
          <a:p>
            <a:pPr>
              <a:defRPr/>
            </a:pPr>
            <a:endParaRPr lang="en-US" altLang="ko-KR"/>
          </a:p>
        </p:txBody>
      </p:sp>
      <p:sp>
        <p:nvSpPr>
          <p:cNvPr id="3" name="Rectangle 10">
            <a:extLst>
              <a:ext uri="{FF2B5EF4-FFF2-40B4-BE49-F238E27FC236}">
                <a16:creationId xmlns:a16="http://schemas.microsoft.com/office/drawing/2014/main" id="{B5D61541-38C8-4E5B-B2F0-289ECDAE9C80}"/>
              </a:ext>
            </a:extLst>
          </p:cNvPr>
          <p:cNvSpPr>
            <a:spLocks noGrp="1" noChangeArrowheads="1"/>
          </p:cNvSpPr>
          <p:nvPr>
            <p:ph type="dt" sz="half" idx="11"/>
          </p:nvPr>
        </p:nvSpPr>
        <p:spPr>
          <a:ln/>
        </p:spPr>
        <p:txBody>
          <a:bodyPr/>
          <a:lstStyle>
            <a:lvl1pPr>
              <a:defRPr/>
            </a:lvl1pPr>
          </a:lstStyle>
          <a:p>
            <a:pPr>
              <a:defRPr/>
            </a:pPr>
            <a:endParaRPr lang="ko-KR" altLang="ko-KR"/>
          </a:p>
        </p:txBody>
      </p:sp>
    </p:spTree>
    <p:extLst>
      <p:ext uri="{BB962C8B-B14F-4D97-AF65-F5344CB8AC3E}">
        <p14:creationId xmlns:p14="http://schemas.microsoft.com/office/powerpoint/2010/main" val="7726817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95300" y="273050"/>
            <a:ext cx="3259138" cy="1162050"/>
          </a:xfrm>
        </p:spPr>
        <p:txBody>
          <a:bodyPr anchor="b"/>
          <a:lstStyle>
            <a:lvl1pPr algn="l">
              <a:defRPr sz="2000" b="1"/>
            </a:lvl1pPr>
          </a:lstStyle>
          <a:p>
            <a:r>
              <a:rPr lang="ko-KR" altLang="en-US"/>
              <a:t>마스터 제목 스타일 편집</a:t>
            </a:r>
          </a:p>
        </p:txBody>
      </p:sp>
      <p:sp>
        <p:nvSpPr>
          <p:cNvPr id="3" name="내용 개체 틀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Rectangle 2">
            <a:extLst>
              <a:ext uri="{FF2B5EF4-FFF2-40B4-BE49-F238E27FC236}">
                <a16:creationId xmlns:a16="http://schemas.microsoft.com/office/drawing/2014/main" id="{AC6BAFC8-577E-4396-9D2C-BA013CF8BC49}"/>
              </a:ext>
            </a:extLst>
          </p:cNvPr>
          <p:cNvSpPr>
            <a:spLocks noGrp="1" noChangeArrowheads="1"/>
          </p:cNvSpPr>
          <p:nvPr>
            <p:ph type="ftr" sz="quarter" idx="10"/>
          </p:nvPr>
        </p:nvSpPr>
        <p:spPr>
          <a:ln/>
        </p:spPr>
        <p:txBody>
          <a:bodyPr/>
          <a:lstStyle>
            <a:lvl1pPr>
              <a:defRPr/>
            </a:lvl1pPr>
          </a:lstStyle>
          <a:p>
            <a:pPr>
              <a:defRPr/>
            </a:pPr>
            <a:endParaRPr lang="en-US" altLang="ko-KR"/>
          </a:p>
        </p:txBody>
      </p:sp>
      <p:sp>
        <p:nvSpPr>
          <p:cNvPr id="6" name="Rectangle 10">
            <a:extLst>
              <a:ext uri="{FF2B5EF4-FFF2-40B4-BE49-F238E27FC236}">
                <a16:creationId xmlns:a16="http://schemas.microsoft.com/office/drawing/2014/main" id="{4BB139C3-5433-4681-BF86-77DBA5675DD5}"/>
              </a:ext>
            </a:extLst>
          </p:cNvPr>
          <p:cNvSpPr>
            <a:spLocks noGrp="1" noChangeArrowheads="1"/>
          </p:cNvSpPr>
          <p:nvPr>
            <p:ph type="dt" sz="half" idx="11"/>
          </p:nvPr>
        </p:nvSpPr>
        <p:spPr>
          <a:ln/>
        </p:spPr>
        <p:txBody>
          <a:bodyPr/>
          <a:lstStyle>
            <a:lvl1pPr>
              <a:defRPr/>
            </a:lvl1pPr>
          </a:lstStyle>
          <a:p>
            <a:pPr>
              <a:defRPr/>
            </a:pPr>
            <a:endParaRPr lang="ko-KR" altLang="ko-KR"/>
          </a:p>
        </p:txBody>
      </p:sp>
    </p:spTree>
    <p:extLst>
      <p:ext uri="{BB962C8B-B14F-4D97-AF65-F5344CB8AC3E}">
        <p14:creationId xmlns:p14="http://schemas.microsoft.com/office/powerpoint/2010/main" val="34577717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941513" y="4800600"/>
            <a:ext cx="5943600" cy="566738"/>
          </a:xfrm>
        </p:spPr>
        <p:txBody>
          <a:bodyPr anchor="b"/>
          <a:lstStyle>
            <a:lvl1pPr algn="l">
              <a:defRPr sz="2000" b="1"/>
            </a:lvl1pPr>
          </a:lstStyle>
          <a:p>
            <a:r>
              <a:rPr lang="ko-KR" altLang="en-US"/>
              <a:t>마스터 제목 스타일 편집</a:t>
            </a:r>
          </a:p>
        </p:txBody>
      </p:sp>
      <p:sp>
        <p:nvSpPr>
          <p:cNvPr id="3" name="그림 개체 틀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ko-KR" altLang="en-US" noProof="0"/>
          </a:p>
        </p:txBody>
      </p:sp>
      <p:sp>
        <p:nvSpPr>
          <p:cNvPr id="4" name="텍스트 개체 틀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Rectangle 2">
            <a:extLst>
              <a:ext uri="{FF2B5EF4-FFF2-40B4-BE49-F238E27FC236}">
                <a16:creationId xmlns:a16="http://schemas.microsoft.com/office/drawing/2014/main" id="{C915DC5F-99B6-45FD-B98F-0240B555BC5B}"/>
              </a:ext>
            </a:extLst>
          </p:cNvPr>
          <p:cNvSpPr>
            <a:spLocks noGrp="1" noChangeArrowheads="1"/>
          </p:cNvSpPr>
          <p:nvPr>
            <p:ph type="ftr" sz="quarter" idx="10"/>
          </p:nvPr>
        </p:nvSpPr>
        <p:spPr>
          <a:ln/>
        </p:spPr>
        <p:txBody>
          <a:bodyPr/>
          <a:lstStyle>
            <a:lvl1pPr>
              <a:defRPr/>
            </a:lvl1pPr>
          </a:lstStyle>
          <a:p>
            <a:pPr>
              <a:defRPr/>
            </a:pPr>
            <a:endParaRPr lang="en-US" altLang="ko-KR"/>
          </a:p>
        </p:txBody>
      </p:sp>
      <p:sp>
        <p:nvSpPr>
          <p:cNvPr id="6" name="Rectangle 10">
            <a:extLst>
              <a:ext uri="{FF2B5EF4-FFF2-40B4-BE49-F238E27FC236}">
                <a16:creationId xmlns:a16="http://schemas.microsoft.com/office/drawing/2014/main" id="{EC67FD00-3D1D-4576-9054-E2E1DB764BCA}"/>
              </a:ext>
            </a:extLst>
          </p:cNvPr>
          <p:cNvSpPr>
            <a:spLocks noGrp="1" noChangeArrowheads="1"/>
          </p:cNvSpPr>
          <p:nvPr>
            <p:ph type="dt" sz="half" idx="11"/>
          </p:nvPr>
        </p:nvSpPr>
        <p:spPr>
          <a:ln/>
        </p:spPr>
        <p:txBody>
          <a:bodyPr/>
          <a:lstStyle>
            <a:lvl1pPr>
              <a:defRPr/>
            </a:lvl1pPr>
          </a:lstStyle>
          <a:p>
            <a:pPr>
              <a:defRPr/>
            </a:pPr>
            <a:endParaRPr lang="ko-KR" altLang="ko-KR"/>
          </a:p>
        </p:txBody>
      </p:sp>
    </p:spTree>
    <p:extLst>
      <p:ext uri="{BB962C8B-B14F-4D97-AF65-F5344CB8AC3E}">
        <p14:creationId xmlns:p14="http://schemas.microsoft.com/office/powerpoint/2010/main" val="3587136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2">
            <a:extLst>
              <a:ext uri="{FF2B5EF4-FFF2-40B4-BE49-F238E27FC236}">
                <a16:creationId xmlns:a16="http://schemas.microsoft.com/office/drawing/2014/main" id="{97463F70-3863-41D3-944D-000A24373FDA}"/>
              </a:ext>
            </a:extLst>
          </p:cNvPr>
          <p:cNvSpPr>
            <a:spLocks noGrp="1" noChangeArrowheads="1"/>
          </p:cNvSpPr>
          <p:nvPr>
            <p:ph type="ftr" sz="quarter" idx="10"/>
          </p:nvPr>
        </p:nvSpPr>
        <p:spPr>
          <a:ln/>
        </p:spPr>
        <p:txBody>
          <a:bodyPr/>
          <a:lstStyle>
            <a:lvl1pPr>
              <a:defRPr/>
            </a:lvl1pPr>
          </a:lstStyle>
          <a:p>
            <a:pPr>
              <a:defRPr/>
            </a:pPr>
            <a:endParaRPr lang="en-US" altLang="ko-KR"/>
          </a:p>
        </p:txBody>
      </p:sp>
      <p:sp>
        <p:nvSpPr>
          <p:cNvPr id="5" name="Rectangle 10">
            <a:extLst>
              <a:ext uri="{FF2B5EF4-FFF2-40B4-BE49-F238E27FC236}">
                <a16:creationId xmlns:a16="http://schemas.microsoft.com/office/drawing/2014/main" id="{82AE0936-8706-4458-AE6A-1AD11ECB1968}"/>
              </a:ext>
            </a:extLst>
          </p:cNvPr>
          <p:cNvSpPr>
            <a:spLocks noGrp="1" noChangeArrowheads="1"/>
          </p:cNvSpPr>
          <p:nvPr>
            <p:ph type="dt" sz="half" idx="11"/>
          </p:nvPr>
        </p:nvSpPr>
        <p:spPr>
          <a:ln/>
        </p:spPr>
        <p:txBody>
          <a:bodyPr/>
          <a:lstStyle>
            <a:lvl1pPr>
              <a:defRPr/>
            </a:lvl1pPr>
          </a:lstStyle>
          <a:p>
            <a:pPr>
              <a:defRPr/>
            </a:pPr>
            <a:endParaRPr lang="ko-KR" altLang="ko-KR"/>
          </a:p>
        </p:txBody>
      </p:sp>
    </p:spTree>
    <p:extLst>
      <p:ext uri="{BB962C8B-B14F-4D97-AF65-F5344CB8AC3E}">
        <p14:creationId xmlns:p14="http://schemas.microsoft.com/office/powerpoint/2010/main" val="36091177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7150100" y="258763"/>
            <a:ext cx="2154238" cy="5989637"/>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685800" y="258763"/>
            <a:ext cx="6311900" cy="5989637"/>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2">
            <a:extLst>
              <a:ext uri="{FF2B5EF4-FFF2-40B4-BE49-F238E27FC236}">
                <a16:creationId xmlns:a16="http://schemas.microsoft.com/office/drawing/2014/main" id="{0C876158-6D9B-4C74-9E9E-549147367D9F}"/>
              </a:ext>
            </a:extLst>
          </p:cNvPr>
          <p:cNvSpPr>
            <a:spLocks noGrp="1" noChangeArrowheads="1"/>
          </p:cNvSpPr>
          <p:nvPr>
            <p:ph type="ftr" sz="quarter" idx="10"/>
          </p:nvPr>
        </p:nvSpPr>
        <p:spPr>
          <a:ln/>
        </p:spPr>
        <p:txBody>
          <a:bodyPr/>
          <a:lstStyle>
            <a:lvl1pPr>
              <a:defRPr/>
            </a:lvl1pPr>
          </a:lstStyle>
          <a:p>
            <a:pPr>
              <a:defRPr/>
            </a:pPr>
            <a:endParaRPr lang="en-US" altLang="ko-KR"/>
          </a:p>
        </p:txBody>
      </p:sp>
      <p:sp>
        <p:nvSpPr>
          <p:cNvPr id="5" name="Rectangle 10">
            <a:extLst>
              <a:ext uri="{FF2B5EF4-FFF2-40B4-BE49-F238E27FC236}">
                <a16:creationId xmlns:a16="http://schemas.microsoft.com/office/drawing/2014/main" id="{79AC7FF8-6280-49D1-9CBD-EF4D94C8A531}"/>
              </a:ext>
            </a:extLst>
          </p:cNvPr>
          <p:cNvSpPr>
            <a:spLocks noGrp="1" noChangeArrowheads="1"/>
          </p:cNvSpPr>
          <p:nvPr>
            <p:ph type="dt" sz="half" idx="11"/>
          </p:nvPr>
        </p:nvSpPr>
        <p:spPr>
          <a:ln/>
        </p:spPr>
        <p:txBody>
          <a:bodyPr/>
          <a:lstStyle>
            <a:lvl1pPr>
              <a:defRPr/>
            </a:lvl1pPr>
          </a:lstStyle>
          <a:p>
            <a:pPr>
              <a:defRPr/>
            </a:pPr>
            <a:endParaRPr lang="ko-KR" altLang="ko-KR"/>
          </a:p>
        </p:txBody>
      </p:sp>
    </p:spTree>
    <p:extLst>
      <p:ext uri="{BB962C8B-B14F-4D97-AF65-F5344CB8AC3E}">
        <p14:creationId xmlns:p14="http://schemas.microsoft.com/office/powerpoint/2010/main" val="41920051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내용">
    <p:spTree>
      <p:nvGrpSpPr>
        <p:cNvPr id="1" name=""/>
        <p:cNvGrpSpPr/>
        <p:nvPr/>
      </p:nvGrpSpPr>
      <p:grpSpPr>
        <a:xfrm>
          <a:off x="0" y="0"/>
          <a:ext cx="0" cy="0"/>
          <a:chOff x="0" y="0"/>
          <a:chExt cx="0" cy="0"/>
        </a:xfrm>
      </p:grpSpPr>
      <p:sp>
        <p:nvSpPr>
          <p:cNvPr id="2" name="내용 개체 틀 1"/>
          <p:cNvSpPr>
            <a:spLocks noGrp="1"/>
          </p:cNvSpPr>
          <p:nvPr>
            <p:ph/>
          </p:nvPr>
        </p:nvSpPr>
        <p:spPr>
          <a:xfrm>
            <a:off x="685800" y="258763"/>
            <a:ext cx="8618538" cy="5989637"/>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3" name="Rectangle 2">
            <a:extLst>
              <a:ext uri="{FF2B5EF4-FFF2-40B4-BE49-F238E27FC236}">
                <a16:creationId xmlns:a16="http://schemas.microsoft.com/office/drawing/2014/main" id="{A415B774-5D56-4AA3-8B9F-3F39CBE77F11}"/>
              </a:ext>
            </a:extLst>
          </p:cNvPr>
          <p:cNvSpPr>
            <a:spLocks noGrp="1" noChangeArrowheads="1"/>
          </p:cNvSpPr>
          <p:nvPr>
            <p:ph type="ftr" sz="quarter" idx="10"/>
          </p:nvPr>
        </p:nvSpPr>
        <p:spPr>
          <a:ln/>
        </p:spPr>
        <p:txBody>
          <a:bodyPr/>
          <a:lstStyle>
            <a:lvl1pPr>
              <a:defRPr/>
            </a:lvl1pPr>
          </a:lstStyle>
          <a:p>
            <a:pPr>
              <a:defRPr/>
            </a:pPr>
            <a:endParaRPr lang="en-US" altLang="ko-KR"/>
          </a:p>
        </p:txBody>
      </p:sp>
      <p:sp>
        <p:nvSpPr>
          <p:cNvPr id="4" name="Rectangle 10">
            <a:extLst>
              <a:ext uri="{FF2B5EF4-FFF2-40B4-BE49-F238E27FC236}">
                <a16:creationId xmlns:a16="http://schemas.microsoft.com/office/drawing/2014/main" id="{FA9544AB-A18B-4BE0-A6D8-E2E90CA8A197}"/>
              </a:ext>
            </a:extLst>
          </p:cNvPr>
          <p:cNvSpPr>
            <a:spLocks noGrp="1" noChangeArrowheads="1"/>
          </p:cNvSpPr>
          <p:nvPr>
            <p:ph type="dt" sz="half" idx="11"/>
          </p:nvPr>
        </p:nvSpPr>
        <p:spPr>
          <a:ln/>
        </p:spPr>
        <p:txBody>
          <a:bodyPr/>
          <a:lstStyle>
            <a:lvl1pPr>
              <a:defRPr/>
            </a:lvl1pPr>
          </a:lstStyle>
          <a:p>
            <a:pPr>
              <a:defRPr/>
            </a:pPr>
            <a:endParaRPr lang="ko-KR" altLang="ko-KR"/>
          </a:p>
        </p:txBody>
      </p:sp>
    </p:spTree>
    <p:extLst>
      <p:ext uri="{BB962C8B-B14F-4D97-AF65-F5344CB8AC3E}">
        <p14:creationId xmlns:p14="http://schemas.microsoft.com/office/powerpoint/2010/main" val="1326164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제목, 텍스트 및 내용">
    <p:spTree>
      <p:nvGrpSpPr>
        <p:cNvPr id="1" name=""/>
        <p:cNvGrpSpPr/>
        <p:nvPr/>
      </p:nvGrpSpPr>
      <p:grpSpPr>
        <a:xfrm>
          <a:off x="0" y="0"/>
          <a:ext cx="0" cy="0"/>
          <a:chOff x="0" y="0"/>
          <a:chExt cx="0" cy="0"/>
        </a:xfrm>
      </p:grpSpPr>
      <p:sp>
        <p:nvSpPr>
          <p:cNvPr id="2" name="제목 1"/>
          <p:cNvSpPr>
            <a:spLocks noGrp="1"/>
          </p:cNvSpPr>
          <p:nvPr>
            <p:ph type="title"/>
          </p:nvPr>
        </p:nvSpPr>
        <p:spPr>
          <a:xfrm>
            <a:off x="722313" y="258763"/>
            <a:ext cx="8582025" cy="503237"/>
          </a:xfrm>
        </p:spPr>
        <p:txBody>
          <a:bodyPr/>
          <a:lstStyle/>
          <a:p>
            <a:r>
              <a:rPr lang="ko-KR" altLang="en-US"/>
              <a:t>마스터 제목 스타일 편집</a:t>
            </a:r>
          </a:p>
        </p:txBody>
      </p:sp>
      <p:sp>
        <p:nvSpPr>
          <p:cNvPr id="3" name="텍스트 개체 틀 2"/>
          <p:cNvSpPr>
            <a:spLocks noGrp="1"/>
          </p:cNvSpPr>
          <p:nvPr>
            <p:ph type="body" sz="half" idx="1"/>
          </p:nvPr>
        </p:nvSpPr>
        <p:spPr>
          <a:xfrm>
            <a:off x="685800" y="914400"/>
            <a:ext cx="4217988" cy="53340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5056188" y="914400"/>
            <a:ext cx="4217987" cy="53340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Rectangle 2">
            <a:extLst>
              <a:ext uri="{FF2B5EF4-FFF2-40B4-BE49-F238E27FC236}">
                <a16:creationId xmlns:a16="http://schemas.microsoft.com/office/drawing/2014/main" id="{C1D2698E-9783-4D7F-9519-4EF77CBDE102}"/>
              </a:ext>
            </a:extLst>
          </p:cNvPr>
          <p:cNvSpPr>
            <a:spLocks noGrp="1" noChangeArrowheads="1"/>
          </p:cNvSpPr>
          <p:nvPr>
            <p:ph type="ftr" sz="quarter" idx="10"/>
          </p:nvPr>
        </p:nvSpPr>
        <p:spPr>
          <a:ln/>
        </p:spPr>
        <p:txBody>
          <a:bodyPr/>
          <a:lstStyle>
            <a:lvl1pPr>
              <a:defRPr/>
            </a:lvl1pPr>
          </a:lstStyle>
          <a:p>
            <a:pPr>
              <a:defRPr/>
            </a:pPr>
            <a:endParaRPr lang="en-US" altLang="ko-KR"/>
          </a:p>
        </p:txBody>
      </p:sp>
      <p:sp>
        <p:nvSpPr>
          <p:cNvPr id="6" name="Rectangle 10">
            <a:extLst>
              <a:ext uri="{FF2B5EF4-FFF2-40B4-BE49-F238E27FC236}">
                <a16:creationId xmlns:a16="http://schemas.microsoft.com/office/drawing/2014/main" id="{F92C7714-011B-4BB7-86C5-716F803BCE5C}"/>
              </a:ext>
            </a:extLst>
          </p:cNvPr>
          <p:cNvSpPr>
            <a:spLocks noGrp="1" noChangeArrowheads="1"/>
          </p:cNvSpPr>
          <p:nvPr>
            <p:ph type="dt" sz="half" idx="11"/>
          </p:nvPr>
        </p:nvSpPr>
        <p:spPr>
          <a:ln/>
        </p:spPr>
        <p:txBody>
          <a:bodyPr/>
          <a:lstStyle>
            <a:lvl1pPr>
              <a:defRPr/>
            </a:lvl1pPr>
          </a:lstStyle>
          <a:p>
            <a:pPr>
              <a:defRPr/>
            </a:pPr>
            <a:endParaRPr lang="ko-KR" altLang="ko-KR"/>
          </a:p>
        </p:txBody>
      </p:sp>
    </p:spTree>
    <p:extLst>
      <p:ext uri="{BB962C8B-B14F-4D97-AF65-F5344CB8AC3E}">
        <p14:creationId xmlns:p14="http://schemas.microsoft.com/office/powerpoint/2010/main" val="22598143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32F6B9A9-C60E-48F4-A13C-67EF0DA890B5}"/>
              </a:ext>
            </a:extLst>
          </p:cNvPr>
          <p:cNvSpPr>
            <a:spLocks noGrp="1" noChangeArrowheads="1"/>
          </p:cNvSpPr>
          <p:nvPr>
            <p:ph type="ftr" sz="quarter" idx="3"/>
          </p:nvPr>
        </p:nvSpPr>
        <p:spPr bwMode="auto">
          <a:xfrm>
            <a:off x="7581900" y="6502400"/>
            <a:ext cx="1692275" cy="34925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ctr" eaLnBrk="1" hangingPunct="1">
              <a:defRPr sz="1200">
                <a:solidFill>
                  <a:srgbClr val="33CC33"/>
                </a:solidFill>
                <a:ea typeface="돋움" panose="020B0503020000020004" pitchFamily="34" charset="-127"/>
              </a:defRPr>
            </a:lvl1pPr>
          </a:lstStyle>
          <a:p>
            <a:pPr>
              <a:defRPr/>
            </a:pPr>
            <a:endParaRPr lang="en-US" altLang="ko-KR"/>
          </a:p>
        </p:txBody>
      </p:sp>
      <p:sp>
        <p:nvSpPr>
          <p:cNvPr id="1027" name="Rectangle 3">
            <a:extLst>
              <a:ext uri="{FF2B5EF4-FFF2-40B4-BE49-F238E27FC236}">
                <a16:creationId xmlns:a16="http://schemas.microsoft.com/office/drawing/2014/main" id="{B5544FCD-3274-4961-935C-18DC810E6423}"/>
              </a:ext>
            </a:extLst>
          </p:cNvPr>
          <p:cNvSpPr>
            <a:spLocks noGrp="1" noChangeArrowheads="1"/>
          </p:cNvSpPr>
          <p:nvPr>
            <p:ph type="title"/>
          </p:nvPr>
        </p:nvSpPr>
        <p:spPr bwMode="auto">
          <a:xfrm>
            <a:off x="722313" y="258763"/>
            <a:ext cx="8582025" cy="503237"/>
          </a:xfrm>
          <a:prstGeom prst="rect">
            <a:avLst/>
          </a:prstGeom>
          <a:solidFill>
            <a:schemeClr val="tx2"/>
          </a:solidFill>
          <a:ln w="9525">
            <a:noFill/>
            <a:miter lim="800000"/>
            <a:headEnd/>
            <a:tailEnd/>
          </a:ln>
          <a:effectLst/>
        </p:spPr>
        <p:txBody>
          <a:bodyPr vert="horz" wrap="square" lIns="92075" tIns="46038" rIns="92075" bIns="46038" numCol="1" anchor="ctr" anchorCtr="0" compatLnSpc="1">
            <a:prstTxWarp prst="textNoShape">
              <a:avLst/>
            </a:prstTxWarp>
          </a:bodyPr>
          <a:lstStyle/>
          <a:p>
            <a:pPr lvl="0"/>
            <a:r>
              <a:rPr lang="en-US" altLang="ko-KR" dirty="0"/>
              <a:t>Slide Title</a:t>
            </a:r>
          </a:p>
        </p:txBody>
      </p:sp>
      <p:sp>
        <p:nvSpPr>
          <p:cNvPr id="1028" name="Rectangle 4">
            <a:extLst>
              <a:ext uri="{FF2B5EF4-FFF2-40B4-BE49-F238E27FC236}">
                <a16:creationId xmlns:a16="http://schemas.microsoft.com/office/drawing/2014/main" id="{F9196F5C-39F3-4761-9327-52AB5EEB63ED}"/>
              </a:ext>
            </a:extLst>
          </p:cNvPr>
          <p:cNvSpPr>
            <a:spLocks noGrp="1" noChangeArrowheads="1"/>
          </p:cNvSpPr>
          <p:nvPr>
            <p:ph type="body" idx="1"/>
          </p:nvPr>
        </p:nvSpPr>
        <p:spPr bwMode="auto">
          <a:xfrm>
            <a:off x="685800" y="914400"/>
            <a:ext cx="8588375"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ko-KR" dirty="0"/>
              <a:t>Body Text</a:t>
            </a:r>
          </a:p>
          <a:p>
            <a:pPr lvl="1"/>
            <a:r>
              <a:rPr lang="en-US" altLang="ko-KR" dirty="0"/>
              <a:t>Second Level</a:t>
            </a:r>
          </a:p>
          <a:p>
            <a:pPr lvl="2"/>
            <a:r>
              <a:rPr lang="en-US" altLang="ko-KR" dirty="0"/>
              <a:t>Third Level</a:t>
            </a:r>
          </a:p>
          <a:p>
            <a:pPr lvl="3"/>
            <a:r>
              <a:rPr lang="en-US" altLang="ko-KR" dirty="0"/>
              <a:t>Fourth Level</a:t>
            </a:r>
          </a:p>
        </p:txBody>
      </p:sp>
      <p:sp>
        <p:nvSpPr>
          <p:cNvPr id="1029" name="AutoShape 5">
            <a:extLst>
              <a:ext uri="{FF2B5EF4-FFF2-40B4-BE49-F238E27FC236}">
                <a16:creationId xmlns:a16="http://schemas.microsoft.com/office/drawing/2014/main" id="{DC6CA785-37AE-4C3A-9AAE-970E72B9B4CB}"/>
              </a:ext>
            </a:extLst>
          </p:cNvPr>
          <p:cNvSpPr>
            <a:spLocks noChangeArrowheads="1"/>
          </p:cNvSpPr>
          <p:nvPr/>
        </p:nvSpPr>
        <p:spPr bwMode="auto">
          <a:xfrm>
            <a:off x="650875" y="6356350"/>
            <a:ext cx="8604250" cy="44450"/>
          </a:xfrm>
          <a:prstGeom prst="octagon">
            <a:avLst>
              <a:gd name="adj" fmla="val 29282"/>
            </a:avLst>
          </a:prstGeom>
          <a:solidFill>
            <a:srgbClr val="063DE8"/>
          </a:solidFill>
          <a:ln w="12700">
            <a:solidFill>
              <a:schemeClr val="bg1"/>
            </a:solidFill>
            <a:miter lim="800000"/>
            <a:headEnd/>
            <a:tailEnd/>
          </a:ln>
        </p:spPr>
        <p:txBody>
          <a:bodyPr wrap="none" anchor="ct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endParaRPr lang="ko-KR" altLang="en-US"/>
          </a:p>
        </p:txBody>
      </p:sp>
      <p:sp>
        <p:nvSpPr>
          <p:cNvPr id="2" name="Rectangle 6">
            <a:extLst>
              <a:ext uri="{FF2B5EF4-FFF2-40B4-BE49-F238E27FC236}">
                <a16:creationId xmlns:a16="http://schemas.microsoft.com/office/drawing/2014/main" id="{A0B92AE8-62F7-46C3-860D-C341D91FCBCB}"/>
              </a:ext>
            </a:extLst>
          </p:cNvPr>
          <p:cNvSpPr>
            <a:spLocks noChangeArrowheads="1"/>
          </p:cNvSpPr>
          <p:nvPr/>
        </p:nvSpPr>
        <p:spPr bwMode="auto">
          <a:xfrm>
            <a:off x="8756650" y="6508750"/>
            <a:ext cx="466725" cy="336550"/>
          </a:xfrm>
          <a:prstGeom prst="rect">
            <a:avLst/>
          </a:prstGeom>
          <a:noFill/>
          <a:ln w="9525">
            <a:noFill/>
            <a:miter lim="800000"/>
            <a:headEnd/>
            <a:tailEnd/>
          </a:ln>
          <a:effectLst/>
        </p:spPr>
        <p:txBody>
          <a:bodyPr wrap="none" lIns="92075" tIns="46038" rIns="92075" bIns="46038">
            <a:spAutoFit/>
          </a:bodyPr>
          <a:lstStyle>
            <a:lvl1pPr>
              <a:defRPr kumimoji="1" sz="1600">
                <a:solidFill>
                  <a:schemeClr val="bg2"/>
                </a:solidFill>
                <a:latin typeface="Arial" panose="020B0604020202020204" pitchFamily="34" charset="0"/>
                <a:ea typeface="돋움" panose="020B0503020000020004" pitchFamily="34" charset="-127"/>
              </a:defRPr>
            </a:lvl1pPr>
            <a:lvl2pPr marL="742950" indent="-285750">
              <a:defRPr kumimoji="1" sz="1600">
                <a:solidFill>
                  <a:schemeClr val="bg2"/>
                </a:solidFill>
                <a:latin typeface="Arial" panose="020B0604020202020204" pitchFamily="34" charset="0"/>
                <a:ea typeface="돋움" panose="020B0503020000020004" pitchFamily="34" charset="-127"/>
              </a:defRPr>
            </a:lvl2pPr>
            <a:lvl3pPr marL="1143000" indent="-228600">
              <a:defRPr kumimoji="1" sz="1600">
                <a:solidFill>
                  <a:schemeClr val="bg2"/>
                </a:solidFill>
                <a:latin typeface="Arial" panose="020B0604020202020204" pitchFamily="34" charset="0"/>
                <a:ea typeface="돋움" panose="020B0503020000020004" pitchFamily="34" charset="-127"/>
              </a:defRPr>
            </a:lvl3pPr>
            <a:lvl4pPr marL="1600200" indent="-228600">
              <a:defRPr kumimoji="1" sz="1600">
                <a:solidFill>
                  <a:schemeClr val="bg2"/>
                </a:solidFill>
                <a:latin typeface="Arial" panose="020B0604020202020204" pitchFamily="34" charset="0"/>
                <a:ea typeface="돋움" panose="020B0503020000020004" pitchFamily="34" charset="-127"/>
              </a:defRPr>
            </a:lvl4pPr>
            <a:lvl5pPr marL="2057400" indent="-228600">
              <a:defRPr kumimoji="1" sz="1600">
                <a:solidFill>
                  <a:schemeClr val="bg2"/>
                </a:solidFill>
                <a:latin typeface="Arial" panose="020B0604020202020204" pitchFamily="34" charset="0"/>
                <a:ea typeface="돋움" panose="020B0503020000020004"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503020000020004"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503020000020004"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503020000020004"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503020000020004" pitchFamily="34" charset="-127"/>
              </a:defRPr>
            </a:lvl9pPr>
          </a:lstStyle>
          <a:p>
            <a:pPr>
              <a:defRPr/>
            </a:pPr>
            <a:fld id="{790604A5-1386-4304-AB5B-22939205CD7A}" type="slidenum">
              <a:rPr lang="en-US" altLang="ko-KR" b="1" smtClean="0">
                <a:solidFill>
                  <a:srgbClr val="0F4D13"/>
                </a:solidFill>
                <a:effectLst>
                  <a:outerShdw blurRad="38100" dist="38100" dir="2700000" algn="tl">
                    <a:srgbClr val="C0C0C0"/>
                  </a:outerShdw>
                </a:effectLst>
                <a:latin typeface="Book Antiqua" panose="02040602050305030304" pitchFamily="18" charset="0"/>
              </a:rPr>
              <a:pPr>
                <a:defRPr/>
              </a:pPr>
              <a:t>‹#›</a:t>
            </a:fld>
            <a:endParaRPr lang="en-US" altLang="ko-KR" b="1" dirty="0">
              <a:effectLst>
                <a:outerShdw blurRad="38100" dist="38100" dir="2700000" algn="tl">
                  <a:srgbClr val="C0C0C0"/>
                </a:outerShdw>
              </a:effectLst>
              <a:latin typeface="Book Antiqua" panose="02040602050305030304" pitchFamily="18" charset="0"/>
            </a:endParaRPr>
          </a:p>
        </p:txBody>
      </p:sp>
      <p:sp>
        <p:nvSpPr>
          <p:cNvPr id="1034" name="Rectangle 10">
            <a:extLst>
              <a:ext uri="{FF2B5EF4-FFF2-40B4-BE49-F238E27FC236}">
                <a16:creationId xmlns:a16="http://schemas.microsoft.com/office/drawing/2014/main" id="{378B2BC9-7B40-4463-8EB7-9F5FDEF8A673}"/>
              </a:ext>
            </a:extLst>
          </p:cNvPr>
          <p:cNvSpPr>
            <a:spLocks noGrp="1" noChangeArrowheads="1"/>
          </p:cNvSpPr>
          <p:nvPr>
            <p:ph type="dt" sz="half" idx="2"/>
          </p:nvPr>
        </p:nvSpPr>
        <p:spPr bwMode="auto">
          <a:xfrm>
            <a:off x="3505200" y="6496050"/>
            <a:ext cx="2895600" cy="379413"/>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r" eaLnBrk="1" hangingPunct="1">
              <a:defRPr sz="1200" dirty="0">
                <a:solidFill>
                  <a:schemeClr val="bg1"/>
                </a:solidFill>
                <a:ea typeface="돋움" panose="020B0503020000020004" pitchFamily="34" charset="-127"/>
              </a:defRPr>
            </a:lvl1pPr>
          </a:lstStyle>
          <a:p>
            <a:pPr>
              <a:defRPr/>
            </a:pPr>
            <a:endParaRPr lang="ko-KR" altLang="ko-KR"/>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rtl="0" eaLnBrk="0" fontAlgn="base" hangingPunct="0">
        <a:lnSpc>
          <a:spcPct val="90000"/>
        </a:lnSpc>
        <a:spcBef>
          <a:spcPct val="0"/>
        </a:spcBef>
        <a:spcAft>
          <a:spcPct val="0"/>
        </a:spcAft>
        <a:defRPr kumimoji="1" sz="2800" b="1">
          <a:solidFill>
            <a:schemeClr val="bg1"/>
          </a:solidFill>
          <a:effectLst>
            <a:outerShdw blurRad="38100" dist="38100" dir="2700000" algn="tl">
              <a:srgbClr val="000000"/>
            </a:outerShdw>
          </a:effectLst>
          <a:latin typeface="Times New Roman" panose="02020603050405020304" pitchFamily="18" charset="0"/>
          <a:ea typeface="+mj-ea"/>
          <a:cs typeface="Times New Roman" panose="02020603050405020304" pitchFamily="18" charset="0"/>
        </a:defRPr>
      </a:lvl1pPr>
      <a:lvl2pPr algn="ctr" rtl="0" eaLnBrk="0" fontAlgn="base" hangingPunct="0">
        <a:lnSpc>
          <a:spcPct val="90000"/>
        </a:lnSpc>
        <a:spcBef>
          <a:spcPct val="0"/>
        </a:spcBef>
        <a:spcAft>
          <a:spcPct val="0"/>
        </a:spcAft>
        <a:defRPr kumimoji="1" sz="2800" b="1">
          <a:solidFill>
            <a:schemeClr val="bg1"/>
          </a:solidFill>
          <a:effectLst>
            <a:outerShdw blurRad="38100" dist="38100" dir="2700000" algn="tl">
              <a:srgbClr val="000000"/>
            </a:outerShdw>
          </a:effectLst>
          <a:latin typeface="Times New Roman" panose="02020603050405020304" pitchFamily="18" charset="0"/>
          <a:ea typeface="돋움" pitchFamily="50" charset="-127"/>
          <a:cs typeface="Times New Roman" panose="02020603050405020304" pitchFamily="18" charset="0"/>
        </a:defRPr>
      </a:lvl2pPr>
      <a:lvl3pPr algn="ctr" rtl="0" eaLnBrk="0" fontAlgn="base" hangingPunct="0">
        <a:lnSpc>
          <a:spcPct val="90000"/>
        </a:lnSpc>
        <a:spcBef>
          <a:spcPct val="0"/>
        </a:spcBef>
        <a:spcAft>
          <a:spcPct val="0"/>
        </a:spcAft>
        <a:defRPr kumimoji="1" sz="2800" b="1">
          <a:solidFill>
            <a:schemeClr val="bg1"/>
          </a:solidFill>
          <a:effectLst>
            <a:outerShdw blurRad="38100" dist="38100" dir="2700000" algn="tl">
              <a:srgbClr val="000000"/>
            </a:outerShdw>
          </a:effectLst>
          <a:latin typeface="Times New Roman" panose="02020603050405020304" pitchFamily="18" charset="0"/>
          <a:ea typeface="돋움" pitchFamily="50" charset="-127"/>
          <a:cs typeface="Times New Roman" panose="02020603050405020304" pitchFamily="18" charset="0"/>
        </a:defRPr>
      </a:lvl3pPr>
      <a:lvl4pPr algn="ctr" rtl="0" eaLnBrk="0" fontAlgn="base" hangingPunct="0">
        <a:lnSpc>
          <a:spcPct val="90000"/>
        </a:lnSpc>
        <a:spcBef>
          <a:spcPct val="0"/>
        </a:spcBef>
        <a:spcAft>
          <a:spcPct val="0"/>
        </a:spcAft>
        <a:defRPr kumimoji="1" sz="2800" b="1">
          <a:solidFill>
            <a:schemeClr val="bg1"/>
          </a:solidFill>
          <a:effectLst>
            <a:outerShdw blurRad="38100" dist="38100" dir="2700000" algn="tl">
              <a:srgbClr val="000000"/>
            </a:outerShdw>
          </a:effectLst>
          <a:latin typeface="Times New Roman" panose="02020603050405020304" pitchFamily="18" charset="0"/>
          <a:ea typeface="돋움" pitchFamily="50" charset="-127"/>
          <a:cs typeface="Times New Roman" panose="02020603050405020304" pitchFamily="18" charset="0"/>
        </a:defRPr>
      </a:lvl4pPr>
      <a:lvl5pPr algn="ctr" rtl="0" eaLnBrk="0" fontAlgn="base" hangingPunct="0">
        <a:lnSpc>
          <a:spcPct val="90000"/>
        </a:lnSpc>
        <a:spcBef>
          <a:spcPct val="0"/>
        </a:spcBef>
        <a:spcAft>
          <a:spcPct val="0"/>
        </a:spcAft>
        <a:defRPr kumimoji="1" sz="2800" b="1">
          <a:solidFill>
            <a:schemeClr val="bg1"/>
          </a:solidFill>
          <a:effectLst>
            <a:outerShdw blurRad="38100" dist="38100" dir="2700000" algn="tl">
              <a:srgbClr val="000000"/>
            </a:outerShdw>
          </a:effectLst>
          <a:latin typeface="Times New Roman" panose="02020603050405020304" pitchFamily="18" charset="0"/>
          <a:ea typeface="돋움" pitchFamily="50" charset="-127"/>
          <a:cs typeface="Times New Roman" panose="02020603050405020304" pitchFamily="18" charset="0"/>
        </a:defRPr>
      </a:lvl5pPr>
      <a:lvl6pPr marL="457200" algn="ctr" rtl="0" eaLnBrk="0" fontAlgn="base" hangingPunct="0">
        <a:lnSpc>
          <a:spcPct val="90000"/>
        </a:lnSpc>
        <a:spcBef>
          <a:spcPct val="0"/>
        </a:spcBef>
        <a:spcAft>
          <a:spcPct val="0"/>
        </a:spcAft>
        <a:defRPr kumimoji="1" sz="2800" b="1">
          <a:solidFill>
            <a:schemeClr val="bg1"/>
          </a:solidFill>
          <a:effectLst>
            <a:outerShdw blurRad="38100" dist="38100" dir="2700000" algn="tl">
              <a:srgbClr val="000000"/>
            </a:outerShdw>
          </a:effectLst>
          <a:latin typeface="Arial" charset="0"/>
          <a:ea typeface="돋움" pitchFamily="50" charset="-127"/>
        </a:defRPr>
      </a:lvl6pPr>
      <a:lvl7pPr marL="914400" algn="ctr" rtl="0" eaLnBrk="0" fontAlgn="base" hangingPunct="0">
        <a:lnSpc>
          <a:spcPct val="90000"/>
        </a:lnSpc>
        <a:spcBef>
          <a:spcPct val="0"/>
        </a:spcBef>
        <a:spcAft>
          <a:spcPct val="0"/>
        </a:spcAft>
        <a:defRPr kumimoji="1" sz="2800" b="1">
          <a:solidFill>
            <a:schemeClr val="bg1"/>
          </a:solidFill>
          <a:effectLst>
            <a:outerShdw blurRad="38100" dist="38100" dir="2700000" algn="tl">
              <a:srgbClr val="000000"/>
            </a:outerShdw>
          </a:effectLst>
          <a:latin typeface="Arial" charset="0"/>
          <a:ea typeface="돋움" pitchFamily="50" charset="-127"/>
        </a:defRPr>
      </a:lvl7pPr>
      <a:lvl8pPr marL="1371600" algn="ctr" rtl="0" eaLnBrk="0" fontAlgn="base" hangingPunct="0">
        <a:lnSpc>
          <a:spcPct val="90000"/>
        </a:lnSpc>
        <a:spcBef>
          <a:spcPct val="0"/>
        </a:spcBef>
        <a:spcAft>
          <a:spcPct val="0"/>
        </a:spcAft>
        <a:defRPr kumimoji="1" sz="2800" b="1">
          <a:solidFill>
            <a:schemeClr val="bg1"/>
          </a:solidFill>
          <a:effectLst>
            <a:outerShdw blurRad="38100" dist="38100" dir="2700000" algn="tl">
              <a:srgbClr val="000000"/>
            </a:outerShdw>
          </a:effectLst>
          <a:latin typeface="Arial" charset="0"/>
          <a:ea typeface="돋움" pitchFamily="50" charset="-127"/>
        </a:defRPr>
      </a:lvl8pPr>
      <a:lvl9pPr marL="1828800" algn="ctr" rtl="0" eaLnBrk="0" fontAlgn="base" hangingPunct="0">
        <a:lnSpc>
          <a:spcPct val="90000"/>
        </a:lnSpc>
        <a:spcBef>
          <a:spcPct val="0"/>
        </a:spcBef>
        <a:spcAft>
          <a:spcPct val="0"/>
        </a:spcAft>
        <a:defRPr kumimoji="1" sz="2800" b="1">
          <a:solidFill>
            <a:schemeClr val="bg1"/>
          </a:solidFill>
          <a:effectLst>
            <a:outerShdw blurRad="38100" dist="38100" dir="2700000" algn="tl">
              <a:srgbClr val="000000"/>
            </a:outerShdw>
          </a:effectLst>
          <a:latin typeface="Arial" charset="0"/>
          <a:ea typeface="돋움" pitchFamily="50" charset="-127"/>
        </a:defRPr>
      </a:lvl9pPr>
    </p:titleStyle>
    <p:bodyStyle>
      <a:lvl1pPr marL="285750" indent="-285750" algn="l" rtl="0" eaLnBrk="0" fontAlgn="base" hangingPunct="0">
        <a:lnSpc>
          <a:spcPct val="120000"/>
        </a:lnSpc>
        <a:spcBef>
          <a:spcPct val="30000"/>
        </a:spcBef>
        <a:spcAft>
          <a:spcPct val="30000"/>
        </a:spcAft>
        <a:buClr>
          <a:schemeClr val="accent1"/>
        </a:buClr>
        <a:buSzPct val="100000"/>
        <a:buFont typeface="Wingdings" panose="05000000000000000000" pitchFamily="2" charset="2"/>
        <a:buChar char="q"/>
        <a:defRPr kumimoji="1" sz="2400" b="1">
          <a:solidFill>
            <a:schemeClr val="bg2"/>
          </a:solidFill>
          <a:latin typeface="Times New Roman" panose="02020603050405020304" pitchFamily="18" charset="0"/>
          <a:ea typeface="+mn-ea"/>
          <a:cs typeface="Times New Roman" panose="02020603050405020304" pitchFamily="18" charset="0"/>
        </a:defRPr>
      </a:lvl1pPr>
      <a:lvl2pPr marL="685800" indent="-228600" algn="l" rtl="0" eaLnBrk="0" fontAlgn="base" hangingPunct="0">
        <a:spcBef>
          <a:spcPct val="30000"/>
        </a:spcBef>
        <a:spcAft>
          <a:spcPct val="20000"/>
        </a:spcAft>
        <a:buClr>
          <a:schemeClr val="accent1"/>
        </a:buClr>
        <a:buSzPct val="100000"/>
        <a:buFont typeface="Wingdings" panose="05000000000000000000" pitchFamily="2" charset="2"/>
        <a:buChar char="v"/>
        <a:defRPr kumimoji="1" sz="2200" b="1">
          <a:solidFill>
            <a:schemeClr val="bg2"/>
          </a:solidFill>
          <a:latin typeface="Times New Roman" panose="02020603050405020304" pitchFamily="18" charset="0"/>
          <a:ea typeface="+mn-ea"/>
          <a:cs typeface="Times New Roman" panose="02020603050405020304" pitchFamily="18" charset="0"/>
        </a:defRPr>
      </a:lvl2pPr>
      <a:lvl3pPr marL="1143000" indent="-228600" algn="l" rtl="0" eaLnBrk="0" fontAlgn="base" hangingPunct="0">
        <a:spcBef>
          <a:spcPct val="30000"/>
        </a:spcBef>
        <a:spcAft>
          <a:spcPct val="0"/>
        </a:spcAft>
        <a:buClr>
          <a:schemeClr val="accent1"/>
        </a:buClr>
        <a:buSzPct val="60000"/>
        <a:buFont typeface="Monotype Sorts" pitchFamily="2" charset="2"/>
        <a:buChar char="l"/>
        <a:defRPr kumimoji="1" sz="2000" b="1">
          <a:solidFill>
            <a:schemeClr val="bg2"/>
          </a:solidFill>
          <a:latin typeface="Times New Roman" panose="02020603050405020304" pitchFamily="18" charset="0"/>
          <a:ea typeface="+mn-ea"/>
          <a:cs typeface="Times New Roman" panose="02020603050405020304" pitchFamily="18" charset="0"/>
        </a:defRPr>
      </a:lvl3pPr>
      <a:lvl4pPr marL="1543050" indent="-171450" algn="l" rtl="0" eaLnBrk="0" fontAlgn="base" hangingPunct="0">
        <a:spcBef>
          <a:spcPct val="30000"/>
        </a:spcBef>
        <a:spcAft>
          <a:spcPct val="0"/>
        </a:spcAft>
        <a:buClr>
          <a:schemeClr val="accent1"/>
        </a:buClr>
        <a:buSzPct val="60000"/>
        <a:buChar char="–"/>
        <a:defRPr kumimoji="1" b="1">
          <a:solidFill>
            <a:schemeClr val="bg2"/>
          </a:solidFill>
          <a:latin typeface="Times New Roman" panose="02020603050405020304" pitchFamily="18" charset="0"/>
          <a:ea typeface="+mn-ea"/>
          <a:cs typeface="Times New Roman" panose="02020603050405020304" pitchFamily="18" charset="0"/>
        </a:defRPr>
      </a:lvl4pPr>
      <a:lvl5pPr marL="2000250" indent="-171450" algn="l" rtl="0" eaLnBrk="0" fontAlgn="base" hangingPunct="0">
        <a:lnSpc>
          <a:spcPct val="90000"/>
        </a:lnSpc>
        <a:spcBef>
          <a:spcPct val="30000"/>
        </a:spcBef>
        <a:spcAft>
          <a:spcPct val="0"/>
        </a:spcAft>
        <a:buClr>
          <a:schemeClr val="accent1"/>
        </a:buClr>
        <a:buSzPct val="50000"/>
        <a:buChar char="•"/>
        <a:defRPr kumimoji="1" sz="1400" b="1">
          <a:solidFill>
            <a:schemeClr val="tx1"/>
          </a:solidFill>
          <a:effectLst>
            <a:outerShdw blurRad="38100" dist="38100" dir="2700000" algn="tl">
              <a:srgbClr val="C0C0C0"/>
            </a:outerShdw>
          </a:effectLst>
          <a:latin typeface="Book Antiqua" pitchFamily="18" charset="0"/>
          <a:ea typeface="+mn-ea"/>
        </a:defRPr>
      </a:lvl5pPr>
      <a:lvl6pPr marL="2457450" indent="-171450" algn="l" rtl="0" eaLnBrk="0" fontAlgn="base" hangingPunct="0">
        <a:lnSpc>
          <a:spcPct val="90000"/>
        </a:lnSpc>
        <a:spcBef>
          <a:spcPct val="30000"/>
        </a:spcBef>
        <a:spcAft>
          <a:spcPct val="0"/>
        </a:spcAft>
        <a:buClr>
          <a:schemeClr val="accent1"/>
        </a:buClr>
        <a:buSzPct val="50000"/>
        <a:buChar char="•"/>
        <a:defRPr kumimoji="1" sz="1400" b="1">
          <a:solidFill>
            <a:schemeClr val="tx1"/>
          </a:solidFill>
          <a:effectLst>
            <a:outerShdw blurRad="38100" dist="38100" dir="2700000" algn="tl">
              <a:srgbClr val="C0C0C0"/>
            </a:outerShdw>
          </a:effectLst>
          <a:latin typeface="Book Antiqua" pitchFamily="18" charset="0"/>
          <a:ea typeface="+mn-ea"/>
        </a:defRPr>
      </a:lvl6pPr>
      <a:lvl7pPr marL="2914650" indent="-171450" algn="l" rtl="0" eaLnBrk="0" fontAlgn="base" hangingPunct="0">
        <a:lnSpc>
          <a:spcPct val="90000"/>
        </a:lnSpc>
        <a:spcBef>
          <a:spcPct val="30000"/>
        </a:spcBef>
        <a:spcAft>
          <a:spcPct val="0"/>
        </a:spcAft>
        <a:buClr>
          <a:schemeClr val="accent1"/>
        </a:buClr>
        <a:buSzPct val="50000"/>
        <a:buChar char="•"/>
        <a:defRPr kumimoji="1" sz="1400" b="1">
          <a:solidFill>
            <a:schemeClr val="tx1"/>
          </a:solidFill>
          <a:effectLst>
            <a:outerShdw blurRad="38100" dist="38100" dir="2700000" algn="tl">
              <a:srgbClr val="C0C0C0"/>
            </a:outerShdw>
          </a:effectLst>
          <a:latin typeface="Book Antiqua" pitchFamily="18" charset="0"/>
          <a:ea typeface="+mn-ea"/>
        </a:defRPr>
      </a:lvl7pPr>
      <a:lvl8pPr marL="3371850" indent="-171450" algn="l" rtl="0" eaLnBrk="0" fontAlgn="base" hangingPunct="0">
        <a:lnSpc>
          <a:spcPct val="90000"/>
        </a:lnSpc>
        <a:spcBef>
          <a:spcPct val="30000"/>
        </a:spcBef>
        <a:spcAft>
          <a:spcPct val="0"/>
        </a:spcAft>
        <a:buClr>
          <a:schemeClr val="accent1"/>
        </a:buClr>
        <a:buSzPct val="50000"/>
        <a:buChar char="•"/>
        <a:defRPr kumimoji="1" sz="1400" b="1">
          <a:solidFill>
            <a:schemeClr val="tx1"/>
          </a:solidFill>
          <a:effectLst>
            <a:outerShdw blurRad="38100" dist="38100" dir="2700000" algn="tl">
              <a:srgbClr val="C0C0C0"/>
            </a:outerShdw>
          </a:effectLst>
          <a:latin typeface="Book Antiqua" pitchFamily="18" charset="0"/>
          <a:ea typeface="+mn-ea"/>
        </a:defRPr>
      </a:lvl8pPr>
      <a:lvl9pPr marL="3829050" indent="-171450" algn="l" rtl="0" eaLnBrk="0" fontAlgn="base" hangingPunct="0">
        <a:lnSpc>
          <a:spcPct val="90000"/>
        </a:lnSpc>
        <a:spcBef>
          <a:spcPct val="30000"/>
        </a:spcBef>
        <a:spcAft>
          <a:spcPct val="0"/>
        </a:spcAft>
        <a:buClr>
          <a:schemeClr val="accent1"/>
        </a:buClr>
        <a:buSzPct val="50000"/>
        <a:buChar char="•"/>
        <a:defRPr kumimoji="1" sz="1400" b="1">
          <a:solidFill>
            <a:schemeClr val="tx1"/>
          </a:solidFill>
          <a:effectLst>
            <a:outerShdw blurRad="38100" dist="38100" dir="2700000" algn="tl">
              <a:srgbClr val="C0C0C0"/>
            </a:outerShdw>
          </a:effectLst>
          <a:latin typeface="Book Antiqua" pitchFamily="18" charset="0"/>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19.wmf"/></Relationships>
</file>

<file path=ppt/slides/_rels/slide35.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37.wmf"/></Relationships>
</file>

<file path=ppt/slides/_rels/slide64.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image" Target="../media/image59.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
            <a:extLst>
              <a:ext uri="{FF2B5EF4-FFF2-40B4-BE49-F238E27FC236}">
                <a16:creationId xmlns:a16="http://schemas.microsoft.com/office/drawing/2014/main" id="{BBA4F58C-6DF2-4915-9A59-CE452608D9D8}"/>
              </a:ext>
            </a:extLst>
          </p:cNvPr>
          <p:cNvSpPr>
            <a:spLocks noChangeArrowheads="1"/>
          </p:cNvSpPr>
          <p:nvPr/>
        </p:nvSpPr>
        <p:spPr bwMode="auto">
          <a:xfrm>
            <a:off x="4956582" y="2551837"/>
            <a:ext cx="4680520"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pPr algn="ctr"/>
            <a:r>
              <a:rPr kumimoji="0" lang="en-US" altLang="en-US" sz="4400" b="1" dirty="0">
                <a:latin typeface="Times New Roman" panose="02020603050405020304" pitchFamily="18" charset="0"/>
                <a:ea typeface="굴림" panose="020B0600000101010101" pitchFamily="34" charset="-127"/>
                <a:cs typeface="Times New Roman" panose="02020603050405020304" pitchFamily="18" charset="0"/>
              </a:rPr>
              <a:t>Chapter 11</a:t>
            </a:r>
          </a:p>
          <a:p>
            <a:pPr algn="ctr"/>
            <a:endParaRPr kumimoji="0" lang="en-US" altLang="en-US" sz="2000" b="1" dirty="0">
              <a:latin typeface="Times New Roman" panose="02020603050405020304" pitchFamily="18" charset="0"/>
              <a:ea typeface="굴림" panose="020B0600000101010101" pitchFamily="34" charset="-127"/>
              <a:cs typeface="Times New Roman" panose="02020603050405020304" pitchFamily="18" charset="0"/>
            </a:endParaRPr>
          </a:p>
          <a:p>
            <a:pPr algn="ctr"/>
            <a:r>
              <a:rPr kumimoji="0" lang="en-US" altLang="ko-KR" sz="4400" b="1" dirty="0">
                <a:latin typeface="Times New Roman" panose="02020603050405020304" pitchFamily="18" charset="0"/>
                <a:ea typeface="굴림" panose="020B0600000101010101" pitchFamily="34" charset="-127"/>
                <a:cs typeface="Times New Roman" panose="02020603050405020304" pitchFamily="18" charset="0"/>
              </a:rPr>
              <a:t>Data Link Control</a:t>
            </a:r>
          </a:p>
        </p:txBody>
      </p:sp>
      <p:pic>
        <p:nvPicPr>
          <p:cNvPr id="5" name="Content Placeholder 4" descr="A book cover with a planet earth&#10;&#10;Description automatically generated">
            <a:extLst>
              <a:ext uri="{FF2B5EF4-FFF2-40B4-BE49-F238E27FC236}">
                <a16:creationId xmlns:a16="http://schemas.microsoft.com/office/drawing/2014/main" id="{8D267CE0-9FEA-48E4-AA2D-B473D00F9E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699" r="10246"/>
          <a:stretch>
            <a:fillRect/>
          </a:stretch>
        </p:blipFill>
        <p:spPr>
          <a:xfrm>
            <a:off x="488504" y="332656"/>
            <a:ext cx="4213888" cy="586739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23298" name="Rectangle 2">
            <a:extLst>
              <a:ext uri="{FF2B5EF4-FFF2-40B4-BE49-F238E27FC236}">
                <a16:creationId xmlns:a16="http://schemas.microsoft.com/office/drawing/2014/main" id="{A7B38702-312A-4C6D-9E12-9F5C12C0B4EE}"/>
              </a:ext>
            </a:extLst>
          </p:cNvPr>
          <p:cNvSpPr>
            <a:spLocks noChangeArrowheads="1"/>
          </p:cNvSpPr>
          <p:nvPr/>
        </p:nvSpPr>
        <p:spPr bwMode="auto">
          <a:xfrm>
            <a:off x="0" y="0"/>
            <a:ext cx="9906000" cy="1371600"/>
          </a:xfrm>
          <a:prstGeom prst="rect">
            <a:avLst/>
          </a:prstGeom>
          <a:solidFill>
            <a:srgbClr val="33CCFF"/>
          </a:solidFill>
          <a:ln w="28575">
            <a:solidFill>
              <a:srgbClr val="FF0000"/>
            </a:solidFill>
            <a:miter lim="800000"/>
            <a:headEnd/>
            <a:tailEnd/>
          </a:ln>
          <a:effectLst/>
        </p:spPr>
        <p:txBody>
          <a:bodyPr wrap="none" anchor="ctr"/>
          <a:lstStyle/>
          <a:p>
            <a:pPr algn="ctr">
              <a:defRPr/>
            </a:pPr>
            <a:endParaRPr kumimoji="0" lang="ko-KR" altLang="ko-KR" sz="3200" b="1">
              <a:solidFill>
                <a:schemeClr val="tx1"/>
              </a:solidFill>
              <a:effectLst>
                <a:outerShdw blurRad="38100" dist="38100" dir="2700000" algn="tl">
                  <a:srgbClr val="000000"/>
                </a:outerShdw>
              </a:effectLst>
              <a:latin typeface="Times New Roman" pitchFamily="18" charset="0"/>
              <a:ea typeface="굴림" pitchFamily="50" charset="-127"/>
            </a:endParaRPr>
          </a:p>
        </p:txBody>
      </p:sp>
      <p:sp>
        <p:nvSpPr>
          <p:cNvPr id="823299" name="Text Box 3">
            <a:extLst>
              <a:ext uri="{FF2B5EF4-FFF2-40B4-BE49-F238E27FC236}">
                <a16:creationId xmlns:a16="http://schemas.microsoft.com/office/drawing/2014/main" id="{FDBCB451-10F4-4232-8C74-B27478BDDBBD}"/>
              </a:ext>
            </a:extLst>
          </p:cNvPr>
          <p:cNvSpPr txBox="1">
            <a:spLocks noChangeArrowheads="1"/>
          </p:cNvSpPr>
          <p:nvPr/>
        </p:nvSpPr>
        <p:spPr bwMode="auto">
          <a:xfrm>
            <a:off x="247650" y="406400"/>
            <a:ext cx="3187700" cy="579438"/>
          </a:xfrm>
          <a:prstGeom prst="rect">
            <a:avLst/>
          </a:prstGeom>
          <a:noFill/>
          <a:ln w="9525">
            <a:noFill/>
            <a:miter lim="800000"/>
            <a:headEnd/>
            <a:tailEnd/>
          </a:ln>
          <a:effectLst/>
        </p:spPr>
        <p:txBody>
          <a:bodyPr wrap="none">
            <a:spAutoFit/>
          </a:bodyPr>
          <a:lstStyle/>
          <a:p>
            <a:pPr>
              <a:defRPr/>
            </a:pPr>
            <a:r>
              <a:rPr kumimoji="0" lang="en-US" altLang="ko-KR" sz="3200" b="1">
                <a:effectLst>
                  <a:outerShdw blurRad="38100" dist="38100" dir="2700000" algn="tl">
                    <a:srgbClr val="C0C0C0"/>
                  </a:outerShdw>
                </a:effectLst>
                <a:latin typeface="Times" pitchFamily="18" charset="0"/>
                <a:ea typeface="굴림" pitchFamily="50" charset="-127"/>
              </a:rPr>
              <a:t>11.1   FRAMING</a:t>
            </a:r>
          </a:p>
        </p:txBody>
      </p:sp>
      <p:sp>
        <p:nvSpPr>
          <p:cNvPr id="6148" name="Text Box 4">
            <a:extLst>
              <a:ext uri="{FF2B5EF4-FFF2-40B4-BE49-F238E27FC236}">
                <a16:creationId xmlns:a16="http://schemas.microsoft.com/office/drawing/2014/main" id="{6A3CF66B-B577-4C53-AA33-7AE61E709B31}"/>
              </a:ext>
            </a:extLst>
          </p:cNvPr>
          <p:cNvSpPr txBox="1">
            <a:spLocks noChangeArrowheads="1"/>
          </p:cNvSpPr>
          <p:nvPr/>
        </p:nvSpPr>
        <p:spPr bwMode="auto">
          <a:xfrm>
            <a:off x="8915400" y="6400800"/>
            <a:ext cx="2000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endParaRPr kumimoji="0" lang="ko-KR" altLang="ko-KR" sz="1800" b="1">
              <a:solidFill>
                <a:schemeClr val="tx1"/>
              </a:solidFill>
              <a:latin typeface="Times New Roman" panose="02020603050405020304" pitchFamily="18" charset="0"/>
              <a:ea typeface="굴림" panose="020B0600000101010101" pitchFamily="34" charset="-127"/>
            </a:endParaRPr>
          </a:p>
        </p:txBody>
      </p:sp>
      <p:sp>
        <p:nvSpPr>
          <p:cNvPr id="823301" name="Rectangle 5">
            <a:extLst>
              <a:ext uri="{FF2B5EF4-FFF2-40B4-BE49-F238E27FC236}">
                <a16:creationId xmlns:a16="http://schemas.microsoft.com/office/drawing/2014/main" id="{7FC81B64-9BD9-4D05-9CDF-8A61032084DB}"/>
              </a:ext>
            </a:extLst>
          </p:cNvPr>
          <p:cNvSpPr>
            <a:spLocks noChangeArrowheads="1"/>
          </p:cNvSpPr>
          <p:nvPr/>
        </p:nvSpPr>
        <p:spPr bwMode="auto">
          <a:xfrm>
            <a:off x="330200" y="1752600"/>
            <a:ext cx="8915400" cy="2654300"/>
          </a:xfrm>
          <a:prstGeom prst="rect">
            <a:avLst/>
          </a:prstGeom>
          <a:noFill/>
          <a:ln w="9525">
            <a:noFill/>
            <a:miter lim="800000"/>
            <a:headEnd/>
            <a:tailEnd/>
          </a:ln>
          <a:effectLst/>
        </p:spPr>
        <p:txBody>
          <a:bodyPr anchor="ctr">
            <a:spAutoFit/>
          </a:bodyPr>
          <a:lstStyle/>
          <a:p>
            <a:pPr algn="just" eaLnBrk="1" hangingPunct="1">
              <a:defRPr/>
            </a:pPr>
            <a:r>
              <a:rPr kumimoji="0" lang="en-US" altLang="ko-KR" sz="2800" b="1" dirty="0">
                <a:effectLst>
                  <a:outerShdw blurRad="38100" dist="38100" dir="2700000" algn="tl">
                    <a:srgbClr val="C0C0C0"/>
                  </a:outerShdw>
                </a:effectLst>
                <a:latin typeface="Times New Roman" panose="02020603050405020304" pitchFamily="18" charset="0"/>
                <a:ea typeface="굴림" pitchFamily="50" charset="-127"/>
                <a:cs typeface="Times New Roman" panose="02020603050405020304" pitchFamily="18" charset="0"/>
              </a:rPr>
              <a:t>The data link layer needs to pack bits into </a:t>
            </a:r>
            <a:r>
              <a:rPr kumimoji="0" lang="en-US" altLang="ko-KR" sz="2800" b="1" dirty="0">
                <a:solidFill>
                  <a:srgbClr val="FF0000"/>
                </a:solidFill>
                <a:effectLst>
                  <a:outerShdw blurRad="38100" dist="38100" dir="2700000" algn="tl">
                    <a:srgbClr val="C0C0C0"/>
                  </a:outerShdw>
                </a:effectLst>
                <a:latin typeface="Times New Roman" panose="02020603050405020304" pitchFamily="18" charset="0"/>
                <a:ea typeface="굴림" pitchFamily="50" charset="-127"/>
                <a:cs typeface="Times New Roman" panose="02020603050405020304" pitchFamily="18" charset="0"/>
              </a:rPr>
              <a:t>frames</a:t>
            </a:r>
            <a:r>
              <a:rPr kumimoji="0" lang="en-US" altLang="ko-KR" sz="2800" b="1" dirty="0">
                <a:effectLst>
                  <a:outerShdw blurRad="38100" dist="38100" dir="2700000" algn="tl">
                    <a:srgbClr val="C0C0C0"/>
                  </a:outerShdw>
                </a:effectLst>
                <a:latin typeface="Times New Roman" panose="02020603050405020304" pitchFamily="18" charset="0"/>
                <a:ea typeface="굴림" pitchFamily="50" charset="-127"/>
                <a:cs typeface="Times New Roman" panose="02020603050405020304" pitchFamily="18" charset="0"/>
              </a:rPr>
              <a:t>, so that each frame is distinguishable from another. Our postal system practices a type of framing. The simple act of inserting a letter into an envelope separates one piece of information from another; the envelope serves as the delimiter.</a:t>
            </a:r>
            <a:r>
              <a:rPr kumimoji="0" lang="en-US" altLang="ko-KR" sz="2800" b="1" i="1" dirty="0">
                <a:effectLst>
                  <a:outerShdw blurRad="38100" dist="38100" dir="2700000" algn="tl">
                    <a:srgbClr val="C0C0C0"/>
                  </a:outerShdw>
                </a:effectLst>
                <a:latin typeface="Times New Roman" panose="02020603050405020304" pitchFamily="18" charset="0"/>
                <a:ea typeface="굴림" pitchFamily="50" charset="-127"/>
                <a:cs typeface="Times New Roman" panose="02020603050405020304" pitchFamily="18" charset="0"/>
              </a:rPr>
              <a:t> </a:t>
            </a:r>
          </a:p>
        </p:txBody>
      </p:sp>
      <p:sp>
        <p:nvSpPr>
          <p:cNvPr id="6150" name="Rectangle 6">
            <a:extLst>
              <a:ext uri="{FF2B5EF4-FFF2-40B4-BE49-F238E27FC236}">
                <a16:creationId xmlns:a16="http://schemas.microsoft.com/office/drawing/2014/main" id="{1EEB91F7-3DB2-48E8-B81F-EC2B0B623619}"/>
              </a:ext>
            </a:extLst>
          </p:cNvPr>
          <p:cNvSpPr>
            <a:spLocks noChangeArrowheads="1"/>
          </p:cNvSpPr>
          <p:nvPr/>
        </p:nvSpPr>
        <p:spPr bwMode="auto">
          <a:xfrm>
            <a:off x="330200" y="5048250"/>
            <a:ext cx="72644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pPr>
              <a:buClr>
                <a:schemeClr val="tx1"/>
              </a:buClr>
              <a:buSzPct val="117000"/>
              <a:buFont typeface="Wingdings" panose="05000000000000000000" pitchFamily="2" charset="2"/>
              <a:buNone/>
            </a:pPr>
            <a:r>
              <a:rPr kumimoji="0" lang="en-US" altLang="ko-KR" sz="2400" b="1">
                <a:solidFill>
                  <a:srgbClr val="0033CC"/>
                </a:solidFill>
                <a:latin typeface="Times New Roman" panose="02020603050405020304" pitchFamily="18" charset="0"/>
                <a:ea typeface="굴림" panose="020B0600000101010101" pitchFamily="34" charset="-127"/>
              </a:rPr>
              <a:t>Fixed-Size Framing</a:t>
            </a:r>
            <a:br>
              <a:rPr kumimoji="0" lang="fr-FR" altLang="ko-KR" sz="2400" b="1">
                <a:solidFill>
                  <a:srgbClr val="0033CC"/>
                </a:solidFill>
                <a:latin typeface="Times New Roman" panose="02020603050405020304" pitchFamily="18" charset="0"/>
                <a:ea typeface="굴림" panose="020B0600000101010101" pitchFamily="34" charset="-127"/>
              </a:rPr>
            </a:br>
            <a:r>
              <a:rPr kumimoji="0" lang="fr-FR" altLang="ko-KR" sz="2400" b="1">
                <a:solidFill>
                  <a:srgbClr val="0033CC"/>
                </a:solidFill>
                <a:latin typeface="Times New Roman" panose="02020603050405020304" pitchFamily="18" charset="0"/>
                <a:ea typeface="굴림" panose="020B0600000101010101" pitchFamily="34" charset="-127"/>
              </a:rPr>
              <a:t>Variable-Size Framing</a:t>
            </a:r>
            <a:endParaRPr kumimoji="0" lang="en-US" altLang="ko-KR" sz="2400" b="1">
              <a:solidFill>
                <a:srgbClr val="0033CC"/>
              </a:solidFill>
              <a:latin typeface="Times New Roman" panose="02020603050405020304" pitchFamily="18" charset="0"/>
              <a:ea typeface="굴림" panose="020B0600000101010101" pitchFamily="34" charset="-127"/>
            </a:endParaRPr>
          </a:p>
        </p:txBody>
      </p:sp>
      <p:sp>
        <p:nvSpPr>
          <p:cNvPr id="823303" name="Text Box 7">
            <a:extLst>
              <a:ext uri="{FF2B5EF4-FFF2-40B4-BE49-F238E27FC236}">
                <a16:creationId xmlns:a16="http://schemas.microsoft.com/office/drawing/2014/main" id="{015E83E8-E873-4386-A41C-FBB0F0DE38A2}"/>
              </a:ext>
            </a:extLst>
          </p:cNvPr>
          <p:cNvSpPr txBox="1">
            <a:spLocks noChangeArrowheads="1"/>
          </p:cNvSpPr>
          <p:nvPr/>
        </p:nvSpPr>
        <p:spPr bwMode="auto">
          <a:xfrm>
            <a:off x="330200" y="4525963"/>
            <a:ext cx="4875213" cy="523875"/>
          </a:xfrm>
          <a:prstGeom prst="rect">
            <a:avLst/>
          </a:prstGeom>
          <a:noFill/>
          <a:ln w="76200" algn="ctr">
            <a:noFill/>
            <a:miter lim="800000"/>
            <a:headEnd/>
            <a:tailEnd/>
          </a:ln>
          <a:effectLst/>
        </p:spPr>
        <p:txBody>
          <a:bodyPr wrap="none">
            <a:spAutoFit/>
          </a:bodyPr>
          <a:lstStyle/>
          <a:p>
            <a:pPr algn="ctr">
              <a:defRPr/>
            </a:pPr>
            <a:r>
              <a:rPr kumimoji="0" lang="en-US" altLang="ko-KR" sz="2800" b="1" i="1" u="sng" dirty="0">
                <a:solidFill>
                  <a:schemeClr val="hlink"/>
                </a:solidFill>
                <a:effectLst>
                  <a:outerShdw blurRad="38100" dist="38100" dir="2700000" algn="tl">
                    <a:srgbClr val="C0C0C0"/>
                  </a:outerShdw>
                </a:effectLst>
                <a:latin typeface="Times New Roman" pitchFamily="18" charset="0"/>
                <a:ea typeface="굴림" pitchFamily="50" charset="-127"/>
              </a:rPr>
              <a:t>Topics discussed in this section: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5346" name="Rectangle 2">
            <a:extLst>
              <a:ext uri="{FF2B5EF4-FFF2-40B4-BE49-F238E27FC236}">
                <a16:creationId xmlns:a16="http://schemas.microsoft.com/office/drawing/2014/main" id="{6B635615-46F6-4467-A776-D08397D30E86}"/>
              </a:ext>
            </a:extLst>
          </p:cNvPr>
          <p:cNvSpPr>
            <a:spLocks noGrp="1" noChangeArrowheads="1"/>
          </p:cNvSpPr>
          <p:nvPr>
            <p:ph type="title"/>
          </p:nvPr>
        </p:nvSpPr>
        <p:spPr/>
        <p:txBody>
          <a:bodyPr/>
          <a:lstStyle/>
          <a:p>
            <a:pPr>
              <a:defRPr/>
            </a:pPr>
            <a:r>
              <a:rPr lang="en-US" altLang="ko-KR"/>
              <a:t>Framing</a:t>
            </a:r>
          </a:p>
        </p:txBody>
      </p:sp>
      <p:sp>
        <p:nvSpPr>
          <p:cNvPr id="4099" name="Rectangle 3">
            <a:extLst>
              <a:ext uri="{FF2B5EF4-FFF2-40B4-BE49-F238E27FC236}">
                <a16:creationId xmlns:a16="http://schemas.microsoft.com/office/drawing/2014/main" id="{3B319D45-3550-45A8-83E2-550F1B75A6BB}"/>
              </a:ext>
            </a:extLst>
          </p:cNvPr>
          <p:cNvSpPr>
            <a:spLocks noGrp="1" noChangeArrowheads="1"/>
          </p:cNvSpPr>
          <p:nvPr>
            <p:ph type="body" idx="1"/>
          </p:nvPr>
        </p:nvSpPr>
        <p:spPr>
          <a:xfrm>
            <a:off x="704850" y="692150"/>
            <a:ext cx="8588375" cy="5334000"/>
          </a:xfrm>
        </p:spPr>
        <p:txBody>
          <a:bodyPr/>
          <a:lstStyle/>
          <a:p>
            <a:pPr>
              <a:lnSpc>
                <a:spcPct val="100000"/>
              </a:lnSpc>
              <a:defRPr/>
            </a:pPr>
            <a:r>
              <a:rPr lang="en-US" altLang="ko-KR" dirty="0"/>
              <a:t>Fixed-Size Framing</a:t>
            </a:r>
          </a:p>
          <a:p>
            <a:pPr lvl="1">
              <a:defRPr/>
            </a:pPr>
            <a:r>
              <a:rPr lang="en-US" altLang="ko-KR" sz="2000" b="0" dirty="0"/>
              <a:t>There is no need for defining the boundaries of the frame. </a:t>
            </a:r>
          </a:p>
          <a:p>
            <a:pPr lvl="1">
              <a:defRPr/>
            </a:pPr>
            <a:r>
              <a:rPr lang="en-US" altLang="ko-KR" sz="2000" b="0" dirty="0"/>
              <a:t>The size itself can be used as a delimiter.</a:t>
            </a:r>
          </a:p>
          <a:p>
            <a:pPr lvl="1">
              <a:defRPr/>
            </a:pPr>
            <a:r>
              <a:rPr lang="en-US" altLang="ko-KR" sz="2000" b="0" dirty="0"/>
              <a:t>Example: </a:t>
            </a:r>
            <a:r>
              <a:rPr lang="en-US" sz="1800" b="0" dirty="0">
                <a:latin typeface="Times-Roman"/>
              </a:rPr>
              <a:t>ATM WAN.</a:t>
            </a:r>
            <a:endParaRPr lang="en-US" altLang="ko-KR" sz="2000" b="0" dirty="0"/>
          </a:p>
          <a:p>
            <a:pPr marL="457200" lvl="1" indent="0">
              <a:buFont typeface="Wingdings" panose="05000000000000000000" pitchFamily="2" charset="2"/>
              <a:buNone/>
              <a:defRPr/>
            </a:pPr>
            <a:endParaRPr lang="en-US" altLang="ko-KR" sz="2000" b="0" dirty="0"/>
          </a:p>
          <a:p>
            <a:pPr>
              <a:lnSpc>
                <a:spcPct val="100000"/>
              </a:lnSpc>
              <a:defRPr/>
            </a:pPr>
            <a:r>
              <a:rPr lang="en-US" altLang="ko-KR" b="0" dirty="0"/>
              <a:t> </a:t>
            </a:r>
            <a:r>
              <a:rPr lang="en-US" altLang="ko-KR" dirty="0"/>
              <a:t>Variable-Size Framing</a:t>
            </a:r>
          </a:p>
          <a:p>
            <a:pPr lvl="1">
              <a:defRPr/>
            </a:pPr>
            <a:r>
              <a:rPr lang="en-US" altLang="ko-KR" dirty="0"/>
              <a:t>Character-Oriented (</a:t>
            </a:r>
            <a:r>
              <a:rPr lang="en-US" i="1" dirty="0">
                <a:latin typeface="Times-Italic"/>
              </a:rPr>
              <a:t>or byte-oriented) </a:t>
            </a:r>
            <a:r>
              <a:rPr lang="en-US" altLang="ko-KR" dirty="0"/>
              <a:t>Protocols</a:t>
            </a:r>
          </a:p>
          <a:p>
            <a:pPr lvl="2">
              <a:defRPr/>
            </a:pPr>
            <a:r>
              <a:rPr lang="en-US" altLang="ko-KR" sz="1800" b="0" dirty="0"/>
              <a:t>Data to be carried are 8-bit characters from a coding system.</a:t>
            </a:r>
          </a:p>
          <a:p>
            <a:pPr lvl="1">
              <a:defRPr/>
            </a:pPr>
            <a:r>
              <a:rPr lang="en-US" altLang="ko-KR" dirty="0"/>
              <a:t>Bit-Oriented Protocols</a:t>
            </a:r>
          </a:p>
          <a:p>
            <a:pPr lvl="2">
              <a:defRPr/>
            </a:pPr>
            <a:r>
              <a:rPr lang="en-US" altLang="ko-KR" sz="1800" b="0" dirty="0"/>
              <a:t>The data section of a frame is a sequence of bits to be interpreted by the upper layer as text, graphic, audio, video, and so on.</a:t>
            </a:r>
          </a:p>
          <a:p>
            <a:pPr>
              <a:lnSpc>
                <a:spcPct val="100000"/>
              </a:lnSpc>
              <a:defRPr/>
            </a:pPr>
            <a:endParaRPr lang="en-US" altLang="ko-KR" sz="1800" b="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Rectangle 2">
            <a:extLst>
              <a:ext uri="{FF2B5EF4-FFF2-40B4-BE49-F238E27FC236}">
                <a16:creationId xmlns:a16="http://schemas.microsoft.com/office/drawing/2014/main" id="{009A1C60-2BF9-484D-B4FD-795FBF11E852}"/>
              </a:ext>
            </a:extLst>
          </p:cNvPr>
          <p:cNvSpPr>
            <a:spLocks noGrp="1" noChangeArrowheads="1"/>
          </p:cNvSpPr>
          <p:nvPr>
            <p:ph type="title"/>
          </p:nvPr>
        </p:nvSpPr>
        <p:spPr/>
        <p:txBody>
          <a:bodyPr/>
          <a:lstStyle/>
          <a:p>
            <a:pPr>
              <a:defRPr/>
            </a:pPr>
            <a:r>
              <a:rPr lang="en-US" altLang="ko-KR" dirty="0"/>
              <a:t>Framing</a:t>
            </a:r>
          </a:p>
        </p:txBody>
      </p:sp>
      <p:sp>
        <p:nvSpPr>
          <p:cNvPr id="9219" name="Rectangle 3">
            <a:extLst>
              <a:ext uri="{FF2B5EF4-FFF2-40B4-BE49-F238E27FC236}">
                <a16:creationId xmlns:a16="http://schemas.microsoft.com/office/drawing/2014/main" id="{183D6D5F-C53D-4A9A-87AA-F983D3466E5C}"/>
              </a:ext>
            </a:extLst>
          </p:cNvPr>
          <p:cNvSpPr>
            <a:spLocks noGrp="1" noChangeArrowheads="1"/>
          </p:cNvSpPr>
          <p:nvPr>
            <p:ph type="body" idx="1"/>
          </p:nvPr>
        </p:nvSpPr>
        <p:spPr/>
        <p:txBody>
          <a:bodyPr/>
          <a:lstStyle/>
          <a:p>
            <a:pPr algn="just">
              <a:lnSpc>
                <a:spcPct val="150000"/>
              </a:lnSpc>
            </a:pPr>
            <a:r>
              <a:rPr lang="en-US" altLang="ko-KR" dirty="0"/>
              <a:t> Character-Oriented Protocols</a:t>
            </a:r>
          </a:p>
          <a:p>
            <a:pPr lvl="1" algn="just">
              <a:lnSpc>
                <a:spcPct val="150000"/>
              </a:lnSpc>
            </a:pPr>
            <a:r>
              <a:rPr lang="en-US" altLang="ko-KR" dirty="0"/>
              <a:t>To separate one frame from the next, an 8-bit(1 byte) flag, composed of protocol-dependent special characters, is added at the beginning and the end of a frame. </a:t>
            </a:r>
          </a:p>
          <a:p>
            <a:pPr lvl="1" algn="just">
              <a:lnSpc>
                <a:spcPct val="150000"/>
              </a:lnSpc>
            </a:pPr>
            <a:endParaRPr lang="en-US" altLang="ko-KR" dirty="0"/>
          </a:p>
        </p:txBody>
      </p:sp>
      <p:sp>
        <p:nvSpPr>
          <p:cNvPr id="9220" name="Text Box 4">
            <a:extLst>
              <a:ext uri="{FF2B5EF4-FFF2-40B4-BE49-F238E27FC236}">
                <a16:creationId xmlns:a16="http://schemas.microsoft.com/office/drawing/2014/main" id="{85AC4D2E-C482-4511-BF41-492709CE02A1}"/>
              </a:ext>
            </a:extLst>
          </p:cNvPr>
          <p:cNvSpPr txBox="1">
            <a:spLocks noChangeArrowheads="1"/>
          </p:cNvSpPr>
          <p:nvPr/>
        </p:nvSpPr>
        <p:spPr bwMode="auto">
          <a:xfrm>
            <a:off x="1925637" y="3768080"/>
            <a:ext cx="60547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2400" b="1" dirty="0">
                <a:solidFill>
                  <a:schemeClr val="folHlink"/>
                </a:solidFill>
                <a:latin typeface="Times New Roman" panose="02020603050405020304" pitchFamily="18" charset="0"/>
                <a:ea typeface="굴림" panose="020B0600000101010101" pitchFamily="34" charset="-127"/>
              </a:rPr>
              <a:t>Figure 11.1  </a:t>
            </a:r>
            <a:r>
              <a:rPr kumimoji="0" lang="en-US" altLang="ko-KR" sz="2000" b="1" i="1" dirty="0">
                <a:latin typeface="Times New Roman" panose="02020603050405020304" pitchFamily="18" charset="0"/>
                <a:ea typeface="굴림" panose="020B0600000101010101" pitchFamily="34" charset="-127"/>
              </a:rPr>
              <a:t>A frame in a character-oriented protocol</a:t>
            </a:r>
          </a:p>
        </p:txBody>
      </p:sp>
      <p:pic>
        <p:nvPicPr>
          <p:cNvPr id="9221" name="Picture 5">
            <a:extLst>
              <a:ext uri="{FF2B5EF4-FFF2-40B4-BE49-F238E27FC236}">
                <a16:creationId xmlns:a16="http://schemas.microsoft.com/office/drawing/2014/main" id="{2E744E73-67C7-440D-8A57-F526106632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3980" y="4377680"/>
            <a:ext cx="7158038"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42" name="Rectangle 2">
            <a:extLst>
              <a:ext uri="{FF2B5EF4-FFF2-40B4-BE49-F238E27FC236}">
                <a16:creationId xmlns:a16="http://schemas.microsoft.com/office/drawing/2014/main" id="{52E55561-F770-45E3-B50B-C74D94AE0727}"/>
              </a:ext>
            </a:extLst>
          </p:cNvPr>
          <p:cNvSpPr>
            <a:spLocks noGrp="1" noChangeArrowheads="1"/>
          </p:cNvSpPr>
          <p:nvPr>
            <p:ph type="title"/>
          </p:nvPr>
        </p:nvSpPr>
        <p:spPr/>
        <p:txBody>
          <a:bodyPr/>
          <a:lstStyle/>
          <a:p>
            <a:pPr>
              <a:defRPr/>
            </a:pPr>
            <a:r>
              <a:rPr lang="en-US" altLang="ko-KR"/>
              <a:t>Framing</a:t>
            </a:r>
          </a:p>
        </p:txBody>
      </p:sp>
      <p:sp>
        <p:nvSpPr>
          <p:cNvPr id="10243" name="Rectangle 3">
            <a:extLst>
              <a:ext uri="{FF2B5EF4-FFF2-40B4-BE49-F238E27FC236}">
                <a16:creationId xmlns:a16="http://schemas.microsoft.com/office/drawing/2014/main" id="{0E749BED-8753-4A93-B77D-DE6DB29384B8}"/>
              </a:ext>
            </a:extLst>
          </p:cNvPr>
          <p:cNvSpPr>
            <a:spLocks noGrp="1" noChangeArrowheads="1"/>
          </p:cNvSpPr>
          <p:nvPr>
            <p:ph type="body" idx="1"/>
          </p:nvPr>
        </p:nvSpPr>
        <p:spPr/>
        <p:txBody>
          <a:bodyPr/>
          <a:lstStyle/>
          <a:p>
            <a:pPr>
              <a:lnSpc>
                <a:spcPct val="150000"/>
              </a:lnSpc>
            </a:pPr>
            <a:r>
              <a:rPr lang="en-US" altLang="ko-KR" dirty="0"/>
              <a:t> Character-Oriented Protocols</a:t>
            </a:r>
          </a:p>
          <a:p>
            <a:pPr lvl="1">
              <a:lnSpc>
                <a:spcPct val="150000"/>
              </a:lnSpc>
            </a:pPr>
            <a:r>
              <a:rPr lang="en-US" altLang="ko-KR" dirty="0"/>
              <a:t>Any pattern used for the flag could also be part of the information.</a:t>
            </a:r>
          </a:p>
          <a:p>
            <a:pPr lvl="1">
              <a:lnSpc>
                <a:spcPct val="150000"/>
              </a:lnSpc>
            </a:pPr>
            <a:r>
              <a:rPr lang="en-US" altLang="ko-KR" dirty="0"/>
              <a:t>To fix this problem, a byte-stuffing strategy was added to character-oriented framings.</a:t>
            </a:r>
          </a:p>
        </p:txBody>
      </p:sp>
      <p:sp>
        <p:nvSpPr>
          <p:cNvPr id="10244" name="Rectangle 7">
            <a:extLst>
              <a:ext uri="{FF2B5EF4-FFF2-40B4-BE49-F238E27FC236}">
                <a16:creationId xmlns:a16="http://schemas.microsoft.com/office/drawing/2014/main" id="{464C3EA9-4CE6-4531-9A6C-D012CF61BDAB}"/>
              </a:ext>
            </a:extLst>
          </p:cNvPr>
          <p:cNvSpPr>
            <a:spLocks noChangeArrowheads="1"/>
          </p:cNvSpPr>
          <p:nvPr/>
        </p:nvSpPr>
        <p:spPr bwMode="auto">
          <a:xfrm>
            <a:off x="992188" y="4365625"/>
            <a:ext cx="8077200" cy="1373188"/>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pPr algn="ctr"/>
            <a:r>
              <a:rPr kumimoji="0" lang="en-US" altLang="ko-KR" sz="2800" b="1" dirty="0">
                <a:latin typeface="Times" panose="02020603050405020304" pitchFamily="18" charset="0"/>
                <a:ea typeface="굴림" panose="020B0600000101010101" pitchFamily="34" charset="-127"/>
                <a:cs typeface="Times" panose="02020603050405020304" pitchFamily="18" charset="0"/>
              </a:rPr>
              <a:t>Byte stuffing is the process of adding 1 extra byte (ESC-predefined bit pattern) whenever there is a flag or escape character in the text.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0466" name="Rectangle 2">
            <a:extLst>
              <a:ext uri="{FF2B5EF4-FFF2-40B4-BE49-F238E27FC236}">
                <a16:creationId xmlns:a16="http://schemas.microsoft.com/office/drawing/2014/main" id="{D7AA5681-C09F-4BF6-AA43-A92E26EDFAF4}"/>
              </a:ext>
            </a:extLst>
          </p:cNvPr>
          <p:cNvSpPr>
            <a:spLocks noGrp="1" noChangeArrowheads="1"/>
          </p:cNvSpPr>
          <p:nvPr>
            <p:ph type="title"/>
          </p:nvPr>
        </p:nvSpPr>
        <p:spPr/>
        <p:txBody>
          <a:bodyPr/>
          <a:lstStyle/>
          <a:p>
            <a:pPr>
              <a:defRPr/>
            </a:pPr>
            <a:r>
              <a:rPr lang="en-US" altLang="ko-KR"/>
              <a:t>Character-Oriented Protocols</a:t>
            </a:r>
          </a:p>
        </p:txBody>
      </p:sp>
      <p:sp>
        <p:nvSpPr>
          <p:cNvPr id="11267" name="Rectangle 3">
            <a:extLst>
              <a:ext uri="{FF2B5EF4-FFF2-40B4-BE49-F238E27FC236}">
                <a16:creationId xmlns:a16="http://schemas.microsoft.com/office/drawing/2014/main" id="{9C238F95-F6A6-408C-8442-39FD8E61F61C}"/>
              </a:ext>
            </a:extLst>
          </p:cNvPr>
          <p:cNvSpPr>
            <a:spLocks noGrp="1" noChangeArrowheads="1"/>
          </p:cNvSpPr>
          <p:nvPr>
            <p:ph type="body" idx="1"/>
          </p:nvPr>
        </p:nvSpPr>
        <p:spPr>
          <a:xfrm>
            <a:off x="704850" y="692150"/>
            <a:ext cx="8588375" cy="5334000"/>
          </a:xfrm>
        </p:spPr>
        <p:txBody>
          <a:bodyPr/>
          <a:lstStyle/>
          <a:p>
            <a:pPr>
              <a:lnSpc>
                <a:spcPct val="100000"/>
              </a:lnSpc>
            </a:pPr>
            <a:r>
              <a:rPr lang="en-US" altLang="ko-KR" sz="2200" dirty="0"/>
              <a:t>Whenever the receiver encounters the ESC character, receiver removes it from the data section and treats the next character as data, not a delimiting flag.</a:t>
            </a:r>
          </a:p>
          <a:p>
            <a:pPr>
              <a:lnSpc>
                <a:spcPct val="100000"/>
              </a:lnSpc>
            </a:pPr>
            <a:r>
              <a:rPr lang="en-US" altLang="ko-KR" sz="2200" dirty="0"/>
              <a:t>The escape characters (ESC) that are part of the text must also be marked by another escape character (ESC).</a:t>
            </a:r>
          </a:p>
          <a:p>
            <a:pPr lvl="1">
              <a:lnSpc>
                <a:spcPct val="150000"/>
              </a:lnSpc>
            </a:pPr>
            <a:endParaRPr lang="en-US" altLang="ko-KR" sz="2000" dirty="0"/>
          </a:p>
          <a:p>
            <a:pPr lvl="1">
              <a:lnSpc>
                <a:spcPct val="150000"/>
              </a:lnSpc>
            </a:pPr>
            <a:endParaRPr lang="en-US" altLang="ko-KR" sz="2000" dirty="0"/>
          </a:p>
        </p:txBody>
      </p:sp>
      <p:sp>
        <p:nvSpPr>
          <p:cNvPr id="11268" name="Text Box 6">
            <a:extLst>
              <a:ext uri="{FF2B5EF4-FFF2-40B4-BE49-F238E27FC236}">
                <a16:creationId xmlns:a16="http://schemas.microsoft.com/office/drawing/2014/main" id="{096F0B12-87AB-450D-A194-ED9B42F031B0}"/>
              </a:ext>
            </a:extLst>
          </p:cNvPr>
          <p:cNvSpPr txBox="1">
            <a:spLocks noChangeArrowheads="1"/>
          </p:cNvSpPr>
          <p:nvPr/>
        </p:nvSpPr>
        <p:spPr bwMode="auto">
          <a:xfrm>
            <a:off x="1244599" y="2859932"/>
            <a:ext cx="741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pPr algn="ctr"/>
            <a:r>
              <a:rPr kumimoji="0" lang="en-US" altLang="ko-KR" sz="2400" b="1" dirty="0">
                <a:solidFill>
                  <a:schemeClr val="folHlink"/>
                </a:solidFill>
                <a:latin typeface="Times New Roman" panose="02020603050405020304" pitchFamily="18" charset="0"/>
                <a:ea typeface="굴림" panose="020B0600000101010101" pitchFamily="34" charset="-127"/>
              </a:rPr>
              <a:t>Figure 11.2 </a:t>
            </a:r>
            <a:r>
              <a:rPr kumimoji="0" lang="en-US" altLang="ko-KR" sz="2000" b="1" i="1" dirty="0">
                <a:latin typeface="Times New Roman" panose="02020603050405020304" pitchFamily="18" charset="0"/>
                <a:ea typeface="굴림" panose="020B0600000101010101" pitchFamily="34" charset="-127"/>
              </a:rPr>
              <a:t>Byte stuffing and unstuffing</a:t>
            </a:r>
          </a:p>
        </p:txBody>
      </p:sp>
      <p:pic>
        <p:nvPicPr>
          <p:cNvPr id="11269" name="Picture 7">
            <a:extLst>
              <a:ext uri="{FF2B5EF4-FFF2-40B4-BE49-F238E27FC236}">
                <a16:creationId xmlns:a16="http://schemas.microsoft.com/office/drawing/2014/main" id="{2A58563D-E558-4A0E-AC39-B714B43DB7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9886" y="3411089"/>
            <a:ext cx="6626225" cy="284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8418" name="Rectangle 2">
            <a:extLst>
              <a:ext uri="{FF2B5EF4-FFF2-40B4-BE49-F238E27FC236}">
                <a16:creationId xmlns:a16="http://schemas.microsoft.com/office/drawing/2014/main" id="{977A6443-8CFA-4E32-921E-A8EF76321AC7}"/>
              </a:ext>
            </a:extLst>
          </p:cNvPr>
          <p:cNvSpPr>
            <a:spLocks noGrp="1" noChangeArrowheads="1"/>
          </p:cNvSpPr>
          <p:nvPr>
            <p:ph type="title"/>
          </p:nvPr>
        </p:nvSpPr>
        <p:spPr/>
        <p:txBody>
          <a:bodyPr/>
          <a:lstStyle/>
          <a:p>
            <a:pPr>
              <a:defRPr/>
            </a:pPr>
            <a:r>
              <a:rPr lang="en-US" altLang="ko-KR"/>
              <a:t>Bit-Oriented Protocols</a:t>
            </a:r>
          </a:p>
        </p:txBody>
      </p:sp>
      <p:sp>
        <p:nvSpPr>
          <p:cNvPr id="12291" name="Rectangle 3">
            <a:extLst>
              <a:ext uri="{FF2B5EF4-FFF2-40B4-BE49-F238E27FC236}">
                <a16:creationId xmlns:a16="http://schemas.microsoft.com/office/drawing/2014/main" id="{88BECA7B-296D-44CA-BDC8-B38F8D2295E2}"/>
              </a:ext>
            </a:extLst>
          </p:cNvPr>
          <p:cNvSpPr>
            <a:spLocks noGrp="1" noChangeArrowheads="1"/>
          </p:cNvSpPr>
          <p:nvPr>
            <p:ph type="body" idx="1"/>
          </p:nvPr>
        </p:nvSpPr>
        <p:spPr/>
        <p:txBody>
          <a:bodyPr/>
          <a:lstStyle/>
          <a:p>
            <a:pPr>
              <a:lnSpc>
                <a:spcPct val="150000"/>
              </a:lnSpc>
            </a:pPr>
            <a:r>
              <a:rPr lang="en-US" altLang="ko-KR"/>
              <a:t>Bit-Oriented Protocols</a:t>
            </a:r>
          </a:p>
          <a:p>
            <a:pPr lvl="1">
              <a:lnSpc>
                <a:spcPct val="150000"/>
              </a:lnSpc>
            </a:pPr>
            <a:r>
              <a:rPr lang="en-US" altLang="ko-KR"/>
              <a:t>Most protocols use a special 8-bit pattern flag 01111110 as the delimiter to define the beginning and the end of the frame.</a:t>
            </a:r>
          </a:p>
          <a:p>
            <a:pPr lvl="1">
              <a:lnSpc>
                <a:spcPct val="150000"/>
              </a:lnSpc>
            </a:pPr>
            <a:endParaRPr lang="en-US" altLang="ko-KR"/>
          </a:p>
        </p:txBody>
      </p:sp>
      <p:sp>
        <p:nvSpPr>
          <p:cNvPr id="12292" name="Text Box 4">
            <a:extLst>
              <a:ext uri="{FF2B5EF4-FFF2-40B4-BE49-F238E27FC236}">
                <a16:creationId xmlns:a16="http://schemas.microsoft.com/office/drawing/2014/main" id="{5E1ACD53-C107-4929-BEDC-A25D654EAB93}"/>
              </a:ext>
            </a:extLst>
          </p:cNvPr>
          <p:cNvSpPr txBox="1">
            <a:spLocks noChangeArrowheads="1"/>
          </p:cNvSpPr>
          <p:nvPr/>
        </p:nvSpPr>
        <p:spPr bwMode="auto">
          <a:xfrm>
            <a:off x="2292350" y="3429162"/>
            <a:ext cx="5321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2400" b="1" dirty="0">
                <a:solidFill>
                  <a:schemeClr val="folHlink"/>
                </a:solidFill>
                <a:latin typeface="Times New Roman" panose="02020603050405020304" pitchFamily="18" charset="0"/>
                <a:ea typeface="굴림" panose="020B0600000101010101" pitchFamily="34" charset="-127"/>
              </a:rPr>
              <a:t>Figure 11.3  </a:t>
            </a:r>
            <a:r>
              <a:rPr kumimoji="0" lang="en-US" altLang="ko-KR" sz="2000" b="1" i="1" dirty="0">
                <a:latin typeface="Times New Roman" panose="02020603050405020304" pitchFamily="18" charset="0"/>
                <a:ea typeface="굴림" panose="020B0600000101010101" pitchFamily="34" charset="-127"/>
              </a:rPr>
              <a:t>A frame in a bit-oriented protocol</a:t>
            </a:r>
          </a:p>
        </p:txBody>
      </p:sp>
      <p:pic>
        <p:nvPicPr>
          <p:cNvPr id="12293" name="Picture 5">
            <a:extLst>
              <a:ext uri="{FF2B5EF4-FFF2-40B4-BE49-F238E27FC236}">
                <a16:creationId xmlns:a16="http://schemas.microsoft.com/office/drawing/2014/main" id="{622BFF06-5DBD-493B-9247-8C2D8582F4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9562" y="4221088"/>
            <a:ext cx="6800850" cy="126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4562" name="Rectangle 2">
            <a:extLst>
              <a:ext uri="{FF2B5EF4-FFF2-40B4-BE49-F238E27FC236}">
                <a16:creationId xmlns:a16="http://schemas.microsoft.com/office/drawing/2014/main" id="{CB37449C-F225-4A6B-8E19-67AA6A29B4BE}"/>
              </a:ext>
            </a:extLst>
          </p:cNvPr>
          <p:cNvSpPr>
            <a:spLocks noGrp="1" noChangeArrowheads="1"/>
          </p:cNvSpPr>
          <p:nvPr>
            <p:ph type="title"/>
          </p:nvPr>
        </p:nvSpPr>
        <p:spPr/>
        <p:txBody>
          <a:bodyPr/>
          <a:lstStyle/>
          <a:p>
            <a:pPr>
              <a:defRPr/>
            </a:pPr>
            <a:r>
              <a:rPr lang="en-US" altLang="ko-KR"/>
              <a:t>Bit-Oriented Protocols</a:t>
            </a:r>
          </a:p>
        </p:txBody>
      </p:sp>
      <p:sp>
        <p:nvSpPr>
          <p:cNvPr id="13315" name="Rectangle 3">
            <a:extLst>
              <a:ext uri="{FF2B5EF4-FFF2-40B4-BE49-F238E27FC236}">
                <a16:creationId xmlns:a16="http://schemas.microsoft.com/office/drawing/2014/main" id="{833C659F-FD93-409B-900D-003D43FDF122}"/>
              </a:ext>
            </a:extLst>
          </p:cNvPr>
          <p:cNvSpPr>
            <a:spLocks noGrp="1" noChangeArrowheads="1"/>
          </p:cNvSpPr>
          <p:nvPr>
            <p:ph type="body" idx="1"/>
          </p:nvPr>
        </p:nvSpPr>
        <p:spPr/>
        <p:txBody>
          <a:bodyPr/>
          <a:lstStyle/>
          <a:p>
            <a:pPr>
              <a:lnSpc>
                <a:spcPct val="110000"/>
              </a:lnSpc>
              <a:buFont typeface="Wingdings" panose="05000000000000000000" pitchFamily="2" charset="2"/>
              <a:buChar char="v"/>
            </a:pPr>
            <a:r>
              <a:rPr lang="en-US" altLang="ko-KR"/>
              <a:t>This flag can create the same problem in the byte-oriented protocol.</a:t>
            </a:r>
          </a:p>
          <a:p>
            <a:pPr>
              <a:lnSpc>
                <a:spcPct val="110000"/>
              </a:lnSpc>
              <a:buFont typeface="Wingdings" panose="05000000000000000000" pitchFamily="2" charset="2"/>
              <a:buChar char="v"/>
            </a:pPr>
            <a:r>
              <a:rPr lang="en-US" altLang="ko-KR"/>
              <a:t>We do this by stuffing 1 single bit (instead of 1 byte) to prevent the pattern from looking like a flag. The strategy is called Bit Stuffing.</a:t>
            </a:r>
          </a:p>
          <a:p>
            <a:pPr>
              <a:lnSpc>
                <a:spcPct val="110000"/>
              </a:lnSpc>
              <a:buFont typeface="Wingdings" panose="05000000000000000000" pitchFamily="2" charset="2"/>
              <a:buChar char="v"/>
            </a:pPr>
            <a:r>
              <a:rPr kumimoji="0" lang="en-US" altLang="ko-KR"/>
              <a:t>Bit stuffing is the process of adding one extra 0 whenever five consecutive 1s follow a 0 in the data, so that the receiver does not mistake the pattern 0111110 for a flag.</a:t>
            </a:r>
          </a:p>
          <a:p>
            <a:pPr>
              <a:lnSpc>
                <a:spcPct val="110000"/>
              </a:lnSpc>
              <a:buFont typeface="Wingdings" panose="05000000000000000000" pitchFamily="2" charset="2"/>
              <a:buChar char="v"/>
            </a:pPr>
            <a:r>
              <a:rPr kumimoji="0" lang="en-US" altLang="ko-KR"/>
              <a:t>This extra stuffed bit is removed from the data by the receiver</a:t>
            </a:r>
            <a:endParaRPr lang="en-US" altLang="ko-K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5586" name="Rectangle 2">
            <a:extLst>
              <a:ext uri="{FF2B5EF4-FFF2-40B4-BE49-F238E27FC236}">
                <a16:creationId xmlns:a16="http://schemas.microsoft.com/office/drawing/2014/main" id="{A43AFE0E-39E1-4853-9086-1239F97B1970}"/>
              </a:ext>
            </a:extLst>
          </p:cNvPr>
          <p:cNvSpPr>
            <a:spLocks noGrp="1" noChangeArrowheads="1"/>
          </p:cNvSpPr>
          <p:nvPr>
            <p:ph type="title"/>
          </p:nvPr>
        </p:nvSpPr>
        <p:spPr/>
        <p:txBody>
          <a:bodyPr/>
          <a:lstStyle/>
          <a:p>
            <a:pPr>
              <a:defRPr/>
            </a:pPr>
            <a:r>
              <a:rPr lang="en-US" altLang="ko-KR"/>
              <a:t>Bit-Oriented Protocols</a:t>
            </a:r>
          </a:p>
        </p:txBody>
      </p:sp>
      <p:sp>
        <p:nvSpPr>
          <p:cNvPr id="14339" name="Text Box 4">
            <a:extLst>
              <a:ext uri="{FF2B5EF4-FFF2-40B4-BE49-F238E27FC236}">
                <a16:creationId xmlns:a16="http://schemas.microsoft.com/office/drawing/2014/main" id="{C2F631EF-F0AF-4F54-91A6-0A962FE83512}"/>
              </a:ext>
            </a:extLst>
          </p:cNvPr>
          <p:cNvSpPr txBox="1">
            <a:spLocks noChangeArrowheads="1"/>
          </p:cNvSpPr>
          <p:nvPr/>
        </p:nvSpPr>
        <p:spPr bwMode="auto">
          <a:xfrm>
            <a:off x="2643981" y="1120503"/>
            <a:ext cx="46180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2400" b="1" dirty="0">
                <a:solidFill>
                  <a:schemeClr val="folHlink"/>
                </a:solidFill>
                <a:latin typeface="Times New Roman" panose="02020603050405020304" pitchFamily="18" charset="0"/>
                <a:ea typeface="굴림" panose="020B0600000101010101" pitchFamily="34" charset="-127"/>
              </a:rPr>
              <a:t>Figure 11.4  </a:t>
            </a:r>
            <a:r>
              <a:rPr kumimoji="0" lang="en-US" altLang="ko-KR" sz="2000" b="1" i="1" dirty="0">
                <a:latin typeface="Times New Roman" panose="02020603050405020304" pitchFamily="18" charset="0"/>
                <a:ea typeface="굴림" panose="020B0600000101010101" pitchFamily="34" charset="-127"/>
              </a:rPr>
              <a:t>Bit stuffing and unstuffing</a:t>
            </a:r>
          </a:p>
        </p:txBody>
      </p:sp>
      <p:pic>
        <p:nvPicPr>
          <p:cNvPr id="14340" name="Picture 5">
            <a:extLst>
              <a:ext uri="{FF2B5EF4-FFF2-40B4-BE49-F238E27FC236}">
                <a16:creationId xmlns:a16="http://schemas.microsoft.com/office/drawing/2014/main" id="{D7ACF99F-44A2-4AA8-A7D5-FA2A8AEFA0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8813" y="1916113"/>
            <a:ext cx="5776912" cy="409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6610" name="Rectangle 2">
            <a:extLst>
              <a:ext uri="{FF2B5EF4-FFF2-40B4-BE49-F238E27FC236}">
                <a16:creationId xmlns:a16="http://schemas.microsoft.com/office/drawing/2014/main" id="{AB53BD43-FA80-4131-87A2-4EF4500D8AEE}"/>
              </a:ext>
            </a:extLst>
          </p:cNvPr>
          <p:cNvSpPr>
            <a:spLocks noChangeArrowheads="1"/>
          </p:cNvSpPr>
          <p:nvPr/>
        </p:nvSpPr>
        <p:spPr bwMode="auto">
          <a:xfrm>
            <a:off x="0" y="0"/>
            <a:ext cx="9906000" cy="1371600"/>
          </a:xfrm>
          <a:prstGeom prst="rect">
            <a:avLst/>
          </a:prstGeom>
          <a:solidFill>
            <a:srgbClr val="33CCFF"/>
          </a:solidFill>
          <a:ln w="28575">
            <a:solidFill>
              <a:srgbClr val="82107A"/>
            </a:solidFill>
            <a:miter lim="800000"/>
            <a:headEnd/>
            <a:tailEnd/>
          </a:ln>
          <a:effectLst/>
        </p:spPr>
        <p:txBody>
          <a:bodyPr wrap="none" anchor="ctr"/>
          <a:lstStyle/>
          <a:p>
            <a:pPr algn="ctr">
              <a:defRPr/>
            </a:pPr>
            <a:endParaRPr kumimoji="0" lang="ko-KR" altLang="ko-KR" sz="3200" b="1">
              <a:solidFill>
                <a:schemeClr val="accent1"/>
              </a:solidFill>
              <a:effectLst>
                <a:outerShdw blurRad="38100" dist="38100" dir="2700000" algn="tl">
                  <a:srgbClr val="000000"/>
                </a:outerShdw>
              </a:effectLst>
              <a:latin typeface="Times New Roman" pitchFamily="18" charset="0"/>
              <a:ea typeface="굴림" pitchFamily="50" charset="-127"/>
            </a:endParaRPr>
          </a:p>
        </p:txBody>
      </p:sp>
      <p:sp>
        <p:nvSpPr>
          <p:cNvPr id="836611" name="Text Box 3">
            <a:extLst>
              <a:ext uri="{FF2B5EF4-FFF2-40B4-BE49-F238E27FC236}">
                <a16:creationId xmlns:a16="http://schemas.microsoft.com/office/drawing/2014/main" id="{0B1205EA-D6DF-43C2-BCE7-46E0663CA80A}"/>
              </a:ext>
            </a:extLst>
          </p:cNvPr>
          <p:cNvSpPr txBox="1">
            <a:spLocks noChangeArrowheads="1"/>
          </p:cNvSpPr>
          <p:nvPr/>
        </p:nvSpPr>
        <p:spPr bwMode="auto">
          <a:xfrm>
            <a:off x="247650" y="406400"/>
            <a:ext cx="7151688" cy="579438"/>
          </a:xfrm>
          <a:prstGeom prst="rect">
            <a:avLst/>
          </a:prstGeom>
          <a:noFill/>
          <a:ln w="9525">
            <a:noFill/>
            <a:miter lim="800000"/>
            <a:headEnd/>
            <a:tailEnd/>
          </a:ln>
          <a:effectLst/>
        </p:spPr>
        <p:txBody>
          <a:bodyPr wrap="none">
            <a:spAutoFit/>
          </a:bodyPr>
          <a:lstStyle/>
          <a:p>
            <a:pPr>
              <a:defRPr/>
            </a:pPr>
            <a:r>
              <a:rPr kumimoji="0" lang="en-US" altLang="ko-KR" sz="3200" b="1">
                <a:effectLst>
                  <a:outerShdw blurRad="38100" dist="38100" dir="2700000" algn="tl">
                    <a:srgbClr val="C0C0C0"/>
                  </a:outerShdw>
                </a:effectLst>
                <a:latin typeface="Times" pitchFamily="18" charset="0"/>
                <a:ea typeface="굴림" pitchFamily="50" charset="-127"/>
              </a:rPr>
              <a:t>11.2   FLOW AND ERROR CONTROL</a:t>
            </a:r>
          </a:p>
        </p:txBody>
      </p:sp>
      <p:sp>
        <p:nvSpPr>
          <p:cNvPr id="15364" name="Text Box 4">
            <a:extLst>
              <a:ext uri="{FF2B5EF4-FFF2-40B4-BE49-F238E27FC236}">
                <a16:creationId xmlns:a16="http://schemas.microsoft.com/office/drawing/2014/main" id="{275FDE3D-4D34-4500-A992-A4D9853270D2}"/>
              </a:ext>
            </a:extLst>
          </p:cNvPr>
          <p:cNvSpPr txBox="1">
            <a:spLocks noChangeArrowheads="1"/>
          </p:cNvSpPr>
          <p:nvPr/>
        </p:nvSpPr>
        <p:spPr bwMode="auto">
          <a:xfrm>
            <a:off x="8915400" y="6400800"/>
            <a:ext cx="2000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endParaRPr kumimoji="0" lang="ko-KR" altLang="ko-KR" sz="1800" b="1">
              <a:solidFill>
                <a:schemeClr val="tx1"/>
              </a:solidFill>
              <a:latin typeface="Times New Roman" panose="02020603050405020304" pitchFamily="18" charset="0"/>
              <a:ea typeface="굴림" panose="020B0600000101010101" pitchFamily="34" charset="-127"/>
            </a:endParaRPr>
          </a:p>
        </p:txBody>
      </p:sp>
      <p:sp>
        <p:nvSpPr>
          <p:cNvPr id="836613" name="Rectangle 5">
            <a:extLst>
              <a:ext uri="{FF2B5EF4-FFF2-40B4-BE49-F238E27FC236}">
                <a16:creationId xmlns:a16="http://schemas.microsoft.com/office/drawing/2014/main" id="{6ACED1BD-AC39-4689-BFA9-3106D8138147}"/>
              </a:ext>
            </a:extLst>
          </p:cNvPr>
          <p:cNvSpPr>
            <a:spLocks noChangeArrowheads="1"/>
          </p:cNvSpPr>
          <p:nvPr/>
        </p:nvSpPr>
        <p:spPr bwMode="auto">
          <a:xfrm>
            <a:off x="330200" y="1595438"/>
            <a:ext cx="8915400" cy="1373187"/>
          </a:xfrm>
          <a:prstGeom prst="rect">
            <a:avLst/>
          </a:prstGeom>
          <a:noFill/>
          <a:ln w="9525">
            <a:noFill/>
            <a:miter lim="800000"/>
            <a:headEnd/>
            <a:tailEnd/>
          </a:ln>
          <a:effectLst/>
        </p:spPr>
        <p:txBody>
          <a:bodyPr anchor="ctr">
            <a:spAutoFit/>
          </a:bodyPr>
          <a:lstStyle/>
          <a:p>
            <a:pPr algn="just" eaLnBrk="1" hangingPunct="1">
              <a:defRPr/>
            </a:pPr>
            <a:r>
              <a:rPr kumimoji="0" lang="en-US" altLang="ko-KR" sz="2800" b="1" dirty="0">
                <a:effectLst>
                  <a:outerShdw blurRad="38100" dist="38100" dir="2700000" algn="tl">
                    <a:srgbClr val="C0C0C0"/>
                  </a:outerShdw>
                </a:effectLst>
                <a:latin typeface="Times New Roman" panose="02020603050405020304" pitchFamily="18" charset="0"/>
                <a:ea typeface="굴림" pitchFamily="50" charset="-127"/>
                <a:cs typeface="Times New Roman" panose="02020603050405020304" pitchFamily="18" charset="0"/>
              </a:rPr>
              <a:t>The most important responsibilities of the data link layer are</a:t>
            </a:r>
            <a:r>
              <a:rPr kumimoji="0" lang="en-US" altLang="ko-KR" sz="2800" b="1" dirty="0">
                <a:solidFill>
                  <a:schemeClr val="tx1"/>
                </a:solidFill>
                <a:effectLst>
                  <a:outerShdw blurRad="38100" dist="38100" dir="2700000" algn="tl">
                    <a:srgbClr val="C0C0C0"/>
                  </a:outerShdw>
                </a:effectLst>
                <a:latin typeface="Times New Roman" panose="02020603050405020304" pitchFamily="18" charset="0"/>
                <a:ea typeface="굴림" pitchFamily="50" charset="-127"/>
                <a:cs typeface="Times New Roman" panose="02020603050405020304" pitchFamily="18" charset="0"/>
              </a:rPr>
              <a:t> </a:t>
            </a:r>
            <a:r>
              <a:rPr kumimoji="0" lang="en-US" altLang="ko-KR" sz="2800" b="1" dirty="0">
                <a:solidFill>
                  <a:schemeClr val="hlink"/>
                </a:solidFill>
                <a:effectLst>
                  <a:outerShdw blurRad="38100" dist="38100" dir="2700000" algn="tl">
                    <a:srgbClr val="C0C0C0"/>
                  </a:outerShdw>
                </a:effectLst>
                <a:latin typeface="Times New Roman" panose="02020603050405020304" pitchFamily="18" charset="0"/>
                <a:ea typeface="굴림" pitchFamily="50" charset="-127"/>
                <a:cs typeface="Times New Roman" panose="02020603050405020304" pitchFamily="18" charset="0"/>
              </a:rPr>
              <a:t>flow control</a:t>
            </a:r>
            <a:r>
              <a:rPr kumimoji="0" lang="en-US" altLang="ko-KR" sz="2800" b="1" dirty="0">
                <a:solidFill>
                  <a:schemeClr val="tx1"/>
                </a:solidFill>
                <a:effectLst>
                  <a:outerShdw blurRad="38100" dist="38100" dir="2700000" algn="tl">
                    <a:srgbClr val="C0C0C0"/>
                  </a:outerShdw>
                </a:effectLst>
                <a:latin typeface="Times New Roman" panose="02020603050405020304" pitchFamily="18" charset="0"/>
                <a:ea typeface="굴림" pitchFamily="50" charset="-127"/>
                <a:cs typeface="Times New Roman" panose="02020603050405020304" pitchFamily="18" charset="0"/>
              </a:rPr>
              <a:t> </a:t>
            </a:r>
            <a:r>
              <a:rPr kumimoji="0" lang="en-US" altLang="ko-KR" sz="2800" b="1" dirty="0">
                <a:effectLst>
                  <a:outerShdw blurRad="38100" dist="38100" dir="2700000" algn="tl">
                    <a:srgbClr val="C0C0C0"/>
                  </a:outerShdw>
                </a:effectLst>
                <a:latin typeface="Times New Roman" panose="02020603050405020304" pitchFamily="18" charset="0"/>
                <a:ea typeface="굴림" pitchFamily="50" charset="-127"/>
                <a:cs typeface="Times New Roman" panose="02020603050405020304" pitchFamily="18" charset="0"/>
              </a:rPr>
              <a:t>and </a:t>
            </a:r>
            <a:r>
              <a:rPr kumimoji="0" lang="en-US" altLang="ko-KR" sz="2800" b="1" dirty="0">
                <a:solidFill>
                  <a:schemeClr val="hlink"/>
                </a:solidFill>
                <a:effectLst>
                  <a:outerShdw blurRad="38100" dist="38100" dir="2700000" algn="tl">
                    <a:srgbClr val="C0C0C0"/>
                  </a:outerShdw>
                </a:effectLst>
                <a:latin typeface="Times New Roman" panose="02020603050405020304" pitchFamily="18" charset="0"/>
                <a:ea typeface="굴림" pitchFamily="50" charset="-127"/>
                <a:cs typeface="Times New Roman" panose="02020603050405020304" pitchFamily="18" charset="0"/>
              </a:rPr>
              <a:t>error control</a:t>
            </a:r>
            <a:r>
              <a:rPr kumimoji="0" lang="en-US" altLang="ko-KR" sz="2800" b="1" dirty="0">
                <a:solidFill>
                  <a:schemeClr val="tx1"/>
                </a:solidFill>
                <a:effectLst>
                  <a:outerShdw blurRad="38100" dist="38100" dir="2700000" algn="tl">
                    <a:srgbClr val="C0C0C0"/>
                  </a:outerShdw>
                </a:effectLst>
                <a:latin typeface="Times New Roman" panose="02020603050405020304" pitchFamily="18" charset="0"/>
                <a:ea typeface="굴림" pitchFamily="50" charset="-127"/>
                <a:cs typeface="Times New Roman" panose="02020603050405020304" pitchFamily="18" charset="0"/>
              </a:rPr>
              <a:t>. </a:t>
            </a:r>
            <a:r>
              <a:rPr kumimoji="0" lang="en-US" altLang="ko-KR" sz="2800" b="1" dirty="0">
                <a:effectLst>
                  <a:outerShdw blurRad="38100" dist="38100" dir="2700000" algn="tl">
                    <a:srgbClr val="C0C0C0"/>
                  </a:outerShdw>
                </a:effectLst>
                <a:latin typeface="Times New Roman" panose="02020603050405020304" pitchFamily="18" charset="0"/>
                <a:ea typeface="굴림" pitchFamily="50" charset="-127"/>
                <a:cs typeface="Times New Roman" panose="02020603050405020304" pitchFamily="18" charset="0"/>
              </a:rPr>
              <a:t>Collectively, these functions are known as</a:t>
            </a:r>
            <a:r>
              <a:rPr kumimoji="0" lang="en-US" altLang="ko-KR" sz="2800" b="1" dirty="0">
                <a:solidFill>
                  <a:schemeClr val="tx1"/>
                </a:solidFill>
                <a:effectLst>
                  <a:outerShdw blurRad="38100" dist="38100" dir="2700000" algn="tl">
                    <a:srgbClr val="C0C0C0"/>
                  </a:outerShdw>
                </a:effectLst>
                <a:latin typeface="Times New Roman" panose="02020603050405020304" pitchFamily="18" charset="0"/>
                <a:ea typeface="굴림" pitchFamily="50" charset="-127"/>
                <a:cs typeface="Times New Roman" panose="02020603050405020304" pitchFamily="18" charset="0"/>
              </a:rPr>
              <a:t> </a:t>
            </a:r>
            <a:r>
              <a:rPr kumimoji="0" lang="en-US" altLang="ko-KR" sz="2800" b="1" dirty="0">
                <a:solidFill>
                  <a:schemeClr val="hlink"/>
                </a:solidFill>
                <a:effectLst>
                  <a:outerShdw blurRad="38100" dist="38100" dir="2700000" algn="tl">
                    <a:srgbClr val="C0C0C0"/>
                  </a:outerShdw>
                </a:effectLst>
                <a:latin typeface="Times New Roman" panose="02020603050405020304" pitchFamily="18" charset="0"/>
                <a:ea typeface="굴림" pitchFamily="50" charset="-127"/>
                <a:cs typeface="Times New Roman" panose="02020603050405020304" pitchFamily="18" charset="0"/>
              </a:rPr>
              <a:t>data link control</a:t>
            </a:r>
            <a:r>
              <a:rPr kumimoji="0" lang="en-US" altLang="ko-KR" sz="2800" b="1" dirty="0">
                <a:solidFill>
                  <a:schemeClr val="tx1"/>
                </a:solidFill>
                <a:effectLst>
                  <a:outerShdw blurRad="38100" dist="38100" dir="2700000" algn="tl">
                    <a:srgbClr val="C0C0C0"/>
                  </a:outerShdw>
                </a:effectLst>
                <a:latin typeface="Times New Roman" panose="02020603050405020304" pitchFamily="18" charset="0"/>
                <a:ea typeface="굴림" pitchFamily="50" charset="-127"/>
                <a:cs typeface="Times New Roman" panose="02020603050405020304" pitchFamily="18" charset="0"/>
              </a:rPr>
              <a:t>.</a:t>
            </a:r>
          </a:p>
        </p:txBody>
      </p:sp>
      <p:sp>
        <p:nvSpPr>
          <p:cNvPr id="15366" name="Rectangle 6">
            <a:extLst>
              <a:ext uri="{FF2B5EF4-FFF2-40B4-BE49-F238E27FC236}">
                <a16:creationId xmlns:a16="http://schemas.microsoft.com/office/drawing/2014/main" id="{FC1B5409-EF49-4877-B8BB-09F0023D6123}"/>
              </a:ext>
            </a:extLst>
          </p:cNvPr>
          <p:cNvSpPr>
            <a:spLocks noChangeArrowheads="1"/>
          </p:cNvSpPr>
          <p:nvPr/>
        </p:nvSpPr>
        <p:spPr bwMode="auto">
          <a:xfrm>
            <a:off x="330200" y="4760415"/>
            <a:ext cx="72644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pPr>
              <a:buClr>
                <a:schemeClr val="tx1"/>
              </a:buClr>
              <a:buSzPct val="117000"/>
              <a:buFont typeface="Wingdings" panose="05000000000000000000" pitchFamily="2" charset="2"/>
              <a:buNone/>
            </a:pPr>
            <a:r>
              <a:rPr kumimoji="0" lang="en-US" altLang="ko-KR" sz="2400" b="1" dirty="0">
                <a:solidFill>
                  <a:srgbClr val="0033CC"/>
                </a:solidFill>
                <a:latin typeface="Times New Roman" panose="02020603050405020304" pitchFamily="18" charset="0"/>
                <a:ea typeface="굴림" panose="020B0600000101010101" pitchFamily="34" charset="-127"/>
              </a:rPr>
              <a:t>Flow Control</a:t>
            </a:r>
            <a:br>
              <a:rPr kumimoji="0" lang="fr-FR" altLang="ko-KR" sz="2400" b="1" dirty="0">
                <a:solidFill>
                  <a:srgbClr val="0033CC"/>
                </a:solidFill>
                <a:latin typeface="Times New Roman" panose="02020603050405020304" pitchFamily="18" charset="0"/>
                <a:ea typeface="굴림" panose="020B0600000101010101" pitchFamily="34" charset="-127"/>
              </a:rPr>
            </a:br>
            <a:r>
              <a:rPr kumimoji="0" lang="fr-FR" altLang="ko-KR" sz="2400" b="1" dirty="0">
                <a:solidFill>
                  <a:srgbClr val="0033CC"/>
                </a:solidFill>
                <a:latin typeface="Times New Roman" panose="02020603050405020304" pitchFamily="18" charset="0"/>
                <a:ea typeface="굴림" panose="020B0600000101010101" pitchFamily="34" charset="-127"/>
              </a:rPr>
              <a:t>Error Control</a:t>
            </a:r>
            <a:endParaRPr kumimoji="0" lang="en-US" altLang="ko-KR" sz="2400" b="1" dirty="0">
              <a:solidFill>
                <a:srgbClr val="0033CC"/>
              </a:solidFill>
              <a:latin typeface="Times New Roman" panose="02020603050405020304" pitchFamily="18" charset="0"/>
              <a:ea typeface="굴림" panose="020B0600000101010101" pitchFamily="34" charset="-127"/>
            </a:endParaRPr>
          </a:p>
        </p:txBody>
      </p:sp>
      <p:sp>
        <p:nvSpPr>
          <p:cNvPr id="836615" name="Text Box 7">
            <a:extLst>
              <a:ext uri="{FF2B5EF4-FFF2-40B4-BE49-F238E27FC236}">
                <a16:creationId xmlns:a16="http://schemas.microsoft.com/office/drawing/2014/main" id="{B95C8DDD-F472-4473-A831-7A44E19FC5B9}"/>
              </a:ext>
            </a:extLst>
          </p:cNvPr>
          <p:cNvSpPr txBox="1">
            <a:spLocks noChangeArrowheads="1"/>
          </p:cNvSpPr>
          <p:nvPr/>
        </p:nvSpPr>
        <p:spPr bwMode="auto">
          <a:xfrm>
            <a:off x="179388" y="4203700"/>
            <a:ext cx="5267325" cy="519113"/>
          </a:xfrm>
          <a:prstGeom prst="rect">
            <a:avLst/>
          </a:prstGeom>
          <a:noFill/>
          <a:ln w="76200" algn="ctr">
            <a:noFill/>
            <a:miter lim="800000"/>
            <a:headEnd/>
            <a:tailEnd/>
          </a:ln>
          <a:effectLst/>
        </p:spPr>
        <p:txBody>
          <a:bodyPr wrap="none">
            <a:spAutoFit/>
          </a:bodyPr>
          <a:lstStyle/>
          <a:p>
            <a:pPr algn="ctr">
              <a:defRPr/>
            </a:pPr>
            <a:r>
              <a:rPr kumimoji="0" lang="en-US" altLang="ko-KR" sz="2800" b="1" i="1" u="sng">
                <a:solidFill>
                  <a:schemeClr val="hlink"/>
                </a:solidFill>
                <a:effectLst>
                  <a:outerShdw blurRad="38100" dist="38100" dir="2700000" algn="tl">
                    <a:srgbClr val="C0C0C0"/>
                  </a:outerShdw>
                </a:effectLst>
                <a:latin typeface="Times New Roman" pitchFamily="18" charset="0"/>
                <a:ea typeface="굴림" pitchFamily="50" charset="-127"/>
              </a:rPr>
              <a:t>Topics discussed in this section: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1858" name="Rectangle 2">
            <a:extLst>
              <a:ext uri="{FF2B5EF4-FFF2-40B4-BE49-F238E27FC236}">
                <a16:creationId xmlns:a16="http://schemas.microsoft.com/office/drawing/2014/main" id="{E43E166B-2021-412E-9095-E58EECAC4663}"/>
              </a:ext>
            </a:extLst>
          </p:cNvPr>
          <p:cNvSpPr>
            <a:spLocks noGrp="1" noChangeArrowheads="1"/>
          </p:cNvSpPr>
          <p:nvPr>
            <p:ph type="title"/>
          </p:nvPr>
        </p:nvSpPr>
        <p:spPr/>
        <p:txBody>
          <a:bodyPr/>
          <a:lstStyle/>
          <a:p>
            <a:pPr>
              <a:defRPr/>
            </a:pPr>
            <a:r>
              <a:rPr lang="en-US" altLang="ko-KR"/>
              <a:t>Flow Control</a:t>
            </a:r>
          </a:p>
        </p:txBody>
      </p:sp>
      <p:sp>
        <p:nvSpPr>
          <p:cNvPr id="761859" name="Rectangle 3">
            <a:extLst>
              <a:ext uri="{FF2B5EF4-FFF2-40B4-BE49-F238E27FC236}">
                <a16:creationId xmlns:a16="http://schemas.microsoft.com/office/drawing/2014/main" id="{04716DD3-4686-4E9B-812A-F49E3BAD298C}"/>
              </a:ext>
            </a:extLst>
          </p:cNvPr>
          <p:cNvSpPr>
            <a:spLocks noGrp="1" noChangeArrowheads="1"/>
          </p:cNvSpPr>
          <p:nvPr>
            <p:ph type="body" idx="1"/>
          </p:nvPr>
        </p:nvSpPr>
        <p:spPr/>
        <p:txBody>
          <a:bodyPr/>
          <a:lstStyle/>
          <a:p>
            <a:pPr algn="just" eaLnBrk="1" hangingPunct="1">
              <a:lnSpc>
                <a:spcPct val="100000"/>
              </a:lnSpc>
              <a:spcBef>
                <a:spcPts val="1200"/>
              </a:spcBef>
              <a:spcAft>
                <a:spcPts val="1000"/>
              </a:spcAft>
              <a:buSzTx/>
              <a:defRPr/>
            </a:pPr>
            <a:r>
              <a:rPr kumimoji="0" lang="en-US" altLang="ko-KR" sz="2800" dirty="0">
                <a:effectLst>
                  <a:outerShdw blurRad="38100" dist="38100" dir="2700000" algn="tl">
                    <a:srgbClr val="C0C0C0"/>
                  </a:outerShdw>
                </a:effectLst>
              </a:rPr>
              <a:t> Flow control refers to a </a:t>
            </a:r>
            <a:r>
              <a:rPr kumimoji="0" lang="en-US" altLang="ko-KR" sz="2800" dirty="0">
                <a:solidFill>
                  <a:srgbClr val="FF0000"/>
                </a:solidFill>
                <a:effectLst>
                  <a:outerShdw blurRad="38100" dist="38100" dir="2700000" algn="tl">
                    <a:srgbClr val="C0C0C0"/>
                  </a:outerShdw>
                </a:effectLst>
              </a:rPr>
              <a:t>set of procedures</a:t>
            </a:r>
            <a:r>
              <a:rPr kumimoji="0" lang="en-US" altLang="ko-KR" sz="2800" dirty="0">
                <a:effectLst>
                  <a:outerShdw blurRad="38100" dist="38100" dir="2700000" algn="tl">
                    <a:srgbClr val="C0C0C0"/>
                  </a:outerShdw>
                </a:effectLst>
              </a:rPr>
              <a:t> used to restrict the amount of data that the sender can send before waiting for acknowledgment.</a:t>
            </a:r>
          </a:p>
          <a:p>
            <a:pPr algn="just" eaLnBrk="1" hangingPunct="1">
              <a:lnSpc>
                <a:spcPct val="100000"/>
              </a:lnSpc>
              <a:spcBef>
                <a:spcPts val="1200"/>
              </a:spcBef>
              <a:spcAft>
                <a:spcPts val="1000"/>
              </a:spcAft>
              <a:buSzTx/>
              <a:defRPr/>
            </a:pPr>
            <a:r>
              <a:rPr kumimoji="0" lang="en-US" altLang="ko-KR" sz="2800" dirty="0">
                <a:effectLst>
                  <a:outerShdw blurRad="38100" dist="38100" dir="2700000" algn="tl">
                    <a:srgbClr val="C0C0C0"/>
                  </a:outerShdw>
                </a:effectLst>
              </a:rPr>
              <a:t> Flow control is the </a:t>
            </a:r>
            <a:r>
              <a:rPr kumimoji="0" lang="en-US" altLang="ko-KR" sz="2800" dirty="0">
                <a:solidFill>
                  <a:srgbClr val="FF0000"/>
                </a:solidFill>
                <a:effectLst>
                  <a:outerShdw blurRad="38100" dist="38100" dir="2700000" algn="tl">
                    <a:srgbClr val="C0C0C0"/>
                  </a:outerShdw>
                </a:effectLst>
              </a:rPr>
              <a:t>regulation of the sender’s data rate</a:t>
            </a:r>
            <a:r>
              <a:rPr kumimoji="0" lang="en-US" altLang="ko-KR" sz="2800" dirty="0">
                <a:effectLst>
                  <a:outerShdw blurRad="38100" dist="38100" dir="2700000" algn="tl">
                    <a:srgbClr val="C0C0C0"/>
                  </a:outerShdw>
                </a:effectLst>
              </a:rPr>
              <a:t> so that the receiver buffer does not become overwhelmed.</a:t>
            </a:r>
            <a:endParaRPr kumimoji="0" lang="en-US" altLang="ko-KR"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2882" name="Rectangle 2">
            <a:extLst>
              <a:ext uri="{FF2B5EF4-FFF2-40B4-BE49-F238E27FC236}">
                <a16:creationId xmlns:a16="http://schemas.microsoft.com/office/drawing/2014/main" id="{F9446964-EA53-4896-ACE2-8774B13CC76B}"/>
              </a:ext>
            </a:extLst>
          </p:cNvPr>
          <p:cNvSpPr>
            <a:spLocks noGrp="1" noChangeArrowheads="1"/>
          </p:cNvSpPr>
          <p:nvPr>
            <p:ph type="title"/>
          </p:nvPr>
        </p:nvSpPr>
        <p:spPr/>
        <p:txBody>
          <a:bodyPr/>
          <a:lstStyle/>
          <a:p>
            <a:pPr>
              <a:defRPr/>
            </a:pPr>
            <a:r>
              <a:rPr lang="en-US" altLang="ko-KR"/>
              <a:t>Error Control</a:t>
            </a:r>
          </a:p>
        </p:txBody>
      </p:sp>
      <p:sp>
        <p:nvSpPr>
          <p:cNvPr id="762883" name="Rectangle 3">
            <a:extLst>
              <a:ext uri="{FF2B5EF4-FFF2-40B4-BE49-F238E27FC236}">
                <a16:creationId xmlns:a16="http://schemas.microsoft.com/office/drawing/2014/main" id="{8F354D81-C78C-43E7-98C0-B68D23C2EB34}"/>
              </a:ext>
            </a:extLst>
          </p:cNvPr>
          <p:cNvSpPr>
            <a:spLocks noGrp="1" noChangeArrowheads="1"/>
          </p:cNvSpPr>
          <p:nvPr>
            <p:ph type="body" idx="1"/>
          </p:nvPr>
        </p:nvSpPr>
        <p:spPr>
          <a:xfrm>
            <a:off x="685800" y="914400"/>
            <a:ext cx="8803704" cy="5334000"/>
          </a:xfrm>
        </p:spPr>
        <p:txBody>
          <a:bodyPr/>
          <a:lstStyle/>
          <a:p>
            <a:pPr algn="just">
              <a:lnSpc>
                <a:spcPct val="100000"/>
              </a:lnSpc>
              <a:defRPr/>
            </a:pPr>
            <a:r>
              <a:rPr kumimoji="0" lang="en-US" altLang="ko-KR" dirty="0">
                <a:effectLst>
                  <a:outerShdw blurRad="38100" dist="38100" dir="2700000" algn="tl">
                    <a:srgbClr val="C0C0C0"/>
                  </a:outerShdw>
                </a:effectLst>
              </a:rPr>
              <a:t> Error control in the data link layer is based on </a:t>
            </a:r>
            <a:r>
              <a:rPr kumimoji="0" lang="en-US" altLang="ko-KR" dirty="0">
                <a:solidFill>
                  <a:srgbClr val="FF0000"/>
                </a:solidFill>
                <a:effectLst>
                  <a:outerShdw blurRad="38100" dist="38100" dir="2700000" algn="tl">
                    <a:srgbClr val="C0C0C0"/>
                  </a:outerShdw>
                </a:effectLst>
              </a:rPr>
              <a:t>automatic repeat request</a:t>
            </a:r>
            <a:r>
              <a:rPr kumimoji="0" lang="en-US" altLang="ko-KR" dirty="0">
                <a:effectLst>
                  <a:outerShdw blurRad="38100" dist="38100" dir="2700000" algn="tl">
                    <a:srgbClr val="C0C0C0"/>
                  </a:outerShdw>
                </a:effectLst>
              </a:rPr>
              <a:t>, which is the retransmission of data.</a:t>
            </a:r>
          </a:p>
          <a:p>
            <a:pPr algn="just">
              <a:lnSpc>
                <a:spcPct val="100000"/>
              </a:lnSpc>
              <a:defRPr/>
            </a:pPr>
            <a:r>
              <a:rPr kumimoji="0" lang="en-US" altLang="ko-KR" dirty="0">
                <a:effectLst>
                  <a:outerShdw blurRad="38100" dist="38100" dir="2700000" algn="tl">
                    <a:srgbClr val="C0C0C0"/>
                  </a:outerShdw>
                </a:effectLst>
              </a:rPr>
              <a:t> Error control is both error detection and error correction.</a:t>
            </a:r>
            <a:r>
              <a:rPr kumimoji="0" lang="en-US" altLang="ko-KR" dirty="0"/>
              <a:t> </a:t>
            </a:r>
          </a:p>
          <a:p>
            <a:pPr algn="just">
              <a:lnSpc>
                <a:spcPct val="100000"/>
              </a:lnSpc>
              <a:defRPr/>
            </a:pPr>
            <a:r>
              <a:rPr kumimoji="0" lang="en-US" altLang="ko-KR" dirty="0"/>
              <a:t> Basic Error Control Methods in Data Link Layer:</a:t>
            </a:r>
          </a:p>
          <a:p>
            <a:pPr lvl="1" algn="just">
              <a:defRPr/>
            </a:pPr>
            <a:r>
              <a:rPr kumimoji="0" lang="en-US" altLang="ko-KR" sz="2400" dirty="0"/>
              <a:t>Added CRC in sender </a:t>
            </a:r>
            <a:r>
              <a:rPr kumimoji="0" lang="en-US" altLang="ko-KR" sz="2400"/>
              <a:t>side and Checked </a:t>
            </a:r>
            <a:r>
              <a:rPr kumimoji="0" lang="en-US" altLang="ko-KR" sz="2400" dirty="0"/>
              <a:t>by the Receiver. </a:t>
            </a:r>
          </a:p>
          <a:p>
            <a:pPr algn="just">
              <a:lnSpc>
                <a:spcPct val="100000"/>
              </a:lnSpc>
              <a:defRPr/>
            </a:pPr>
            <a:r>
              <a:rPr kumimoji="0" lang="en-US" altLang="ko-KR" dirty="0"/>
              <a:t> Two Approaches:</a:t>
            </a:r>
          </a:p>
          <a:p>
            <a:pPr lvl="1" algn="just">
              <a:defRPr/>
            </a:pPr>
            <a:r>
              <a:rPr kumimoji="0" lang="en-US" altLang="ko-KR" sz="2400" dirty="0"/>
              <a:t>No Acknowledgment: (used in wired LANs like Ethernet)</a:t>
            </a:r>
          </a:p>
          <a:p>
            <a:pPr lvl="2" algn="just">
              <a:defRPr/>
            </a:pPr>
            <a:r>
              <a:rPr kumimoji="0" lang="en-US" altLang="ko-KR" dirty="0"/>
              <a:t>If corrupted silently discarded, else delivered to network layer.</a:t>
            </a:r>
          </a:p>
          <a:p>
            <a:pPr lvl="1" algn="just">
              <a:defRPr/>
            </a:pPr>
            <a:r>
              <a:rPr kumimoji="0" lang="en-US" altLang="ko-KR" sz="2400" dirty="0"/>
              <a:t>With Acknowledgment: </a:t>
            </a:r>
          </a:p>
          <a:p>
            <a:pPr lvl="2" algn="just">
              <a:defRPr/>
            </a:pPr>
            <a:r>
              <a:rPr kumimoji="0" lang="en-US" altLang="ko-KR" dirty="0"/>
              <a:t>Receiver sends ACK for valid frames (supports both flow &amp; error control).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8658" name="Rectangle 2">
            <a:extLst>
              <a:ext uri="{FF2B5EF4-FFF2-40B4-BE49-F238E27FC236}">
                <a16:creationId xmlns:a16="http://schemas.microsoft.com/office/drawing/2014/main" id="{742706F6-8FB0-4D41-B113-C6BB94FC0631}"/>
              </a:ext>
            </a:extLst>
          </p:cNvPr>
          <p:cNvSpPr>
            <a:spLocks noChangeArrowheads="1"/>
          </p:cNvSpPr>
          <p:nvPr/>
        </p:nvSpPr>
        <p:spPr bwMode="auto">
          <a:xfrm>
            <a:off x="0" y="0"/>
            <a:ext cx="9906000" cy="1371600"/>
          </a:xfrm>
          <a:prstGeom prst="rect">
            <a:avLst/>
          </a:prstGeom>
          <a:solidFill>
            <a:srgbClr val="33CCFF"/>
          </a:solidFill>
          <a:ln w="9525">
            <a:solidFill>
              <a:schemeClr val="tx1"/>
            </a:solidFill>
            <a:miter lim="800000"/>
            <a:headEnd/>
            <a:tailEnd/>
          </a:ln>
          <a:effectLst/>
        </p:spPr>
        <p:txBody>
          <a:bodyPr wrap="none" anchor="ctr"/>
          <a:lstStyle/>
          <a:p>
            <a:pPr algn="ctr">
              <a:defRPr/>
            </a:pPr>
            <a:endParaRPr kumimoji="0" lang="ko-KR" altLang="ko-KR" sz="3200" b="1">
              <a:solidFill>
                <a:schemeClr val="tx1"/>
              </a:solidFill>
              <a:effectLst>
                <a:outerShdw blurRad="38100" dist="38100" dir="2700000" algn="tl">
                  <a:srgbClr val="000000"/>
                </a:outerShdw>
              </a:effectLst>
              <a:latin typeface="Times New Roman" pitchFamily="18" charset="0"/>
              <a:ea typeface="굴림" pitchFamily="50" charset="-127"/>
            </a:endParaRPr>
          </a:p>
        </p:txBody>
      </p:sp>
      <p:sp>
        <p:nvSpPr>
          <p:cNvPr id="838659" name="Text Box 3">
            <a:extLst>
              <a:ext uri="{FF2B5EF4-FFF2-40B4-BE49-F238E27FC236}">
                <a16:creationId xmlns:a16="http://schemas.microsoft.com/office/drawing/2014/main" id="{B2A1EB91-7833-4742-810F-E0741BC8991C}"/>
              </a:ext>
            </a:extLst>
          </p:cNvPr>
          <p:cNvSpPr txBox="1">
            <a:spLocks noChangeArrowheads="1"/>
          </p:cNvSpPr>
          <p:nvPr/>
        </p:nvSpPr>
        <p:spPr bwMode="auto">
          <a:xfrm>
            <a:off x="247650" y="406400"/>
            <a:ext cx="3751263" cy="579438"/>
          </a:xfrm>
          <a:prstGeom prst="rect">
            <a:avLst/>
          </a:prstGeom>
          <a:noFill/>
          <a:ln w="9525">
            <a:noFill/>
            <a:miter lim="800000"/>
            <a:headEnd/>
            <a:tailEnd/>
          </a:ln>
          <a:effectLst/>
        </p:spPr>
        <p:txBody>
          <a:bodyPr wrap="none">
            <a:spAutoFit/>
          </a:bodyPr>
          <a:lstStyle/>
          <a:p>
            <a:pPr>
              <a:defRPr/>
            </a:pPr>
            <a:r>
              <a:rPr kumimoji="0" lang="en-US" altLang="ko-KR" sz="3200" b="1">
                <a:effectLst>
                  <a:outerShdw blurRad="38100" dist="38100" dir="2700000" algn="tl">
                    <a:srgbClr val="C0C0C0"/>
                  </a:outerShdw>
                </a:effectLst>
                <a:latin typeface="Times" pitchFamily="18" charset="0"/>
                <a:ea typeface="굴림" pitchFamily="50" charset="-127"/>
              </a:rPr>
              <a:t>11.3   PROTOCOLS</a:t>
            </a:r>
          </a:p>
        </p:txBody>
      </p:sp>
      <p:sp>
        <p:nvSpPr>
          <p:cNvPr id="19460" name="Text Box 4">
            <a:extLst>
              <a:ext uri="{FF2B5EF4-FFF2-40B4-BE49-F238E27FC236}">
                <a16:creationId xmlns:a16="http://schemas.microsoft.com/office/drawing/2014/main" id="{969CC884-E5BF-462D-B59D-054B6D4CC3A3}"/>
              </a:ext>
            </a:extLst>
          </p:cNvPr>
          <p:cNvSpPr txBox="1">
            <a:spLocks noChangeArrowheads="1"/>
          </p:cNvSpPr>
          <p:nvPr/>
        </p:nvSpPr>
        <p:spPr bwMode="auto">
          <a:xfrm>
            <a:off x="8915400" y="6400800"/>
            <a:ext cx="2000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endParaRPr kumimoji="0" lang="ko-KR" altLang="ko-KR" sz="1800" b="1">
              <a:solidFill>
                <a:schemeClr val="tx1"/>
              </a:solidFill>
              <a:latin typeface="Times New Roman" panose="02020603050405020304" pitchFamily="18" charset="0"/>
              <a:ea typeface="굴림" panose="020B0600000101010101" pitchFamily="34" charset="-127"/>
            </a:endParaRPr>
          </a:p>
        </p:txBody>
      </p:sp>
      <p:sp>
        <p:nvSpPr>
          <p:cNvPr id="838661" name="Rectangle 5">
            <a:extLst>
              <a:ext uri="{FF2B5EF4-FFF2-40B4-BE49-F238E27FC236}">
                <a16:creationId xmlns:a16="http://schemas.microsoft.com/office/drawing/2014/main" id="{392CA6BB-5C61-4996-BE55-C319B70A9B85}"/>
              </a:ext>
            </a:extLst>
          </p:cNvPr>
          <p:cNvSpPr>
            <a:spLocks noChangeArrowheads="1"/>
          </p:cNvSpPr>
          <p:nvPr/>
        </p:nvSpPr>
        <p:spPr bwMode="auto">
          <a:xfrm>
            <a:off x="495300" y="1484784"/>
            <a:ext cx="8915400" cy="4401205"/>
          </a:xfrm>
          <a:prstGeom prst="rect">
            <a:avLst/>
          </a:prstGeom>
          <a:noFill/>
          <a:ln w="9525">
            <a:noFill/>
            <a:miter lim="800000"/>
            <a:headEnd/>
            <a:tailEnd/>
          </a:ln>
          <a:effectLst/>
        </p:spPr>
        <p:txBody>
          <a:bodyPr anchor="ctr">
            <a:spAutoFit/>
          </a:bodyPr>
          <a:lstStyle/>
          <a:p>
            <a:pPr algn="just" eaLnBrk="1" hangingPunct="1">
              <a:defRPr/>
            </a:pPr>
            <a:r>
              <a:rPr kumimoji="0" lang="en-US" altLang="ko-KR" sz="2800" b="1" dirty="0">
                <a:effectLst>
                  <a:outerShdw blurRad="38100" dist="38100" dir="2700000" algn="tl">
                    <a:srgbClr val="C0C0C0"/>
                  </a:outerShdw>
                </a:effectLst>
                <a:latin typeface="Times New Roman" panose="02020603050405020304" pitchFamily="18" charset="0"/>
                <a:ea typeface="굴림" pitchFamily="50" charset="-127"/>
                <a:cs typeface="Times New Roman" panose="02020603050405020304" pitchFamily="18" charset="0"/>
              </a:rPr>
              <a:t>Now let us see how the data link layer can combine framing, flow control, and error control to achieve the delivery of data from one node to another. </a:t>
            </a:r>
          </a:p>
          <a:p>
            <a:pPr algn="just" eaLnBrk="1" hangingPunct="1">
              <a:defRPr/>
            </a:pPr>
            <a:endParaRPr kumimoji="0" lang="en-US" altLang="ko-KR" sz="2800" b="1" dirty="0">
              <a:effectLst>
                <a:outerShdw blurRad="38100" dist="38100" dir="2700000" algn="tl">
                  <a:srgbClr val="C0C0C0"/>
                </a:outerShdw>
              </a:effectLst>
              <a:latin typeface="Times New Roman" panose="02020603050405020304" pitchFamily="18" charset="0"/>
              <a:ea typeface="굴림" pitchFamily="50" charset="-127"/>
              <a:cs typeface="Times New Roman" panose="02020603050405020304" pitchFamily="18" charset="0"/>
            </a:endParaRPr>
          </a:p>
          <a:p>
            <a:pPr algn="just" eaLnBrk="1" hangingPunct="1">
              <a:defRPr/>
            </a:pPr>
            <a:r>
              <a:rPr kumimoji="0" lang="en-US" altLang="ko-KR" sz="2800" b="1" dirty="0">
                <a:effectLst>
                  <a:outerShdw blurRad="38100" dist="38100" dir="2700000" algn="tl">
                    <a:srgbClr val="C0C0C0"/>
                  </a:outerShdw>
                </a:effectLst>
                <a:latin typeface="Times New Roman" panose="02020603050405020304" pitchFamily="18" charset="0"/>
                <a:ea typeface="굴림" pitchFamily="50" charset="-127"/>
                <a:cs typeface="Times New Roman" panose="02020603050405020304" pitchFamily="18" charset="0"/>
              </a:rPr>
              <a:t>The protocols are normally implemented in software by using one of the common programming languages. To make our discussions language-free, we have written in pseudocode a version of each protocol that concentrates mostly on the procedure instead of delving into the details of language rules.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4">
            <a:extLst>
              <a:ext uri="{FF2B5EF4-FFF2-40B4-BE49-F238E27FC236}">
                <a16:creationId xmlns:a16="http://schemas.microsoft.com/office/drawing/2014/main" id="{CA9B2190-A832-4DA7-9B52-33E94019D5AD}"/>
              </a:ext>
            </a:extLst>
          </p:cNvPr>
          <p:cNvSpPr txBox="1">
            <a:spLocks noChangeArrowheads="1"/>
          </p:cNvSpPr>
          <p:nvPr/>
        </p:nvSpPr>
        <p:spPr bwMode="auto">
          <a:xfrm>
            <a:off x="344488" y="1196975"/>
            <a:ext cx="77688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2400" b="1" dirty="0">
                <a:solidFill>
                  <a:schemeClr val="folHlink"/>
                </a:solidFill>
                <a:latin typeface="Times New Roman" panose="02020603050405020304" pitchFamily="18" charset="0"/>
                <a:ea typeface="굴림" panose="020B0600000101010101" pitchFamily="34" charset="-127"/>
              </a:rPr>
              <a:t>Figure 11.5  </a:t>
            </a:r>
            <a:r>
              <a:rPr kumimoji="0" lang="en-US" altLang="ko-KR" sz="2000" b="1" i="1" dirty="0">
                <a:latin typeface="Times New Roman" panose="02020603050405020304" pitchFamily="18" charset="0"/>
                <a:ea typeface="굴림" panose="020B0600000101010101" pitchFamily="34" charset="-127"/>
              </a:rPr>
              <a:t>Taxonomy of protocols discussed in this chapter (4</a:t>
            </a:r>
            <a:r>
              <a:rPr kumimoji="0" lang="en-US" altLang="ko-KR" sz="2000" b="1" i="1" baseline="30000" dirty="0">
                <a:latin typeface="Times New Roman" panose="02020603050405020304" pitchFamily="18" charset="0"/>
                <a:ea typeface="굴림" panose="020B0600000101010101" pitchFamily="34" charset="-127"/>
              </a:rPr>
              <a:t>th </a:t>
            </a:r>
            <a:r>
              <a:rPr kumimoji="0" lang="en-US" altLang="ko-KR" sz="2000" b="1" i="1" dirty="0">
                <a:latin typeface="Times New Roman" panose="02020603050405020304" pitchFamily="18" charset="0"/>
                <a:ea typeface="굴림" panose="020B0600000101010101" pitchFamily="34" charset="-127"/>
              </a:rPr>
              <a:t>Ed.)</a:t>
            </a:r>
          </a:p>
        </p:txBody>
      </p:sp>
      <p:pic>
        <p:nvPicPr>
          <p:cNvPr id="21507" name="Picture 6">
            <a:extLst>
              <a:ext uri="{FF2B5EF4-FFF2-40B4-BE49-F238E27FC236}">
                <a16:creationId xmlns:a16="http://schemas.microsoft.com/office/drawing/2014/main" id="{52DF5EE7-6C8A-457A-B244-A60C4163F3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550" y="1755775"/>
            <a:ext cx="9239250" cy="380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0711" name="Rectangle 7">
            <a:extLst>
              <a:ext uri="{FF2B5EF4-FFF2-40B4-BE49-F238E27FC236}">
                <a16:creationId xmlns:a16="http://schemas.microsoft.com/office/drawing/2014/main" id="{0A884577-5DB2-48AC-82E7-A2ADEA02010B}"/>
              </a:ext>
            </a:extLst>
          </p:cNvPr>
          <p:cNvSpPr>
            <a:spLocks noChangeArrowheads="1"/>
          </p:cNvSpPr>
          <p:nvPr/>
        </p:nvSpPr>
        <p:spPr bwMode="auto">
          <a:xfrm>
            <a:off x="722313" y="258763"/>
            <a:ext cx="8582025" cy="503237"/>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lang="en-US" altLang="ko-KR" sz="2800" b="1">
                <a:solidFill>
                  <a:schemeClr val="bg1"/>
                </a:solidFill>
                <a:effectLst>
                  <a:outerShdw blurRad="38100" dist="38100" dir="2700000" algn="tl">
                    <a:srgbClr val="000000"/>
                  </a:outerShdw>
                </a:effectLst>
                <a:latin typeface="Arial" charset="0"/>
                <a:ea typeface="돋움" pitchFamily="50" charset="-127"/>
              </a:rPr>
              <a:t>Protocols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42754" name="Rectangle 2">
            <a:extLst>
              <a:ext uri="{FF2B5EF4-FFF2-40B4-BE49-F238E27FC236}">
                <a16:creationId xmlns:a16="http://schemas.microsoft.com/office/drawing/2014/main" id="{2D5CD8A2-F8A1-4368-8C1B-142AB0EB4B3B}"/>
              </a:ext>
            </a:extLst>
          </p:cNvPr>
          <p:cNvSpPr>
            <a:spLocks noChangeArrowheads="1"/>
          </p:cNvSpPr>
          <p:nvPr/>
        </p:nvSpPr>
        <p:spPr bwMode="auto">
          <a:xfrm>
            <a:off x="0" y="0"/>
            <a:ext cx="9906000" cy="1371600"/>
          </a:xfrm>
          <a:prstGeom prst="rect">
            <a:avLst/>
          </a:prstGeom>
          <a:solidFill>
            <a:srgbClr val="33CCFF"/>
          </a:solidFill>
          <a:ln w="19050">
            <a:solidFill>
              <a:schemeClr val="accent1"/>
            </a:solidFill>
            <a:miter lim="800000"/>
            <a:headEnd/>
            <a:tailEnd/>
          </a:ln>
          <a:effectLst/>
        </p:spPr>
        <p:txBody>
          <a:bodyPr wrap="none" anchor="ctr"/>
          <a:lstStyle/>
          <a:p>
            <a:pPr algn="ctr">
              <a:defRPr/>
            </a:pPr>
            <a:endParaRPr kumimoji="0" lang="ko-KR" altLang="ko-KR" sz="3200" b="1">
              <a:solidFill>
                <a:schemeClr val="accent1"/>
              </a:solidFill>
              <a:effectLst>
                <a:outerShdw blurRad="38100" dist="38100" dir="2700000" algn="tl">
                  <a:srgbClr val="000000"/>
                </a:outerShdw>
              </a:effectLst>
              <a:latin typeface="Times New Roman" pitchFamily="18" charset="0"/>
              <a:ea typeface="굴림" pitchFamily="50" charset="-127"/>
            </a:endParaRPr>
          </a:p>
        </p:txBody>
      </p:sp>
      <p:sp>
        <p:nvSpPr>
          <p:cNvPr id="842755" name="Text Box 3">
            <a:extLst>
              <a:ext uri="{FF2B5EF4-FFF2-40B4-BE49-F238E27FC236}">
                <a16:creationId xmlns:a16="http://schemas.microsoft.com/office/drawing/2014/main" id="{144C065D-B268-4C2C-8528-F34EEA82D0BA}"/>
              </a:ext>
            </a:extLst>
          </p:cNvPr>
          <p:cNvSpPr txBox="1">
            <a:spLocks noChangeArrowheads="1"/>
          </p:cNvSpPr>
          <p:nvPr/>
        </p:nvSpPr>
        <p:spPr bwMode="auto">
          <a:xfrm>
            <a:off x="247650" y="406400"/>
            <a:ext cx="5819775" cy="579438"/>
          </a:xfrm>
          <a:prstGeom prst="rect">
            <a:avLst/>
          </a:prstGeom>
          <a:noFill/>
          <a:ln w="9525">
            <a:noFill/>
            <a:miter lim="800000"/>
            <a:headEnd/>
            <a:tailEnd/>
          </a:ln>
          <a:effectLst/>
        </p:spPr>
        <p:txBody>
          <a:bodyPr wrap="none">
            <a:spAutoFit/>
          </a:bodyPr>
          <a:lstStyle/>
          <a:p>
            <a:pPr>
              <a:defRPr/>
            </a:pPr>
            <a:r>
              <a:rPr kumimoji="0" lang="en-US" altLang="ko-KR" sz="3200" b="1">
                <a:effectLst>
                  <a:outerShdw blurRad="38100" dist="38100" dir="2700000" algn="tl">
                    <a:srgbClr val="C0C0C0"/>
                  </a:outerShdw>
                </a:effectLst>
                <a:latin typeface="Times" pitchFamily="18" charset="0"/>
                <a:ea typeface="굴림" pitchFamily="50" charset="-127"/>
              </a:rPr>
              <a:t>11.4   NOISELESS CHANNELS</a:t>
            </a:r>
          </a:p>
        </p:txBody>
      </p:sp>
      <p:sp>
        <p:nvSpPr>
          <p:cNvPr id="23556" name="Text Box 4">
            <a:extLst>
              <a:ext uri="{FF2B5EF4-FFF2-40B4-BE49-F238E27FC236}">
                <a16:creationId xmlns:a16="http://schemas.microsoft.com/office/drawing/2014/main" id="{FADF0A10-3D1C-49DE-9C88-7A17E652F043}"/>
              </a:ext>
            </a:extLst>
          </p:cNvPr>
          <p:cNvSpPr txBox="1">
            <a:spLocks noChangeArrowheads="1"/>
          </p:cNvSpPr>
          <p:nvPr/>
        </p:nvSpPr>
        <p:spPr bwMode="auto">
          <a:xfrm>
            <a:off x="8915400" y="6400800"/>
            <a:ext cx="2000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endParaRPr kumimoji="0" lang="ko-KR" altLang="ko-KR" sz="1800" b="1">
              <a:solidFill>
                <a:schemeClr val="tx1"/>
              </a:solidFill>
              <a:latin typeface="Times New Roman" panose="02020603050405020304" pitchFamily="18" charset="0"/>
              <a:ea typeface="굴림" panose="020B0600000101010101" pitchFamily="34" charset="-127"/>
            </a:endParaRPr>
          </a:p>
        </p:txBody>
      </p:sp>
      <p:sp>
        <p:nvSpPr>
          <p:cNvPr id="842757" name="Rectangle 5">
            <a:extLst>
              <a:ext uri="{FF2B5EF4-FFF2-40B4-BE49-F238E27FC236}">
                <a16:creationId xmlns:a16="http://schemas.microsoft.com/office/drawing/2014/main" id="{9B9253AD-82C0-4674-9E17-BB6F3B9AB25E}"/>
              </a:ext>
            </a:extLst>
          </p:cNvPr>
          <p:cNvSpPr>
            <a:spLocks noChangeArrowheads="1"/>
          </p:cNvSpPr>
          <p:nvPr/>
        </p:nvSpPr>
        <p:spPr bwMode="auto">
          <a:xfrm>
            <a:off x="330200" y="1600200"/>
            <a:ext cx="8915400" cy="1373188"/>
          </a:xfrm>
          <a:prstGeom prst="rect">
            <a:avLst/>
          </a:prstGeom>
          <a:noFill/>
          <a:ln w="9525">
            <a:noFill/>
            <a:miter lim="800000"/>
            <a:headEnd/>
            <a:tailEnd/>
          </a:ln>
          <a:effectLst/>
        </p:spPr>
        <p:txBody>
          <a:bodyPr anchor="ctr">
            <a:spAutoFit/>
          </a:bodyPr>
          <a:lstStyle/>
          <a:p>
            <a:pPr algn="just" eaLnBrk="1" hangingPunct="1">
              <a:defRPr/>
            </a:pPr>
            <a:r>
              <a:rPr kumimoji="0" lang="en-US" altLang="ko-KR" sz="2800" b="1">
                <a:effectLst>
                  <a:outerShdw blurRad="38100" dist="38100" dir="2700000" algn="tl">
                    <a:srgbClr val="C0C0C0"/>
                  </a:outerShdw>
                </a:effectLst>
                <a:latin typeface="Arial" charset="0"/>
                <a:ea typeface="굴림" pitchFamily="50" charset="-127"/>
              </a:rPr>
              <a:t>Let us first assume we have an ideal channel in which no frames are lost, duplicated, or corrupted. We introduce two protocols for this type of channel.</a:t>
            </a:r>
          </a:p>
        </p:txBody>
      </p:sp>
      <p:sp>
        <p:nvSpPr>
          <p:cNvPr id="23558" name="Rectangle 6">
            <a:extLst>
              <a:ext uri="{FF2B5EF4-FFF2-40B4-BE49-F238E27FC236}">
                <a16:creationId xmlns:a16="http://schemas.microsoft.com/office/drawing/2014/main" id="{06884CC2-1B5D-40E5-BF7A-937D0717D7BA}"/>
              </a:ext>
            </a:extLst>
          </p:cNvPr>
          <p:cNvSpPr>
            <a:spLocks noChangeArrowheads="1"/>
          </p:cNvSpPr>
          <p:nvPr/>
        </p:nvSpPr>
        <p:spPr bwMode="auto">
          <a:xfrm>
            <a:off x="165100" y="4679950"/>
            <a:ext cx="72644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pPr>
              <a:buClr>
                <a:schemeClr val="tx1"/>
              </a:buClr>
              <a:buSzPct val="117000"/>
              <a:buFont typeface="Wingdings" panose="05000000000000000000" pitchFamily="2" charset="2"/>
              <a:buNone/>
            </a:pPr>
            <a:r>
              <a:rPr kumimoji="0" lang="en-US" altLang="ko-KR" sz="2400" b="1">
                <a:solidFill>
                  <a:srgbClr val="0033CC"/>
                </a:solidFill>
                <a:latin typeface="Times New Roman" panose="02020603050405020304" pitchFamily="18" charset="0"/>
                <a:ea typeface="굴림" panose="020B0600000101010101" pitchFamily="34" charset="-127"/>
              </a:rPr>
              <a:t>Simplest Protocol</a:t>
            </a:r>
            <a:br>
              <a:rPr kumimoji="0" lang="fr-FR" altLang="ko-KR" sz="2400" b="1">
                <a:solidFill>
                  <a:srgbClr val="0033CC"/>
                </a:solidFill>
                <a:latin typeface="Times New Roman" panose="02020603050405020304" pitchFamily="18" charset="0"/>
                <a:ea typeface="굴림" panose="020B0600000101010101" pitchFamily="34" charset="-127"/>
              </a:rPr>
            </a:br>
            <a:r>
              <a:rPr kumimoji="0" lang="fr-FR" altLang="ko-KR" sz="2400" b="1">
                <a:solidFill>
                  <a:srgbClr val="0033CC"/>
                </a:solidFill>
                <a:latin typeface="Times New Roman" panose="02020603050405020304" pitchFamily="18" charset="0"/>
                <a:ea typeface="굴림" panose="020B0600000101010101" pitchFamily="34" charset="-127"/>
              </a:rPr>
              <a:t>Stop-and-Wait Protocol</a:t>
            </a:r>
            <a:endParaRPr kumimoji="0" lang="en-US" altLang="ko-KR" sz="2400" b="1">
              <a:solidFill>
                <a:srgbClr val="0033CC"/>
              </a:solidFill>
              <a:latin typeface="Times New Roman" panose="02020603050405020304" pitchFamily="18" charset="0"/>
              <a:ea typeface="굴림" panose="020B0600000101010101" pitchFamily="34" charset="-127"/>
            </a:endParaRPr>
          </a:p>
        </p:txBody>
      </p:sp>
      <p:sp>
        <p:nvSpPr>
          <p:cNvPr id="842759" name="Text Box 7">
            <a:extLst>
              <a:ext uri="{FF2B5EF4-FFF2-40B4-BE49-F238E27FC236}">
                <a16:creationId xmlns:a16="http://schemas.microsoft.com/office/drawing/2014/main" id="{162DC99D-815F-42DE-8A07-B03B25957478}"/>
              </a:ext>
            </a:extLst>
          </p:cNvPr>
          <p:cNvSpPr txBox="1">
            <a:spLocks noChangeArrowheads="1"/>
          </p:cNvSpPr>
          <p:nvPr/>
        </p:nvSpPr>
        <p:spPr bwMode="auto">
          <a:xfrm>
            <a:off x="179388" y="4203700"/>
            <a:ext cx="5267325" cy="519113"/>
          </a:xfrm>
          <a:prstGeom prst="rect">
            <a:avLst/>
          </a:prstGeom>
          <a:noFill/>
          <a:ln w="76200" algn="ctr">
            <a:noFill/>
            <a:miter lim="800000"/>
            <a:headEnd/>
            <a:tailEnd/>
          </a:ln>
          <a:effectLst/>
        </p:spPr>
        <p:txBody>
          <a:bodyPr wrap="none">
            <a:spAutoFit/>
          </a:bodyPr>
          <a:lstStyle/>
          <a:p>
            <a:pPr algn="ctr">
              <a:defRPr/>
            </a:pPr>
            <a:r>
              <a:rPr kumimoji="0" lang="en-US" altLang="ko-KR" sz="2800" b="1" i="1" u="sng">
                <a:solidFill>
                  <a:schemeClr val="hlink"/>
                </a:solidFill>
                <a:effectLst>
                  <a:outerShdw blurRad="38100" dist="38100" dir="2700000" algn="tl">
                    <a:srgbClr val="C0C0C0"/>
                  </a:outerShdw>
                </a:effectLst>
                <a:latin typeface="Times New Roman" pitchFamily="18" charset="0"/>
                <a:ea typeface="굴림" pitchFamily="50" charset="-127"/>
              </a:rPr>
              <a:t>Topics discussed in this section: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4802" name="Rectangle 2">
            <a:extLst>
              <a:ext uri="{FF2B5EF4-FFF2-40B4-BE49-F238E27FC236}">
                <a16:creationId xmlns:a16="http://schemas.microsoft.com/office/drawing/2014/main" id="{CD8D4630-59A0-4C01-B69B-7719F716E8BA}"/>
              </a:ext>
            </a:extLst>
          </p:cNvPr>
          <p:cNvSpPr>
            <a:spLocks noGrp="1" noChangeArrowheads="1"/>
          </p:cNvSpPr>
          <p:nvPr>
            <p:ph type="title"/>
          </p:nvPr>
        </p:nvSpPr>
        <p:spPr/>
        <p:txBody>
          <a:bodyPr/>
          <a:lstStyle/>
          <a:p>
            <a:pPr>
              <a:defRPr/>
            </a:pPr>
            <a:r>
              <a:rPr lang="en-US" altLang="ko-KR"/>
              <a:t>Simplest Protocol</a:t>
            </a:r>
          </a:p>
        </p:txBody>
      </p:sp>
      <p:sp>
        <p:nvSpPr>
          <p:cNvPr id="25603" name="Rectangle 3">
            <a:extLst>
              <a:ext uri="{FF2B5EF4-FFF2-40B4-BE49-F238E27FC236}">
                <a16:creationId xmlns:a16="http://schemas.microsoft.com/office/drawing/2014/main" id="{6371EB65-0EBC-4C83-9ACE-08D1D0041E65}"/>
              </a:ext>
            </a:extLst>
          </p:cNvPr>
          <p:cNvSpPr>
            <a:spLocks noGrp="1" noChangeArrowheads="1"/>
          </p:cNvSpPr>
          <p:nvPr>
            <p:ph type="body" idx="1"/>
          </p:nvPr>
        </p:nvSpPr>
        <p:spPr/>
        <p:txBody>
          <a:bodyPr/>
          <a:lstStyle/>
          <a:p>
            <a:r>
              <a:rPr lang="en-US" altLang="ko-KR"/>
              <a:t> Simplest Protocol has no flow and error control.</a:t>
            </a:r>
          </a:p>
          <a:p>
            <a:r>
              <a:rPr lang="en-US" altLang="ko-KR"/>
              <a:t> This protocol is a unidirectional protocol in which data frames are traveling in only one direction from the sender to receiver.</a:t>
            </a:r>
          </a:p>
          <a:p>
            <a:r>
              <a:rPr lang="en-US" altLang="ko-KR"/>
              <a:t> We assume that the receiver can immediately handle any frame it receives with a processing time that is small enough to be negligible.</a:t>
            </a:r>
          </a:p>
          <a:p>
            <a:pPr lvl="1"/>
            <a:r>
              <a:rPr lang="en-US" altLang="ko-KR"/>
              <a:t> In other words, the receiver can never be overwhelmed with incoming frames.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5826" name="Rectangle 2">
            <a:extLst>
              <a:ext uri="{FF2B5EF4-FFF2-40B4-BE49-F238E27FC236}">
                <a16:creationId xmlns:a16="http://schemas.microsoft.com/office/drawing/2014/main" id="{DE789DA2-651B-4348-AD55-2927CD864F16}"/>
              </a:ext>
            </a:extLst>
          </p:cNvPr>
          <p:cNvSpPr>
            <a:spLocks noGrp="1" noChangeArrowheads="1"/>
          </p:cNvSpPr>
          <p:nvPr>
            <p:ph type="title"/>
          </p:nvPr>
        </p:nvSpPr>
        <p:spPr/>
        <p:txBody>
          <a:bodyPr/>
          <a:lstStyle/>
          <a:p>
            <a:pPr>
              <a:defRPr/>
            </a:pPr>
            <a:r>
              <a:rPr lang="en-US" altLang="ko-KR"/>
              <a:t>Simplest Protocol</a:t>
            </a:r>
          </a:p>
        </p:txBody>
      </p:sp>
      <p:sp>
        <p:nvSpPr>
          <p:cNvPr id="845827" name="Rectangle 3">
            <a:extLst>
              <a:ext uri="{FF2B5EF4-FFF2-40B4-BE49-F238E27FC236}">
                <a16:creationId xmlns:a16="http://schemas.microsoft.com/office/drawing/2014/main" id="{74466BF5-243E-46A8-88C5-81035A30EB27}"/>
              </a:ext>
            </a:extLst>
          </p:cNvPr>
          <p:cNvSpPr>
            <a:spLocks noGrp="1" noChangeArrowheads="1"/>
          </p:cNvSpPr>
          <p:nvPr>
            <p:ph type="body" idx="1"/>
          </p:nvPr>
        </p:nvSpPr>
        <p:spPr/>
        <p:txBody>
          <a:bodyPr/>
          <a:lstStyle/>
          <a:p>
            <a:pPr>
              <a:defRPr/>
            </a:pPr>
            <a:r>
              <a:rPr lang="en-US" altLang="ko-KR" dirty="0"/>
              <a:t> There is no need for flow control in this scheme.</a:t>
            </a:r>
          </a:p>
          <a:p>
            <a:pPr>
              <a:defRPr/>
            </a:pPr>
            <a:r>
              <a:rPr lang="en-US" altLang="ko-KR" dirty="0"/>
              <a:t> The data link layers of the sender and receiver provide transmission services for their network layers and use the services provided by their physical layers.</a:t>
            </a:r>
          </a:p>
          <a:p>
            <a:pPr>
              <a:defRPr/>
            </a:pPr>
            <a:r>
              <a:rPr lang="en-US" altLang="ko-KR" dirty="0"/>
              <a:t> The sender sites cannot send a frame until its network layer has data packet to send.</a:t>
            </a:r>
          </a:p>
          <a:p>
            <a:pPr>
              <a:defRPr/>
            </a:pPr>
            <a:r>
              <a:rPr lang="en-US" altLang="ko-KR" dirty="0"/>
              <a:t>The receiver sites cannot deliver a data packet to</a:t>
            </a:r>
            <a:r>
              <a:rPr lang="ko-KR" altLang="en-US" dirty="0"/>
              <a:t> </a:t>
            </a:r>
            <a:r>
              <a:rPr lang="en-US" altLang="ko-KR" dirty="0"/>
              <a:t>its network layer until a frame arrives.</a:t>
            </a:r>
          </a:p>
          <a:p>
            <a:pPr>
              <a:defRPr/>
            </a:pPr>
            <a:r>
              <a:rPr lang="en-US" altLang="ko-KR" dirty="0"/>
              <a:t> If the protocol is implemented as a procedure, we need to introduce the idea of </a:t>
            </a:r>
            <a:r>
              <a:rPr lang="en-US" altLang="ko-KR" dirty="0">
                <a:solidFill>
                  <a:schemeClr val="bg1">
                    <a:lumMod val="75000"/>
                  </a:schemeClr>
                </a:solidFill>
              </a:rPr>
              <a:t>events</a:t>
            </a:r>
            <a:r>
              <a:rPr lang="en-US" altLang="ko-KR" dirty="0"/>
              <a:t> in the protocol.</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4">
            <a:extLst>
              <a:ext uri="{FF2B5EF4-FFF2-40B4-BE49-F238E27FC236}">
                <a16:creationId xmlns:a16="http://schemas.microsoft.com/office/drawing/2014/main" id="{5EEDFC16-339B-4D4B-95D2-E4FB022A9504}"/>
              </a:ext>
            </a:extLst>
          </p:cNvPr>
          <p:cNvSpPr txBox="1">
            <a:spLocks noChangeArrowheads="1"/>
          </p:cNvSpPr>
          <p:nvPr/>
        </p:nvSpPr>
        <p:spPr bwMode="auto">
          <a:xfrm>
            <a:off x="273050" y="908050"/>
            <a:ext cx="8505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2400" b="1">
                <a:solidFill>
                  <a:schemeClr val="folHlink"/>
                </a:solidFill>
                <a:latin typeface="Times New Roman" panose="02020603050405020304" pitchFamily="18" charset="0"/>
                <a:ea typeface="굴림" panose="020B0600000101010101" pitchFamily="34" charset="-127"/>
              </a:rPr>
              <a:t>Figure 11.6  </a:t>
            </a:r>
            <a:r>
              <a:rPr kumimoji="0" lang="en-US" altLang="ko-KR" sz="2000" b="1" i="1">
                <a:latin typeface="Times New Roman" panose="02020603050405020304" pitchFamily="18" charset="0"/>
                <a:ea typeface="굴림" panose="020B0600000101010101" pitchFamily="34" charset="-127"/>
              </a:rPr>
              <a:t>The design of the simplest protocol with no flow or error control</a:t>
            </a:r>
          </a:p>
        </p:txBody>
      </p:sp>
      <p:pic>
        <p:nvPicPr>
          <p:cNvPr id="27651" name="Picture 6">
            <a:extLst>
              <a:ext uri="{FF2B5EF4-FFF2-40B4-BE49-F238E27FC236}">
                <a16:creationId xmlns:a16="http://schemas.microsoft.com/office/drawing/2014/main" id="{3A80F358-9C56-4BF7-B34A-206AF0DA07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6275" y="1536700"/>
            <a:ext cx="8239125" cy="477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6855" name="Rectangle 7">
            <a:extLst>
              <a:ext uri="{FF2B5EF4-FFF2-40B4-BE49-F238E27FC236}">
                <a16:creationId xmlns:a16="http://schemas.microsoft.com/office/drawing/2014/main" id="{CC675CD7-DA05-4DFE-84D7-DF1DBEDEDA9D}"/>
              </a:ext>
            </a:extLst>
          </p:cNvPr>
          <p:cNvSpPr>
            <a:spLocks noChangeArrowheads="1"/>
          </p:cNvSpPr>
          <p:nvPr/>
        </p:nvSpPr>
        <p:spPr bwMode="auto">
          <a:xfrm>
            <a:off x="722313" y="258763"/>
            <a:ext cx="8582025" cy="503237"/>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lang="en-US" altLang="ko-KR" sz="2800" b="1" dirty="0">
                <a:solidFill>
                  <a:schemeClr val="bg1"/>
                </a:solidFill>
                <a:effectLst>
                  <a:outerShdw blurRad="38100" dist="38100" dir="2700000" algn="tl">
                    <a:srgbClr val="000000"/>
                  </a:outerShdw>
                </a:effectLst>
                <a:latin typeface="Arial" charset="0"/>
                <a:ea typeface="돋움" pitchFamily="50" charset="-127"/>
              </a:rPr>
              <a:t>Simple/Simplest Protocol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6855" name="Rectangle 7">
            <a:extLst>
              <a:ext uri="{FF2B5EF4-FFF2-40B4-BE49-F238E27FC236}">
                <a16:creationId xmlns:a16="http://schemas.microsoft.com/office/drawing/2014/main" id="{CC675CD7-DA05-4DFE-84D7-DF1DBEDEDA9D}"/>
              </a:ext>
            </a:extLst>
          </p:cNvPr>
          <p:cNvSpPr>
            <a:spLocks noChangeArrowheads="1"/>
          </p:cNvSpPr>
          <p:nvPr/>
        </p:nvSpPr>
        <p:spPr bwMode="auto">
          <a:xfrm>
            <a:off x="722313" y="258763"/>
            <a:ext cx="8582025" cy="503237"/>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lang="en-US" altLang="ko-KR" sz="2800" b="1" dirty="0">
                <a:solidFill>
                  <a:schemeClr val="bg1"/>
                </a:solidFill>
                <a:effectLst>
                  <a:outerShdw blurRad="38100" dist="38100" dir="2700000" algn="tl">
                    <a:srgbClr val="000000"/>
                  </a:outerShdw>
                </a:effectLst>
                <a:latin typeface="Arial" charset="0"/>
                <a:ea typeface="돋움" pitchFamily="50" charset="-127"/>
              </a:rPr>
              <a:t>Simple/Simplest Protocol</a:t>
            </a:r>
          </a:p>
        </p:txBody>
      </p:sp>
      <p:pic>
        <p:nvPicPr>
          <p:cNvPr id="3" name="Picture 2">
            <a:extLst>
              <a:ext uri="{FF2B5EF4-FFF2-40B4-BE49-F238E27FC236}">
                <a16:creationId xmlns:a16="http://schemas.microsoft.com/office/drawing/2014/main" id="{58D84E96-B4A1-4A5B-9091-229751559B68}"/>
              </a:ext>
            </a:extLst>
          </p:cNvPr>
          <p:cNvPicPr>
            <a:picLocks noChangeAspect="1"/>
          </p:cNvPicPr>
          <p:nvPr/>
        </p:nvPicPr>
        <p:blipFill>
          <a:blip r:embed="rId3"/>
          <a:stretch>
            <a:fillRect/>
          </a:stretch>
        </p:blipFill>
        <p:spPr>
          <a:xfrm>
            <a:off x="0" y="1544556"/>
            <a:ext cx="9906000" cy="3768888"/>
          </a:xfrm>
          <a:prstGeom prst="rect">
            <a:avLst/>
          </a:prstGeom>
        </p:spPr>
      </p:pic>
    </p:spTree>
    <p:extLst>
      <p:ext uri="{BB962C8B-B14F-4D97-AF65-F5344CB8AC3E}">
        <p14:creationId xmlns:p14="http://schemas.microsoft.com/office/powerpoint/2010/main" val="4130222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42" name="Rectangle 2">
            <a:extLst>
              <a:ext uri="{FF2B5EF4-FFF2-40B4-BE49-F238E27FC236}">
                <a16:creationId xmlns:a16="http://schemas.microsoft.com/office/drawing/2014/main" id="{D6CB4211-657D-42BC-9AED-0E45AE43859A}"/>
              </a:ext>
            </a:extLst>
          </p:cNvPr>
          <p:cNvSpPr>
            <a:spLocks noGrp="1" noChangeArrowheads="1"/>
          </p:cNvSpPr>
          <p:nvPr>
            <p:ph type="title"/>
          </p:nvPr>
        </p:nvSpPr>
        <p:spPr/>
        <p:txBody>
          <a:bodyPr/>
          <a:lstStyle/>
          <a:p>
            <a:pPr>
              <a:defRPr/>
            </a:pPr>
            <a:r>
              <a:rPr lang="en-US" altLang="ko-KR"/>
              <a:t>Simplest Protocol</a:t>
            </a:r>
          </a:p>
        </p:txBody>
      </p:sp>
      <p:sp>
        <p:nvSpPr>
          <p:cNvPr id="29699" name="Text Box 4">
            <a:extLst>
              <a:ext uri="{FF2B5EF4-FFF2-40B4-BE49-F238E27FC236}">
                <a16:creationId xmlns:a16="http://schemas.microsoft.com/office/drawing/2014/main" id="{C9E63576-F95B-4399-9678-17E9D9470C11}"/>
              </a:ext>
            </a:extLst>
          </p:cNvPr>
          <p:cNvSpPr txBox="1">
            <a:spLocks noChangeArrowheads="1"/>
          </p:cNvSpPr>
          <p:nvPr/>
        </p:nvSpPr>
        <p:spPr bwMode="auto">
          <a:xfrm>
            <a:off x="849313" y="1916113"/>
            <a:ext cx="71485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2400" b="1">
                <a:solidFill>
                  <a:schemeClr val="hlink"/>
                </a:solidFill>
                <a:latin typeface="Times New Roman" panose="02020603050405020304" pitchFamily="18" charset="0"/>
                <a:ea typeface="굴림" panose="020B0600000101010101" pitchFamily="34" charset="-127"/>
              </a:rPr>
              <a:t>Algorithm 11.1</a:t>
            </a:r>
            <a:r>
              <a:rPr kumimoji="0" lang="en-US" altLang="ko-KR" sz="2400" b="1">
                <a:solidFill>
                  <a:schemeClr val="folHlink"/>
                </a:solidFill>
                <a:latin typeface="Times New Roman" panose="02020603050405020304" pitchFamily="18" charset="0"/>
                <a:ea typeface="굴림" panose="020B0600000101010101" pitchFamily="34" charset="-127"/>
              </a:rPr>
              <a:t>  </a:t>
            </a:r>
            <a:r>
              <a:rPr kumimoji="0" lang="en-US" altLang="ko-KR" sz="2000" b="1" i="1">
                <a:solidFill>
                  <a:schemeClr val="bg1"/>
                </a:solidFill>
                <a:latin typeface="Times New Roman" panose="02020603050405020304" pitchFamily="18" charset="0"/>
                <a:ea typeface="굴림" panose="020B0600000101010101" pitchFamily="34" charset="-127"/>
              </a:rPr>
              <a:t>Sender-site</a:t>
            </a:r>
            <a:r>
              <a:rPr kumimoji="0" lang="en-US" altLang="ko-KR" sz="2000" b="1" i="1">
                <a:solidFill>
                  <a:schemeClr val="tx1"/>
                </a:solidFill>
                <a:latin typeface="Times New Roman" panose="02020603050405020304" pitchFamily="18" charset="0"/>
                <a:ea typeface="굴림" panose="020B0600000101010101" pitchFamily="34" charset="-127"/>
              </a:rPr>
              <a:t> </a:t>
            </a:r>
            <a:r>
              <a:rPr kumimoji="0" lang="en-US" altLang="ko-KR" sz="2000" b="1" i="1">
                <a:latin typeface="Times New Roman" panose="02020603050405020304" pitchFamily="18" charset="0"/>
                <a:ea typeface="굴림" panose="020B0600000101010101" pitchFamily="34" charset="-127"/>
              </a:rPr>
              <a:t>algorithm for the simplest protocol</a:t>
            </a:r>
          </a:p>
        </p:txBody>
      </p:sp>
      <p:pic>
        <p:nvPicPr>
          <p:cNvPr id="29700" name="Picture 5">
            <a:extLst>
              <a:ext uri="{FF2B5EF4-FFF2-40B4-BE49-F238E27FC236}">
                <a16:creationId xmlns:a16="http://schemas.microsoft.com/office/drawing/2014/main" id="{949FFB5F-C44F-4A1F-8E01-F86A97B79F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6913" y="2449513"/>
            <a:ext cx="8839200" cy="295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7666" name="Rectangle 2">
            <a:extLst>
              <a:ext uri="{FF2B5EF4-FFF2-40B4-BE49-F238E27FC236}">
                <a16:creationId xmlns:a16="http://schemas.microsoft.com/office/drawing/2014/main" id="{BA26D592-B96B-447E-9F5D-22DF1FBE7EDA}"/>
              </a:ext>
            </a:extLst>
          </p:cNvPr>
          <p:cNvSpPr>
            <a:spLocks noGrp="1" noChangeArrowheads="1"/>
          </p:cNvSpPr>
          <p:nvPr>
            <p:ph type="title"/>
          </p:nvPr>
        </p:nvSpPr>
        <p:spPr/>
        <p:txBody>
          <a:bodyPr/>
          <a:lstStyle/>
          <a:p>
            <a:pPr>
              <a:defRPr/>
            </a:pPr>
            <a:r>
              <a:rPr lang="en-US" altLang="ko-KR"/>
              <a:t>Simplest Protocol</a:t>
            </a:r>
          </a:p>
        </p:txBody>
      </p:sp>
      <p:sp>
        <p:nvSpPr>
          <p:cNvPr id="30724" name="Text Box 4">
            <a:extLst>
              <a:ext uri="{FF2B5EF4-FFF2-40B4-BE49-F238E27FC236}">
                <a16:creationId xmlns:a16="http://schemas.microsoft.com/office/drawing/2014/main" id="{D9CD5D71-8646-4EBA-8DC1-8FF4D92FA242}"/>
              </a:ext>
            </a:extLst>
          </p:cNvPr>
          <p:cNvSpPr txBox="1">
            <a:spLocks noChangeArrowheads="1"/>
          </p:cNvSpPr>
          <p:nvPr/>
        </p:nvSpPr>
        <p:spPr bwMode="auto">
          <a:xfrm>
            <a:off x="920750" y="2060575"/>
            <a:ext cx="73167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2400" b="1">
                <a:solidFill>
                  <a:schemeClr val="hlink"/>
                </a:solidFill>
                <a:latin typeface="Times New Roman" panose="02020603050405020304" pitchFamily="18" charset="0"/>
                <a:ea typeface="굴림" panose="020B0600000101010101" pitchFamily="34" charset="-127"/>
              </a:rPr>
              <a:t>Algorithm 11.2</a:t>
            </a:r>
            <a:r>
              <a:rPr kumimoji="0" lang="en-US" altLang="ko-KR" sz="2400" b="1">
                <a:solidFill>
                  <a:schemeClr val="folHlink"/>
                </a:solidFill>
                <a:latin typeface="Times New Roman" panose="02020603050405020304" pitchFamily="18" charset="0"/>
                <a:ea typeface="굴림" panose="020B0600000101010101" pitchFamily="34" charset="-127"/>
              </a:rPr>
              <a:t>  </a:t>
            </a:r>
            <a:r>
              <a:rPr kumimoji="0" lang="en-US" altLang="ko-KR" sz="2000" b="1" i="1">
                <a:solidFill>
                  <a:schemeClr val="bg1"/>
                </a:solidFill>
                <a:latin typeface="Times New Roman" panose="02020603050405020304" pitchFamily="18" charset="0"/>
                <a:ea typeface="굴림" panose="020B0600000101010101" pitchFamily="34" charset="-127"/>
              </a:rPr>
              <a:t>Receiver-site</a:t>
            </a:r>
            <a:r>
              <a:rPr kumimoji="0" lang="en-US" altLang="ko-KR" sz="2000" b="1" i="1">
                <a:solidFill>
                  <a:schemeClr val="tx1"/>
                </a:solidFill>
                <a:latin typeface="Times New Roman" panose="02020603050405020304" pitchFamily="18" charset="0"/>
                <a:ea typeface="굴림" panose="020B0600000101010101" pitchFamily="34" charset="-127"/>
              </a:rPr>
              <a:t> </a:t>
            </a:r>
            <a:r>
              <a:rPr kumimoji="0" lang="en-US" altLang="ko-KR" sz="2000" b="1" i="1">
                <a:latin typeface="Times New Roman" panose="02020603050405020304" pitchFamily="18" charset="0"/>
                <a:ea typeface="굴림" panose="020B0600000101010101" pitchFamily="34" charset="-127"/>
              </a:rPr>
              <a:t>algorithm for the simplest protocol</a:t>
            </a:r>
          </a:p>
        </p:txBody>
      </p:sp>
      <p:pic>
        <p:nvPicPr>
          <p:cNvPr id="30725" name="Picture 5">
            <a:extLst>
              <a:ext uri="{FF2B5EF4-FFF2-40B4-BE49-F238E27FC236}">
                <a16:creationId xmlns:a16="http://schemas.microsoft.com/office/drawing/2014/main" id="{8E16B073-9C1D-45B8-AE0F-1428C397DF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6888" y="2500313"/>
            <a:ext cx="8848725" cy="298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9">
            <a:extLst>
              <a:ext uri="{FF2B5EF4-FFF2-40B4-BE49-F238E27FC236}">
                <a16:creationId xmlns:a16="http://schemas.microsoft.com/office/drawing/2014/main" id="{731FE0DA-D1C0-400E-83C3-F8A660076751}"/>
              </a:ext>
            </a:extLst>
          </p:cNvPr>
          <p:cNvSpPr>
            <a:spLocks noChangeArrowheads="1"/>
          </p:cNvSpPr>
          <p:nvPr/>
        </p:nvSpPr>
        <p:spPr bwMode="auto">
          <a:xfrm>
            <a:off x="273050" y="1700213"/>
            <a:ext cx="9410700"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pPr algn="just"/>
            <a:r>
              <a:rPr kumimoji="0" lang="en-US" altLang="ko-KR" sz="2800" b="1" dirty="0">
                <a:latin typeface="Times New Roman" panose="02020603050405020304" pitchFamily="18" charset="0"/>
                <a:ea typeface="굴림" panose="020B0600000101010101" pitchFamily="34" charset="-127"/>
                <a:cs typeface="Times New Roman" panose="02020603050405020304" pitchFamily="18" charset="0"/>
              </a:rPr>
              <a:t>Figure 11.7 shows an example of communication using this protocol. It is very simple. The sender sends a sequence of frames without even thinking about the receiver. To send three frames, three events occur at the sender site and three events at the receiver site. Note that the data frames are shown by tilted boxes; the height of the box defines the transmission time difference between the first bit and the last bit in the frame.</a:t>
            </a:r>
          </a:p>
        </p:txBody>
      </p:sp>
      <p:sp>
        <p:nvSpPr>
          <p:cNvPr id="31747" name="Text Box 10">
            <a:extLst>
              <a:ext uri="{FF2B5EF4-FFF2-40B4-BE49-F238E27FC236}">
                <a16:creationId xmlns:a16="http://schemas.microsoft.com/office/drawing/2014/main" id="{62FC40D8-0FE8-4274-8A97-FBAB66076CEA}"/>
              </a:ext>
            </a:extLst>
          </p:cNvPr>
          <p:cNvSpPr txBox="1">
            <a:spLocks noChangeArrowheads="1"/>
          </p:cNvSpPr>
          <p:nvPr/>
        </p:nvSpPr>
        <p:spPr bwMode="auto">
          <a:xfrm>
            <a:off x="200025" y="1052513"/>
            <a:ext cx="24876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3200" b="1" i="1">
                <a:solidFill>
                  <a:schemeClr val="hlink"/>
                </a:solidFill>
                <a:latin typeface="Times New Roman" panose="02020603050405020304" pitchFamily="18" charset="0"/>
                <a:ea typeface="굴림" panose="020B0600000101010101" pitchFamily="34" charset="-127"/>
              </a:rPr>
              <a:t>Example 11.1</a:t>
            </a:r>
          </a:p>
        </p:txBody>
      </p:sp>
      <p:sp>
        <p:nvSpPr>
          <p:cNvPr id="1025035" name="Rectangle 11">
            <a:extLst>
              <a:ext uri="{FF2B5EF4-FFF2-40B4-BE49-F238E27FC236}">
                <a16:creationId xmlns:a16="http://schemas.microsoft.com/office/drawing/2014/main" id="{2A756791-0988-409E-9FBA-79AD9CF1F437}"/>
              </a:ext>
            </a:extLst>
          </p:cNvPr>
          <p:cNvSpPr>
            <a:spLocks noChangeArrowheads="1"/>
          </p:cNvSpPr>
          <p:nvPr/>
        </p:nvSpPr>
        <p:spPr bwMode="auto">
          <a:xfrm>
            <a:off x="722313" y="258763"/>
            <a:ext cx="8582025" cy="503237"/>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lang="en-US" altLang="ko-KR" sz="2800" b="1">
                <a:solidFill>
                  <a:schemeClr val="bg1"/>
                </a:solidFill>
                <a:effectLst>
                  <a:outerShdw blurRad="38100" dist="38100" dir="2700000" algn="tl">
                    <a:srgbClr val="000000"/>
                  </a:outerShdw>
                </a:effectLst>
                <a:latin typeface="Arial" charset="0"/>
                <a:ea typeface="돋움" pitchFamily="50" charset="-127"/>
              </a:rPr>
              <a:t>Simplest Protocol</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4">
            <a:extLst>
              <a:ext uri="{FF2B5EF4-FFF2-40B4-BE49-F238E27FC236}">
                <a16:creationId xmlns:a16="http://schemas.microsoft.com/office/drawing/2014/main" id="{1CC5E276-90A7-4E05-BE73-311009AE2C68}"/>
              </a:ext>
            </a:extLst>
          </p:cNvPr>
          <p:cNvSpPr txBox="1">
            <a:spLocks noChangeArrowheads="1"/>
          </p:cNvSpPr>
          <p:nvPr/>
        </p:nvSpPr>
        <p:spPr bwMode="auto">
          <a:xfrm>
            <a:off x="733425" y="1341438"/>
            <a:ext cx="61014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2400" b="1" dirty="0">
                <a:solidFill>
                  <a:schemeClr val="folHlink"/>
                </a:solidFill>
                <a:latin typeface="Times New Roman" panose="02020603050405020304" pitchFamily="18" charset="0"/>
                <a:ea typeface="굴림" panose="020B0600000101010101" pitchFamily="34" charset="-127"/>
              </a:rPr>
              <a:t>Figure 11.7  </a:t>
            </a:r>
            <a:r>
              <a:rPr kumimoji="0" lang="en-US" altLang="ko-KR" sz="2000" b="1" i="1" dirty="0">
                <a:latin typeface="Times New Roman" panose="02020603050405020304" pitchFamily="18" charset="0"/>
                <a:ea typeface="굴림" panose="020B0600000101010101" pitchFamily="34" charset="-127"/>
              </a:rPr>
              <a:t>Flow diagram for Example 11.1 (4</a:t>
            </a:r>
            <a:r>
              <a:rPr kumimoji="0" lang="en-US" altLang="ko-KR" sz="2000" b="1" i="1" baseline="30000" dirty="0">
                <a:latin typeface="Times New Roman" panose="02020603050405020304" pitchFamily="18" charset="0"/>
                <a:ea typeface="굴림" panose="020B0600000101010101" pitchFamily="34" charset="-127"/>
              </a:rPr>
              <a:t>th</a:t>
            </a:r>
            <a:r>
              <a:rPr kumimoji="0" lang="en-US" altLang="ko-KR" sz="2000" b="1" i="1" dirty="0">
                <a:latin typeface="Times New Roman" panose="02020603050405020304" pitchFamily="18" charset="0"/>
                <a:ea typeface="굴림" panose="020B0600000101010101" pitchFamily="34" charset="-127"/>
              </a:rPr>
              <a:t> Ed.)</a:t>
            </a:r>
          </a:p>
        </p:txBody>
      </p:sp>
      <p:pic>
        <p:nvPicPr>
          <p:cNvPr id="33795" name="Picture 6">
            <a:extLst>
              <a:ext uri="{FF2B5EF4-FFF2-40B4-BE49-F238E27FC236}">
                <a16:creationId xmlns:a16="http://schemas.microsoft.com/office/drawing/2014/main" id="{3AFE3555-EE0C-4278-A253-9A1595D1E4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2913" y="2276475"/>
            <a:ext cx="5575300" cy="3128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079" name="Rectangle 7">
            <a:extLst>
              <a:ext uri="{FF2B5EF4-FFF2-40B4-BE49-F238E27FC236}">
                <a16:creationId xmlns:a16="http://schemas.microsoft.com/office/drawing/2014/main" id="{B5E5C65A-F133-4CA0-99F8-974F82B3A4E4}"/>
              </a:ext>
            </a:extLst>
          </p:cNvPr>
          <p:cNvSpPr>
            <a:spLocks noChangeArrowheads="1"/>
          </p:cNvSpPr>
          <p:nvPr/>
        </p:nvSpPr>
        <p:spPr bwMode="auto">
          <a:xfrm>
            <a:off x="722313" y="258763"/>
            <a:ext cx="8582025" cy="503237"/>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lang="en-US" altLang="ko-KR" sz="2800" b="1" dirty="0">
                <a:solidFill>
                  <a:schemeClr val="bg1"/>
                </a:solidFill>
                <a:effectLst>
                  <a:outerShdw blurRad="38100" dist="38100" dir="2700000" algn="tl">
                    <a:srgbClr val="000000"/>
                  </a:outerShdw>
                </a:effectLst>
                <a:latin typeface="Times New Roman" panose="02020603050405020304" pitchFamily="18" charset="0"/>
                <a:ea typeface="돋움" pitchFamily="50" charset="-127"/>
                <a:cs typeface="Times New Roman" panose="02020603050405020304" pitchFamily="18" charset="0"/>
              </a:rPr>
              <a:t>Simplest Protocol</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0948" name="Rectangle 4">
            <a:extLst>
              <a:ext uri="{FF2B5EF4-FFF2-40B4-BE49-F238E27FC236}">
                <a16:creationId xmlns:a16="http://schemas.microsoft.com/office/drawing/2014/main" id="{1A0FFDDE-AD56-423C-94C1-AA9CE72C6B53}"/>
              </a:ext>
            </a:extLst>
          </p:cNvPr>
          <p:cNvSpPr>
            <a:spLocks noGrp="1" noChangeArrowheads="1"/>
          </p:cNvSpPr>
          <p:nvPr>
            <p:ph type="title" idx="4294967295"/>
          </p:nvPr>
        </p:nvSpPr>
        <p:spPr>
          <a:xfrm>
            <a:off x="704850" y="260350"/>
            <a:ext cx="8582025" cy="503238"/>
          </a:xfrm>
        </p:spPr>
        <p:txBody>
          <a:bodyPr/>
          <a:lstStyle/>
          <a:p>
            <a:pPr>
              <a:defRPr/>
            </a:pPr>
            <a:r>
              <a:rPr lang="en-US" altLang="ko-KR" dirty="0"/>
              <a:t>Stop and Wait Protocol</a:t>
            </a:r>
          </a:p>
        </p:txBody>
      </p:sp>
      <p:sp>
        <p:nvSpPr>
          <p:cNvPr id="35843" name="Rectangle 5">
            <a:extLst>
              <a:ext uri="{FF2B5EF4-FFF2-40B4-BE49-F238E27FC236}">
                <a16:creationId xmlns:a16="http://schemas.microsoft.com/office/drawing/2014/main" id="{0FABF975-4306-43BF-AF79-1DF202A2B607}"/>
              </a:ext>
            </a:extLst>
          </p:cNvPr>
          <p:cNvSpPr>
            <a:spLocks noGrp="1" noChangeArrowheads="1"/>
          </p:cNvSpPr>
          <p:nvPr>
            <p:ph type="body" idx="4294967295"/>
          </p:nvPr>
        </p:nvSpPr>
        <p:spPr/>
        <p:txBody>
          <a:bodyPr/>
          <a:lstStyle/>
          <a:p>
            <a:r>
              <a:rPr lang="en-US" altLang="ko-KR" sz="2800"/>
              <a:t>Stop and Wait Protocol </a:t>
            </a:r>
          </a:p>
          <a:p>
            <a:pPr lvl="1"/>
            <a:r>
              <a:rPr lang="en-US" altLang="ko-KR"/>
              <a:t>To prevent the receiver from becoming overwhelmed with frames, we somehow need to tell the sender to slow down.</a:t>
            </a:r>
          </a:p>
          <a:p>
            <a:pPr lvl="1"/>
            <a:r>
              <a:rPr lang="en-US" altLang="ko-KR"/>
              <a:t>We add flow control to the simplest protocol.</a:t>
            </a:r>
          </a:p>
          <a:p>
            <a:pPr lvl="1"/>
            <a:r>
              <a:rPr lang="en-US" altLang="ko-KR"/>
              <a:t>The sender sends a frame and waits for acknowledgment from the receiver before sending the next frame. </a:t>
            </a:r>
          </a:p>
          <a:p>
            <a:pPr lvl="1"/>
            <a:r>
              <a:rPr lang="en-US" altLang="ko-KR"/>
              <a:t>We still have unidirectional communication for data frames, but auxiliary ACK frames travel from the other direction.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4">
            <a:extLst>
              <a:ext uri="{FF2B5EF4-FFF2-40B4-BE49-F238E27FC236}">
                <a16:creationId xmlns:a16="http://schemas.microsoft.com/office/drawing/2014/main" id="{D1467929-2CB7-46A8-B588-FDECD5172B5B}"/>
              </a:ext>
            </a:extLst>
          </p:cNvPr>
          <p:cNvSpPr txBox="1">
            <a:spLocks noChangeArrowheads="1"/>
          </p:cNvSpPr>
          <p:nvPr/>
        </p:nvSpPr>
        <p:spPr bwMode="auto">
          <a:xfrm>
            <a:off x="344488" y="836613"/>
            <a:ext cx="627293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2400" b="1" dirty="0">
                <a:solidFill>
                  <a:schemeClr val="folHlink"/>
                </a:solidFill>
                <a:latin typeface="Times New Roman" panose="02020603050405020304" pitchFamily="18" charset="0"/>
                <a:ea typeface="굴림" panose="020B0600000101010101" pitchFamily="34" charset="-127"/>
              </a:rPr>
              <a:t>Figure 11.8  </a:t>
            </a:r>
            <a:r>
              <a:rPr kumimoji="0" lang="en-US" altLang="ko-KR" sz="2000" b="1" i="1" dirty="0">
                <a:latin typeface="Times New Roman" panose="02020603050405020304" pitchFamily="18" charset="0"/>
                <a:ea typeface="굴림" panose="020B0600000101010101" pitchFamily="34" charset="-127"/>
              </a:rPr>
              <a:t>Design of Stop-and-Wait Protocol (4</a:t>
            </a:r>
            <a:r>
              <a:rPr kumimoji="0" lang="en-US" altLang="ko-KR" sz="2000" b="1" i="1" baseline="30000" dirty="0">
                <a:latin typeface="Times New Roman" panose="02020603050405020304" pitchFamily="18" charset="0"/>
                <a:ea typeface="굴림" panose="020B0600000101010101" pitchFamily="34" charset="-127"/>
              </a:rPr>
              <a:t>th </a:t>
            </a:r>
            <a:r>
              <a:rPr kumimoji="0" lang="en-US" altLang="ko-KR" sz="2000" b="1" i="1" dirty="0">
                <a:latin typeface="Times New Roman" panose="02020603050405020304" pitchFamily="18" charset="0"/>
                <a:ea typeface="굴림" panose="020B0600000101010101" pitchFamily="34" charset="-127"/>
              </a:rPr>
              <a:t>Ed.)</a:t>
            </a:r>
          </a:p>
        </p:txBody>
      </p:sp>
      <p:pic>
        <p:nvPicPr>
          <p:cNvPr id="37891" name="Picture 6">
            <a:extLst>
              <a:ext uri="{FF2B5EF4-FFF2-40B4-BE49-F238E27FC236}">
                <a16:creationId xmlns:a16="http://schemas.microsoft.com/office/drawing/2014/main" id="{CF42DF9D-CC5F-4C59-AACF-089E2E11FA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5063" y="1268413"/>
            <a:ext cx="7615237"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57095" name="Rectangle 7">
            <a:extLst>
              <a:ext uri="{FF2B5EF4-FFF2-40B4-BE49-F238E27FC236}">
                <a16:creationId xmlns:a16="http://schemas.microsoft.com/office/drawing/2014/main" id="{C06A51BB-1BCE-4A1B-8A3B-5787A0D084BD}"/>
              </a:ext>
            </a:extLst>
          </p:cNvPr>
          <p:cNvSpPr>
            <a:spLocks noChangeArrowheads="1"/>
          </p:cNvSpPr>
          <p:nvPr/>
        </p:nvSpPr>
        <p:spPr bwMode="auto">
          <a:xfrm>
            <a:off x="704850" y="260350"/>
            <a:ext cx="8582025" cy="503238"/>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lang="en-US" altLang="ko-KR" sz="2800" b="1" dirty="0">
                <a:solidFill>
                  <a:schemeClr val="bg1"/>
                </a:solidFill>
                <a:effectLst>
                  <a:outerShdw blurRad="38100" dist="38100" dir="2700000" algn="tl">
                    <a:srgbClr val="000000"/>
                  </a:outerShdw>
                </a:effectLst>
                <a:latin typeface="Times New Roman" panose="02020603050405020304" pitchFamily="18" charset="0"/>
                <a:ea typeface="돋움" pitchFamily="50" charset="-127"/>
                <a:cs typeface="Times New Roman" panose="02020603050405020304" pitchFamily="18" charset="0"/>
              </a:rPr>
              <a:t>Stop and Wait Protocol</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7095" name="Rectangle 7">
            <a:extLst>
              <a:ext uri="{FF2B5EF4-FFF2-40B4-BE49-F238E27FC236}">
                <a16:creationId xmlns:a16="http://schemas.microsoft.com/office/drawing/2014/main" id="{C06A51BB-1BCE-4A1B-8A3B-5787A0D084BD}"/>
              </a:ext>
            </a:extLst>
          </p:cNvPr>
          <p:cNvSpPr>
            <a:spLocks noChangeArrowheads="1"/>
          </p:cNvSpPr>
          <p:nvPr/>
        </p:nvSpPr>
        <p:spPr bwMode="auto">
          <a:xfrm>
            <a:off x="704850" y="260350"/>
            <a:ext cx="8582025" cy="503238"/>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lang="en-US" altLang="ko-KR" sz="2800" b="1" dirty="0">
                <a:solidFill>
                  <a:schemeClr val="bg1"/>
                </a:solidFill>
                <a:effectLst>
                  <a:outerShdw blurRad="38100" dist="38100" dir="2700000" algn="tl">
                    <a:srgbClr val="000000"/>
                  </a:outerShdw>
                </a:effectLst>
                <a:latin typeface="Times New Roman" panose="02020603050405020304" pitchFamily="18" charset="0"/>
                <a:ea typeface="돋움" pitchFamily="50" charset="-127"/>
                <a:cs typeface="Times New Roman" panose="02020603050405020304" pitchFamily="18" charset="0"/>
              </a:rPr>
              <a:t>Stop and Wait Protocol</a:t>
            </a:r>
          </a:p>
        </p:txBody>
      </p:sp>
      <p:pic>
        <p:nvPicPr>
          <p:cNvPr id="3" name="Picture 2">
            <a:extLst>
              <a:ext uri="{FF2B5EF4-FFF2-40B4-BE49-F238E27FC236}">
                <a16:creationId xmlns:a16="http://schemas.microsoft.com/office/drawing/2014/main" id="{5FE1E250-4A87-41AF-9DC9-7270C1AF34B7}"/>
              </a:ext>
            </a:extLst>
          </p:cNvPr>
          <p:cNvPicPr>
            <a:picLocks noChangeAspect="1"/>
          </p:cNvPicPr>
          <p:nvPr/>
        </p:nvPicPr>
        <p:blipFill>
          <a:blip r:embed="rId3"/>
          <a:stretch>
            <a:fillRect/>
          </a:stretch>
        </p:blipFill>
        <p:spPr>
          <a:xfrm>
            <a:off x="731507" y="763588"/>
            <a:ext cx="8189317" cy="5753069"/>
          </a:xfrm>
          <a:prstGeom prst="rect">
            <a:avLst/>
          </a:prstGeom>
        </p:spPr>
      </p:pic>
    </p:spTree>
    <p:extLst>
      <p:ext uri="{BB962C8B-B14F-4D97-AF65-F5344CB8AC3E}">
        <p14:creationId xmlns:p14="http://schemas.microsoft.com/office/powerpoint/2010/main" val="29344996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8690" name="Rectangle 2">
            <a:extLst>
              <a:ext uri="{FF2B5EF4-FFF2-40B4-BE49-F238E27FC236}">
                <a16:creationId xmlns:a16="http://schemas.microsoft.com/office/drawing/2014/main" id="{08957866-07C9-4860-A6C6-532252038B63}"/>
              </a:ext>
            </a:extLst>
          </p:cNvPr>
          <p:cNvSpPr>
            <a:spLocks noGrp="1" noChangeArrowheads="1"/>
          </p:cNvSpPr>
          <p:nvPr>
            <p:ph type="title"/>
          </p:nvPr>
        </p:nvSpPr>
        <p:spPr/>
        <p:txBody>
          <a:bodyPr/>
          <a:lstStyle/>
          <a:p>
            <a:pPr>
              <a:defRPr/>
            </a:pPr>
            <a:r>
              <a:rPr lang="en-US" altLang="ko-KR"/>
              <a:t>Stop and Wait Protocol</a:t>
            </a:r>
          </a:p>
        </p:txBody>
      </p:sp>
      <p:sp>
        <p:nvSpPr>
          <p:cNvPr id="39939" name="Text Box 4">
            <a:extLst>
              <a:ext uri="{FF2B5EF4-FFF2-40B4-BE49-F238E27FC236}">
                <a16:creationId xmlns:a16="http://schemas.microsoft.com/office/drawing/2014/main" id="{A0F5CA1D-C8CA-446B-8A13-BF6D9BD907D9}"/>
              </a:ext>
            </a:extLst>
          </p:cNvPr>
          <p:cNvSpPr txBox="1">
            <a:spLocks noChangeArrowheads="1"/>
          </p:cNvSpPr>
          <p:nvPr/>
        </p:nvSpPr>
        <p:spPr bwMode="auto">
          <a:xfrm>
            <a:off x="704850" y="836613"/>
            <a:ext cx="7467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2400" b="1">
                <a:solidFill>
                  <a:schemeClr val="hlink"/>
                </a:solidFill>
                <a:latin typeface="Times New Roman" panose="02020603050405020304" pitchFamily="18" charset="0"/>
                <a:ea typeface="굴림" panose="020B0600000101010101" pitchFamily="34" charset="-127"/>
              </a:rPr>
              <a:t>Algorithm 11.3</a:t>
            </a:r>
            <a:r>
              <a:rPr kumimoji="0" lang="en-US" altLang="ko-KR" sz="2400" b="1">
                <a:solidFill>
                  <a:schemeClr val="folHlink"/>
                </a:solidFill>
                <a:latin typeface="Times New Roman" panose="02020603050405020304" pitchFamily="18" charset="0"/>
                <a:ea typeface="굴림" panose="020B0600000101010101" pitchFamily="34" charset="-127"/>
              </a:rPr>
              <a:t>  </a:t>
            </a:r>
            <a:r>
              <a:rPr kumimoji="0" lang="en-US" altLang="ko-KR" sz="2000" b="1" i="1">
                <a:solidFill>
                  <a:schemeClr val="bg1"/>
                </a:solidFill>
                <a:latin typeface="Times New Roman" panose="02020603050405020304" pitchFamily="18" charset="0"/>
                <a:ea typeface="굴림" panose="020B0600000101010101" pitchFamily="34" charset="-127"/>
              </a:rPr>
              <a:t>Sender-site algorithm for Stop-and-Wait Protocol</a:t>
            </a:r>
          </a:p>
        </p:txBody>
      </p:sp>
      <p:pic>
        <p:nvPicPr>
          <p:cNvPr id="39940" name="Picture 5">
            <a:extLst>
              <a:ext uri="{FF2B5EF4-FFF2-40B4-BE49-F238E27FC236}">
                <a16:creationId xmlns:a16="http://schemas.microsoft.com/office/drawing/2014/main" id="{EDDFBD39-2568-48CE-9196-82C155DFE9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2288" y="1239838"/>
            <a:ext cx="8894762" cy="528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9714" name="Rectangle 2">
            <a:extLst>
              <a:ext uri="{FF2B5EF4-FFF2-40B4-BE49-F238E27FC236}">
                <a16:creationId xmlns:a16="http://schemas.microsoft.com/office/drawing/2014/main" id="{5573C487-928F-4EE1-BF16-516A3F0DDEC9}"/>
              </a:ext>
            </a:extLst>
          </p:cNvPr>
          <p:cNvSpPr>
            <a:spLocks noGrp="1" noChangeArrowheads="1"/>
          </p:cNvSpPr>
          <p:nvPr>
            <p:ph type="title"/>
          </p:nvPr>
        </p:nvSpPr>
        <p:spPr/>
        <p:txBody>
          <a:bodyPr/>
          <a:lstStyle/>
          <a:p>
            <a:pPr>
              <a:defRPr/>
            </a:pPr>
            <a:r>
              <a:rPr lang="en-US" altLang="ko-KR"/>
              <a:t>Stop and Wait Protocol</a:t>
            </a:r>
          </a:p>
        </p:txBody>
      </p:sp>
      <p:sp>
        <p:nvSpPr>
          <p:cNvPr id="40963" name="Text Box 4">
            <a:extLst>
              <a:ext uri="{FF2B5EF4-FFF2-40B4-BE49-F238E27FC236}">
                <a16:creationId xmlns:a16="http://schemas.microsoft.com/office/drawing/2014/main" id="{5192402A-DD4C-457C-ABE9-A8F53FFEC8AE}"/>
              </a:ext>
            </a:extLst>
          </p:cNvPr>
          <p:cNvSpPr txBox="1">
            <a:spLocks noChangeArrowheads="1"/>
          </p:cNvSpPr>
          <p:nvPr/>
        </p:nvSpPr>
        <p:spPr bwMode="auto">
          <a:xfrm>
            <a:off x="787400" y="1139825"/>
            <a:ext cx="7635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2400" b="1">
                <a:solidFill>
                  <a:schemeClr val="hlink"/>
                </a:solidFill>
                <a:latin typeface="Times New Roman" panose="02020603050405020304" pitchFamily="18" charset="0"/>
                <a:ea typeface="굴림" panose="020B0600000101010101" pitchFamily="34" charset="-127"/>
              </a:rPr>
              <a:t>Algorithm 11.4</a:t>
            </a:r>
            <a:r>
              <a:rPr kumimoji="0" lang="en-US" altLang="ko-KR" sz="2400" b="1">
                <a:solidFill>
                  <a:schemeClr val="folHlink"/>
                </a:solidFill>
                <a:latin typeface="Times New Roman" panose="02020603050405020304" pitchFamily="18" charset="0"/>
                <a:ea typeface="굴림" panose="020B0600000101010101" pitchFamily="34" charset="-127"/>
              </a:rPr>
              <a:t>  </a:t>
            </a:r>
            <a:r>
              <a:rPr kumimoji="0" lang="en-US" altLang="ko-KR" sz="2000" b="1" i="1">
                <a:solidFill>
                  <a:schemeClr val="bg1"/>
                </a:solidFill>
                <a:latin typeface="Times New Roman" panose="02020603050405020304" pitchFamily="18" charset="0"/>
                <a:ea typeface="굴림" panose="020B0600000101010101" pitchFamily="34" charset="-127"/>
              </a:rPr>
              <a:t>Receiver-site algorithm for Stop-and-Wait Protocol</a:t>
            </a:r>
          </a:p>
        </p:txBody>
      </p:sp>
      <p:pic>
        <p:nvPicPr>
          <p:cNvPr id="40964" name="Picture 5">
            <a:extLst>
              <a:ext uri="{FF2B5EF4-FFF2-40B4-BE49-F238E27FC236}">
                <a16:creationId xmlns:a16="http://schemas.microsoft.com/office/drawing/2014/main" id="{74C03EE4-FD41-4143-8631-5627CB0569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1813" y="1560513"/>
            <a:ext cx="8958262" cy="323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9">
            <a:extLst>
              <a:ext uri="{FF2B5EF4-FFF2-40B4-BE49-F238E27FC236}">
                <a16:creationId xmlns:a16="http://schemas.microsoft.com/office/drawing/2014/main" id="{D0301D75-8CA0-4FC2-810A-DFC463C625D0}"/>
              </a:ext>
            </a:extLst>
          </p:cNvPr>
          <p:cNvSpPr>
            <a:spLocks noChangeArrowheads="1"/>
          </p:cNvSpPr>
          <p:nvPr/>
        </p:nvSpPr>
        <p:spPr bwMode="auto">
          <a:xfrm>
            <a:off x="273050" y="2349500"/>
            <a:ext cx="9410700"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pPr algn="just"/>
            <a:r>
              <a:rPr kumimoji="0" lang="en-US" altLang="ko-KR" sz="2800" b="1" dirty="0">
                <a:latin typeface="Times New Roman" panose="02020603050405020304" pitchFamily="18" charset="0"/>
                <a:ea typeface="굴림" panose="020B0600000101010101" pitchFamily="34" charset="-127"/>
                <a:cs typeface="Times New Roman" panose="02020603050405020304" pitchFamily="18" charset="0"/>
              </a:rPr>
              <a:t>Figure 11.9 shows an example of communication using this protocol. It is still very simple. The sender sends one frame and waits for feedback from the receiver. When the ACK arrives, the sender sends the next frame. Note that sending two frames in the protocol involves the sender in four events and the receiver in two events.</a:t>
            </a:r>
          </a:p>
        </p:txBody>
      </p:sp>
      <p:sp>
        <p:nvSpPr>
          <p:cNvPr id="41987" name="Text Box 10">
            <a:extLst>
              <a:ext uri="{FF2B5EF4-FFF2-40B4-BE49-F238E27FC236}">
                <a16:creationId xmlns:a16="http://schemas.microsoft.com/office/drawing/2014/main" id="{C0A9DB69-F1C2-4FCF-9B9F-19EA7619D5E5}"/>
              </a:ext>
            </a:extLst>
          </p:cNvPr>
          <p:cNvSpPr txBox="1">
            <a:spLocks noChangeArrowheads="1"/>
          </p:cNvSpPr>
          <p:nvPr/>
        </p:nvSpPr>
        <p:spPr bwMode="auto">
          <a:xfrm>
            <a:off x="273050" y="1557338"/>
            <a:ext cx="394672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3200" b="1" i="1" dirty="0">
                <a:solidFill>
                  <a:schemeClr val="hlink"/>
                </a:solidFill>
                <a:latin typeface="Times New Roman" panose="02020603050405020304" pitchFamily="18" charset="0"/>
                <a:ea typeface="굴림" panose="020B0600000101010101" pitchFamily="34" charset="-127"/>
              </a:rPr>
              <a:t>Example 11.2</a:t>
            </a:r>
            <a:r>
              <a:rPr kumimoji="0" lang="en-US" altLang="ko-KR" sz="3200" b="1" i="1" dirty="0">
                <a:latin typeface="Times New Roman" panose="02020603050405020304" pitchFamily="18" charset="0"/>
                <a:ea typeface="굴림" panose="020B0600000101010101" pitchFamily="34" charset="-127"/>
              </a:rPr>
              <a:t> (4</a:t>
            </a:r>
            <a:r>
              <a:rPr kumimoji="0" lang="en-US" altLang="ko-KR" sz="3200" b="1" i="1" baseline="30000" dirty="0">
                <a:latin typeface="Times New Roman" panose="02020603050405020304" pitchFamily="18" charset="0"/>
                <a:ea typeface="굴림" panose="020B0600000101010101" pitchFamily="34" charset="-127"/>
              </a:rPr>
              <a:t>th </a:t>
            </a:r>
            <a:r>
              <a:rPr kumimoji="0" lang="en-US" altLang="ko-KR" sz="3200" b="1" i="1" dirty="0">
                <a:latin typeface="Times New Roman" panose="02020603050405020304" pitchFamily="18" charset="0"/>
                <a:ea typeface="굴림" panose="020B0600000101010101" pitchFamily="34" charset="-127"/>
              </a:rPr>
              <a:t>Ed.)</a:t>
            </a:r>
            <a:endParaRPr kumimoji="0" lang="en-US" altLang="ko-KR" sz="3200" b="1" i="1" dirty="0">
              <a:solidFill>
                <a:schemeClr val="hlink"/>
              </a:solidFill>
              <a:latin typeface="Times New Roman" panose="02020603050405020304" pitchFamily="18" charset="0"/>
              <a:ea typeface="굴림" panose="020B0600000101010101" pitchFamily="34" charset="-127"/>
            </a:endParaRPr>
          </a:p>
        </p:txBody>
      </p:sp>
      <p:sp>
        <p:nvSpPr>
          <p:cNvPr id="1029131" name="Rectangle 11">
            <a:extLst>
              <a:ext uri="{FF2B5EF4-FFF2-40B4-BE49-F238E27FC236}">
                <a16:creationId xmlns:a16="http://schemas.microsoft.com/office/drawing/2014/main" id="{2AF29B4A-6D79-4927-A45D-B3F7B7EA20D2}"/>
              </a:ext>
            </a:extLst>
          </p:cNvPr>
          <p:cNvSpPr>
            <a:spLocks noChangeArrowheads="1"/>
          </p:cNvSpPr>
          <p:nvPr/>
        </p:nvSpPr>
        <p:spPr bwMode="auto">
          <a:xfrm>
            <a:off x="704850" y="260350"/>
            <a:ext cx="8582025" cy="503238"/>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lang="en-US" altLang="ko-KR" sz="2800" b="1" dirty="0">
                <a:solidFill>
                  <a:schemeClr val="bg1"/>
                </a:solidFill>
                <a:effectLst>
                  <a:outerShdw blurRad="38100" dist="38100" dir="2700000" algn="tl">
                    <a:srgbClr val="000000"/>
                  </a:outerShdw>
                </a:effectLst>
                <a:latin typeface="Times New Roman" panose="02020603050405020304" pitchFamily="18" charset="0"/>
                <a:ea typeface="돋움" pitchFamily="50" charset="-127"/>
                <a:cs typeface="Times New Roman" panose="02020603050405020304" pitchFamily="18" charset="0"/>
              </a:rPr>
              <a:t>Stop and Wait Protocol</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4">
            <a:extLst>
              <a:ext uri="{FF2B5EF4-FFF2-40B4-BE49-F238E27FC236}">
                <a16:creationId xmlns:a16="http://schemas.microsoft.com/office/drawing/2014/main" id="{EED435F2-8AAE-4121-9372-C6D6D8422CC1}"/>
              </a:ext>
            </a:extLst>
          </p:cNvPr>
          <p:cNvSpPr txBox="1">
            <a:spLocks noChangeArrowheads="1"/>
          </p:cNvSpPr>
          <p:nvPr/>
        </p:nvSpPr>
        <p:spPr bwMode="auto">
          <a:xfrm>
            <a:off x="330200" y="908050"/>
            <a:ext cx="60806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2400" b="1" dirty="0">
                <a:solidFill>
                  <a:schemeClr val="folHlink"/>
                </a:solidFill>
                <a:latin typeface="Times New Roman" panose="02020603050405020304" pitchFamily="18" charset="0"/>
                <a:ea typeface="굴림" panose="020B0600000101010101" pitchFamily="34" charset="-127"/>
              </a:rPr>
              <a:t>Figure 11.9  </a:t>
            </a:r>
            <a:r>
              <a:rPr kumimoji="0" lang="en-US" altLang="ko-KR" sz="2000" b="1" i="1" dirty="0">
                <a:latin typeface="Times New Roman" panose="02020603050405020304" pitchFamily="18" charset="0"/>
                <a:ea typeface="굴림" panose="020B0600000101010101" pitchFamily="34" charset="-127"/>
              </a:rPr>
              <a:t>Flow diagram for Example 11.2 (4</a:t>
            </a:r>
            <a:r>
              <a:rPr kumimoji="0" lang="en-US" altLang="ko-KR" sz="2000" b="1" i="1" baseline="30000" dirty="0">
                <a:latin typeface="Times New Roman" panose="02020603050405020304" pitchFamily="18" charset="0"/>
                <a:ea typeface="굴림" panose="020B0600000101010101" pitchFamily="34" charset="-127"/>
              </a:rPr>
              <a:t>th </a:t>
            </a:r>
            <a:r>
              <a:rPr kumimoji="0" lang="en-US" altLang="ko-KR" sz="2000" b="1" i="1" dirty="0">
                <a:latin typeface="Times New Roman" panose="02020603050405020304" pitchFamily="18" charset="0"/>
                <a:ea typeface="굴림" panose="020B0600000101010101" pitchFamily="34" charset="-127"/>
              </a:rPr>
              <a:t>Ed.)</a:t>
            </a:r>
          </a:p>
        </p:txBody>
      </p:sp>
      <p:pic>
        <p:nvPicPr>
          <p:cNvPr id="44035" name="Picture 6">
            <a:extLst>
              <a:ext uri="{FF2B5EF4-FFF2-40B4-BE49-F238E27FC236}">
                <a16:creationId xmlns:a16="http://schemas.microsoft.com/office/drawing/2014/main" id="{49F37188-55E1-4677-9F9F-5A00DE1770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4063" y="1785938"/>
            <a:ext cx="5673725" cy="3925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1175" name="Rectangle 7">
            <a:extLst>
              <a:ext uri="{FF2B5EF4-FFF2-40B4-BE49-F238E27FC236}">
                <a16:creationId xmlns:a16="http://schemas.microsoft.com/office/drawing/2014/main" id="{32D5FEA1-6918-414F-81A9-A726ACDB5BD1}"/>
              </a:ext>
            </a:extLst>
          </p:cNvPr>
          <p:cNvSpPr>
            <a:spLocks noChangeArrowheads="1"/>
          </p:cNvSpPr>
          <p:nvPr/>
        </p:nvSpPr>
        <p:spPr bwMode="auto">
          <a:xfrm>
            <a:off x="704850" y="260350"/>
            <a:ext cx="8582025" cy="503238"/>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lang="en-US" altLang="ko-KR" sz="2800" b="1" dirty="0">
                <a:solidFill>
                  <a:schemeClr val="bg1"/>
                </a:solidFill>
                <a:effectLst>
                  <a:outerShdw blurRad="38100" dist="38100" dir="2700000" algn="tl">
                    <a:srgbClr val="000000"/>
                  </a:outerShdw>
                </a:effectLst>
                <a:latin typeface="Times New Roman" panose="02020603050405020304" pitchFamily="18" charset="0"/>
                <a:ea typeface="돋움" pitchFamily="50" charset="-127"/>
                <a:cs typeface="Times New Roman" panose="02020603050405020304" pitchFamily="18" charset="0"/>
              </a:rPr>
              <a:t>Stop and Wait Protocol</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67330" name="Rectangle 2">
            <a:extLst>
              <a:ext uri="{FF2B5EF4-FFF2-40B4-BE49-F238E27FC236}">
                <a16:creationId xmlns:a16="http://schemas.microsoft.com/office/drawing/2014/main" id="{53B05D0F-BB1D-460D-B723-0B5FA97ADBE0}"/>
              </a:ext>
            </a:extLst>
          </p:cNvPr>
          <p:cNvSpPr>
            <a:spLocks noChangeArrowheads="1"/>
          </p:cNvSpPr>
          <p:nvPr/>
        </p:nvSpPr>
        <p:spPr bwMode="auto">
          <a:xfrm>
            <a:off x="0" y="0"/>
            <a:ext cx="9906000" cy="1371600"/>
          </a:xfrm>
          <a:prstGeom prst="rect">
            <a:avLst/>
          </a:prstGeom>
          <a:solidFill>
            <a:srgbClr val="33CCFF"/>
          </a:solidFill>
          <a:ln w="28575">
            <a:solidFill>
              <a:schemeClr val="accent1"/>
            </a:solidFill>
            <a:miter lim="800000"/>
            <a:headEnd/>
            <a:tailEnd/>
          </a:ln>
          <a:effectLst/>
        </p:spPr>
        <p:txBody>
          <a:bodyPr wrap="none" anchor="ctr"/>
          <a:lstStyle/>
          <a:p>
            <a:pPr algn="ctr">
              <a:defRPr/>
            </a:pPr>
            <a:endParaRPr kumimoji="0" lang="ko-KR" altLang="ko-KR" sz="3200" b="1">
              <a:solidFill>
                <a:schemeClr val="tx1"/>
              </a:solidFill>
              <a:effectLst>
                <a:outerShdw blurRad="38100" dist="38100" dir="2700000" algn="tl">
                  <a:srgbClr val="000000"/>
                </a:outerShdw>
              </a:effectLst>
              <a:latin typeface="Times New Roman" pitchFamily="18" charset="0"/>
              <a:ea typeface="굴림" pitchFamily="50" charset="-127"/>
            </a:endParaRPr>
          </a:p>
        </p:txBody>
      </p:sp>
      <p:sp>
        <p:nvSpPr>
          <p:cNvPr id="867331" name="Text Box 3">
            <a:extLst>
              <a:ext uri="{FF2B5EF4-FFF2-40B4-BE49-F238E27FC236}">
                <a16:creationId xmlns:a16="http://schemas.microsoft.com/office/drawing/2014/main" id="{B7A441CD-3513-4B71-BB70-6ACBA99AFDBA}"/>
              </a:ext>
            </a:extLst>
          </p:cNvPr>
          <p:cNvSpPr txBox="1">
            <a:spLocks noChangeArrowheads="1"/>
          </p:cNvSpPr>
          <p:nvPr/>
        </p:nvSpPr>
        <p:spPr bwMode="auto">
          <a:xfrm>
            <a:off x="247650" y="406400"/>
            <a:ext cx="4848225" cy="579438"/>
          </a:xfrm>
          <a:prstGeom prst="rect">
            <a:avLst/>
          </a:prstGeom>
          <a:noFill/>
          <a:ln w="9525">
            <a:noFill/>
            <a:miter lim="800000"/>
            <a:headEnd/>
            <a:tailEnd/>
          </a:ln>
          <a:effectLst/>
        </p:spPr>
        <p:txBody>
          <a:bodyPr wrap="none">
            <a:spAutoFit/>
          </a:bodyPr>
          <a:lstStyle/>
          <a:p>
            <a:pPr>
              <a:defRPr/>
            </a:pPr>
            <a:r>
              <a:rPr kumimoji="0" lang="en-US" altLang="ko-KR" sz="3200" b="1">
                <a:effectLst>
                  <a:outerShdw blurRad="38100" dist="38100" dir="2700000" algn="tl">
                    <a:srgbClr val="C0C0C0"/>
                  </a:outerShdw>
                </a:effectLst>
                <a:latin typeface="Times" pitchFamily="18" charset="0"/>
                <a:ea typeface="굴림" pitchFamily="50" charset="-127"/>
              </a:rPr>
              <a:t>11.5   NOISY CHANNELS</a:t>
            </a:r>
          </a:p>
        </p:txBody>
      </p:sp>
      <p:sp>
        <p:nvSpPr>
          <p:cNvPr id="46084" name="Text Box 4">
            <a:extLst>
              <a:ext uri="{FF2B5EF4-FFF2-40B4-BE49-F238E27FC236}">
                <a16:creationId xmlns:a16="http://schemas.microsoft.com/office/drawing/2014/main" id="{CE7C04CB-59AF-4AC6-8329-73A05EF36F4E}"/>
              </a:ext>
            </a:extLst>
          </p:cNvPr>
          <p:cNvSpPr txBox="1">
            <a:spLocks noChangeArrowheads="1"/>
          </p:cNvSpPr>
          <p:nvPr/>
        </p:nvSpPr>
        <p:spPr bwMode="auto">
          <a:xfrm>
            <a:off x="8915400" y="6400800"/>
            <a:ext cx="2000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endParaRPr kumimoji="0" lang="ko-KR" altLang="ko-KR" sz="1800" b="1">
              <a:solidFill>
                <a:schemeClr val="tx1"/>
              </a:solidFill>
              <a:latin typeface="Times New Roman" panose="02020603050405020304" pitchFamily="18" charset="0"/>
              <a:ea typeface="굴림" panose="020B0600000101010101" pitchFamily="34" charset="-127"/>
            </a:endParaRPr>
          </a:p>
        </p:txBody>
      </p:sp>
      <p:sp>
        <p:nvSpPr>
          <p:cNvPr id="46085" name="Rectangle 5">
            <a:extLst>
              <a:ext uri="{FF2B5EF4-FFF2-40B4-BE49-F238E27FC236}">
                <a16:creationId xmlns:a16="http://schemas.microsoft.com/office/drawing/2014/main" id="{9D6C35D5-B645-431E-95FA-003AEAEC2B6C}"/>
              </a:ext>
            </a:extLst>
          </p:cNvPr>
          <p:cNvSpPr>
            <a:spLocks noChangeArrowheads="1"/>
          </p:cNvSpPr>
          <p:nvPr/>
        </p:nvSpPr>
        <p:spPr bwMode="auto">
          <a:xfrm>
            <a:off x="165100" y="1600200"/>
            <a:ext cx="946785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pPr algn="just" eaLnBrk="1" hangingPunct="1"/>
            <a:r>
              <a:rPr kumimoji="0" lang="en-US" altLang="ko-KR" sz="2800" b="1">
                <a:ea typeface="굴림" panose="020B0600000101010101" pitchFamily="34" charset="-127"/>
              </a:rPr>
              <a:t>Although the Stop-and-Wait Protocol gives us an idea of how to add flow control to its predecessor, noiseless channels are nonexistent. We discuss three protocols in this section that use error control.</a:t>
            </a:r>
          </a:p>
        </p:txBody>
      </p:sp>
      <p:sp>
        <p:nvSpPr>
          <p:cNvPr id="46086" name="Rectangle 6">
            <a:extLst>
              <a:ext uri="{FF2B5EF4-FFF2-40B4-BE49-F238E27FC236}">
                <a16:creationId xmlns:a16="http://schemas.microsoft.com/office/drawing/2014/main" id="{8B6AE7D7-0C5D-4CA7-9B1D-AB83F7446619}"/>
              </a:ext>
            </a:extLst>
          </p:cNvPr>
          <p:cNvSpPr>
            <a:spLocks noChangeArrowheads="1"/>
          </p:cNvSpPr>
          <p:nvPr/>
        </p:nvSpPr>
        <p:spPr bwMode="auto">
          <a:xfrm>
            <a:off x="165100" y="4679950"/>
            <a:ext cx="72644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pPr>
              <a:buClr>
                <a:schemeClr val="tx1"/>
              </a:buClr>
              <a:buSzPct val="117000"/>
              <a:buFont typeface="Wingdings" panose="05000000000000000000" pitchFamily="2" charset="2"/>
              <a:buNone/>
            </a:pPr>
            <a:r>
              <a:rPr kumimoji="0" lang="en-US" altLang="ko-KR" sz="2400" b="1">
                <a:solidFill>
                  <a:srgbClr val="0033CC"/>
                </a:solidFill>
                <a:latin typeface="Times New Roman" panose="02020603050405020304" pitchFamily="18" charset="0"/>
                <a:ea typeface="굴림" panose="020B0600000101010101" pitchFamily="34" charset="-127"/>
              </a:rPr>
              <a:t>Stop-and-Wait Automatic Repeat Request</a:t>
            </a:r>
            <a:br>
              <a:rPr kumimoji="0" lang="fr-FR" altLang="ko-KR" sz="2400" b="1">
                <a:solidFill>
                  <a:srgbClr val="0033CC"/>
                </a:solidFill>
                <a:latin typeface="Times New Roman" panose="02020603050405020304" pitchFamily="18" charset="0"/>
                <a:ea typeface="굴림" panose="020B0600000101010101" pitchFamily="34" charset="-127"/>
              </a:rPr>
            </a:br>
            <a:r>
              <a:rPr kumimoji="0" lang="fr-FR" altLang="ko-KR" sz="2400" b="1">
                <a:solidFill>
                  <a:srgbClr val="0033CC"/>
                </a:solidFill>
                <a:latin typeface="Times New Roman" panose="02020603050405020304" pitchFamily="18" charset="0"/>
                <a:ea typeface="굴림" panose="020B0600000101010101" pitchFamily="34" charset="-127"/>
              </a:rPr>
              <a:t>Go-Back-N Automatic Repeat Request</a:t>
            </a:r>
            <a:br>
              <a:rPr kumimoji="0" lang="fr-FR" altLang="ko-KR" sz="2400" b="1">
                <a:solidFill>
                  <a:srgbClr val="0033CC"/>
                </a:solidFill>
                <a:latin typeface="Times New Roman" panose="02020603050405020304" pitchFamily="18" charset="0"/>
                <a:ea typeface="굴림" panose="020B0600000101010101" pitchFamily="34" charset="-127"/>
              </a:rPr>
            </a:br>
            <a:r>
              <a:rPr kumimoji="0" lang="en-US" altLang="ko-KR" sz="2400" b="1">
                <a:solidFill>
                  <a:srgbClr val="0033CC"/>
                </a:solidFill>
                <a:latin typeface="Times New Roman" panose="02020603050405020304" pitchFamily="18" charset="0"/>
                <a:ea typeface="굴림" panose="020B0600000101010101" pitchFamily="34" charset="-127"/>
              </a:rPr>
              <a:t>Selective Repeat Automatic Repeat Request</a:t>
            </a:r>
          </a:p>
        </p:txBody>
      </p:sp>
      <p:sp>
        <p:nvSpPr>
          <p:cNvPr id="867335" name="Text Box 7">
            <a:extLst>
              <a:ext uri="{FF2B5EF4-FFF2-40B4-BE49-F238E27FC236}">
                <a16:creationId xmlns:a16="http://schemas.microsoft.com/office/drawing/2014/main" id="{82ACAF9B-BB8A-485F-8715-1C4668B077CA}"/>
              </a:ext>
            </a:extLst>
          </p:cNvPr>
          <p:cNvSpPr txBox="1">
            <a:spLocks noChangeArrowheads="1"/>
          </p:cNvSpPr>
          <p:nvPr/>
        </p:nvSpPr>
        <p:spPr bwMode="auto">
          <a:xfrm>
            <a:off x="179388" y="4203700"/>
            <a:ext cx="5267325" cy="519113"/>
          </a:xfrm>
          <a:prstGeom prst="rect">
            <a:avLst/>
          </a:prstGeom>
          <a:noFill/>
          <a:ln w="76200" algn="ctr">
            <a:noFill/>
            <a:miter lim="800000"/>
            <a:headEnd/>
            <a:tailEnd/>
          </a:ln>
          <a:effectLst/>
        </p:spPr>
        <p:txBody>
          <a:bodyPr wrap="none">
            <a:spAutoFit/>
          </a:bodyPr>
          <a:lstStyle/>
          <a:p>
            <a:pPr algn="ctr">
              <a:defRPr/>
            </a:pPr>
            <a:r>
              <a:rPr kumimoji="0" lang="en-US" altLang="ko-KR" sz="2800" b="1" i="1" u="sng">
                <a:solidFill>
                  <a:schemeClr val="hlink"/>
                </a:solidFill>
                <a:effectLst>
                  <a:outerShdw blurRad="38100" dist="38100" dir="2700000" algn="tl">
                    <a:srgbClr val="C0C0C0"/>
                  </a:outerShdw>
                </a:effectLst>
                <a:latin typeface="Times New Roman" pitchFamily="18" charset="0"/>
                <a:ea typeface="굴림" pitchFamily="50" charset="-127"/>
              </a:rPr>
              <a:t>Topics discussed in this section: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2130" name="Rectangle 2">
            <a:extLst>
              <a:ext uri="{FF2B5EF4-FFF2-40B4-BE49-F238E27FC236}">
                <a16:creationId xmlns:a16="http://schemas.microsoft.com/office/drawing/2014/main" id="{A3F7489F-C58E-4417-897B-8DA7C2C5B5C9}"/>
              </a:ext>
            </a:extLst>
          </p:cNvPr>
          <p:cNvSpPr>
            <a:spLocks noGrp="1" noChangeArrowheads="1"/>
          </p:cNvSpPr>
          <p:nvPr>
            <p:ph type="title"/>
          </p:nvPr>
        </p:nvSpPr>
        <p:spPr/>
        <p:txBody>
          <a:bodyPr/>
          <a:lstStyle/>
          <a:p>
            <a:pPr>
              <a:defRPr/>
            </a:pPr>
            <a:r>
              <a:rPr lang="en-US" altLang="ko-KR"/>
              <a:t>Stop and Wait ARQ</a:t>
            </a:r>
          </a:p>
        </p:txBody>
      </p:sp>
      <p:sp>
        <p:nvSpPr>
          <p:cNvPr id="48131" name="Rectangle 3">
            <a:extLst>
              <a:ext uri="{FF2B5EF4-FFF2-40B4-BE49-F238E27FC236}">
                <a16:creationId xmlns:a16="http://schemas.microsoft.com/office/drawing/2014/main" id="{92914FCC-C7B7-4F24-B219-2A8133C79810}"/>
              </a:ext>
            </a:extLst>
          </p:cNvPr>
          <p:cNvSpPr>
            <a:spLocks noGrp="1" noChangeArrowheads="1"/>
          </p:cNvSpPr>
          <p:nvPr>
            <p:ph type="body" sz="half" idx="1"/>
          </p:nvPr>
        </p:nvSpPr>
        <p:spPr>
          <a:xfrm>
            <a:off x="344488" y="981075"/>
            <a:ext cx="9072562" cy="5334000"/>
          </a:xfrm>
        </p:spPr>
        <p:txBody>
          <a:bodyPr/>
          <a:lstStyle/>
          <a:p>
            <a:r>
              <a:rPr lang="en-US" altLang="ko-KR" sz="2000" dirty="0"/>
              <a:t>Stop and wait ARQ adds a simple error control mechanism to the Stop and Wait Protocol.</a:t>
            </a:r>
          </a:p>
          <a:p>
            <a:r>
              <a:rPr lang="en-US" altLang="ko-KR" sz="2000" dirty="0"/>
              <a:t>Error correction in Stop-and-Wait ARQ is done by keeping a copy of the sent frame and retransmitting of the frame when the timer expires.</a:t>
            </a:r>
          </a:p>
          <a:p>
            <a:pPr lvl="1"/>
            <a:r>
              <a:rPr kumimoji="0" lang="en-US" altLang="ko-KR" sz="2000" dirty="0"/>
              <a:t>We use sequence numbers to number the frames.  The sequence numbers are based on modulo-2 arithmetic.</a:t>
            </a:r>
          </a:p>
          <a:p>
            <a:pPr lvl="2"/>
            <a:r>
              <a:rPr kumimoji="0" lang="en-US" altLang="ko-KR" sz="1800" dirty="0"/>
              <a:t>Sequence Number  : 0 ~ 2</a:t>
            </a:r>
            <a:r>
              <a:rPr kumimoji="0" lang="en-US" altLang="ko-KR" sz="1800" baseline="30000" dirty="0"/>
              <a:t>m</a:t>
            </a:r>
            <a:r>
              <a:rPr kumimoji="0" lang="en-US" altLang="ko-KR" sz="1800" dirty="0"/>
              <a:t> -1,  and then repeated</a:t>
            </a:r>
          </a:p>
          <a:p>
            <a:r>
              <a:rPr kumimoji="0" lang="en-US" altLang="ko-KR" sz="2000" dirty="0"/>
              <a:t>The frame arrives safe and sound at the receiver; need to be sent an acknowledgment, and the corrupted and  lost frames need to be resent. </a:t>
            </a:r>
          </a:p>
          <a:p>
            <a:pPr lvl="1"/>
            <a:r>
              <a:rPr kumimoji="0" lang="en-US" altLang="ko-KR" sz="2000" dirty="0"/>
              <a:t>The acknowledgment number always announces in modulo-2 arithmetic the sequence number of the next frame expected. (x + 1)</a:t>
            </a:r>
            <a:endParaRPr lang="en-US" altLang="ko-KR" sz="2400" dirty="0">
              <a:latin typeface="굴림" panose="020B0600000101010101" pitchFamily="34" charset="-127"/>
            </a:endParaRPr>
          </a:p>
          <a:p>
            <a:endParaRPr lang="en-US" altLang="ko-KR" dirty="0">
              <a:latin typeface="굴림" panose="020B0600000101010101" pitchFamily="34" charset="-127"/>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4">
            <a:extLst>
              <a:ext uri="{FF2B5EF4-FFF2-40B4-BE49-F238E27FC236}">
                <a16:creationId xmlns:a16="http://schemas.microsoft.com/office/drawing/2014/main" id="{FD854079-850C-4D3A-AF5B-9ED9FCB25D96}"/>
              </a:ext>
            </a:extLst>
          </p:cNvPr>
          <p:cNvSpPr txBox="1">
            <a:spLocks noChangeArrowheads="1"/>
          </p:cNvSpPr>
          <p:nvPr/>
        </p:nvSpPr>
        <p:spPr bwMode="auto">
          <a:xfrm>
            <a:off x="200025" y="692150"/>
            <a:ext cx="64785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2400" b="1">
                <a:solidFill>
                  <a:schemeClr val="folHlink"/>
                </a:solidFill>
                <a:latin typeface="Times New Roman" panose="02020603050405020304" pitchFamily="18" charset="0"/>
                <a:ea typeface="굴림" panose="020B0600000101010101" pitchFamily="34" charset="-127"/>
              </a:rPr>
              <a:t>Figure 11.10  </a:t>
            </a:r>
            <a:r>
              <a:rPr kumimoji="0" lang="en-US" altLang="ko-KR" sz="2000" b="1" i="1">
                <a:latin typeface="Times New Roman" panose="02020603050405020304" pitchFamily="18" charset="0"/>
                <a:ea typeface="굴림" panose="020B0600000101010101" pitchFamily="34" charset="-127"/>
              </a:rPr>
              <a:t>Design of the Stop-and-Wait ARQ Protocol</a:t>
            </a:r>
          </a:p>
        </p:txBody>
      </p:sp>
      <p:pic>
        <p:nvPicPr>
          <p:cNvPr id="49155" name="Picture 6">
            <a:extLst>
              <a:ext uri="{FF2B5EF4-FFF2-40B4-BE49-F238E27FC236}">
                <a16:creationId xmlns:a16="http://schemas.microsoft.com/office/drawing/2014/main" id="{A48015DE-E670-4C14-A2AA-1FDD501BF4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8088" y="1209675"/>
            <a:ext cx="7632700" cy="564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6551" name="Rectangle 7">
            <a:extLst>
              <a:ext uri="{FF2B5EF4-FFF2-40B4-BE49-F238E27FC236}">
                <a16:creationId xmlns:a16="http://schemas.microsoft.com/office/drawing/2014/main" id="{F95FA40E-AE2E-4653-89E1-EF4993566DF9}"/>
              </a:ext>
            </a:extLst>
          </p:cNvPr>
          <p:cNvSpPr>
            <a:spLocks noChangeArrowheads="1"/>
          </p:cNvSpPr>
          <p:nvPr/>
        </p:nvSpPr>
        <p:spPr bwMode="auto">
          <a:xfrm>
            <a:off x="722313" y="258763"/>
            <a:ext cx="8582025" cy="503237"/>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lang="en-US" altLang="ko-KR" sz="2800" b="1">
                <a:solidFill>
                  <a:schemeClr val="bg1"/>
                </a:solidFill>
                <a:effectLst>
                  <a:outerShdw blurRad="38100" dist="38100" dir="2700000" algn="tl">
                    <a:srgbClr val="000000"/>
                  </a:outerShdw>
                </a:effectLst>
                <a:latin typeface="Arial" charset="0"/>
                <a:ea typeface="돋움" pitchFamily="50" charset="-127"/>
              </a:rPr>
              <a:t>Stop and Wait ARQ</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2">
            <a:extLst>
              <a:ext uri="{FF2B5EF4-FFF2-40B4-BE49-F238E27FC236}">
                <a16:creationId xmlns:a16="http://schemas.microsoft.com/office/drawing/2014/main" id="{65C7B43E-3409-4E95-83B7-212955237B8A}"/>
              </a:ext>
            </a:extLst>
          </p:cNvPr>
          <p:cNvSpPr txBox="1">
            <a:spLocks noChangeArrowheads="1"/>
          </p:cNvSpPr>
          <p:nvPr/>
        </p:nvSpPr>
        <p:spPr bwMode="auto">
          <a:xfrm>
            <a:off x="273050" y="765175"/>
            <a:ext cx="71040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2400" b="1">
                <a:solidFill>
                  <a:schemeClr val="hlink"/>
                </a:solidFill>
                <a:latin typeface="Times New Roman" panose="02020603050405020304" pitchFamily="18" charset="0"/>
                <a:ea typeface="굴림" panose="020B0600000101010101" pitchFamily="34" charset="-127"/>
              </a:rPr>
              <a:t>Algorithm 11.5</a:t>
            </a:r>
            <a:r>
              <a:rPr kumimoji="0" lang="en-US" altLang="ko-KR" sz="2400" b="1">
                <a:solidFill>
                  <a:schemeClr val="folHlink"/>
                </a:solidFill>
                <a:latin typeface="Times New Roman" panose="02020603050405020304" pitchFamily="18" charset="0"/>
                <a:ea typeface="굴림" panose="020B0600000101010101" pitchFamily="34" charset="-127"/>
              </a:rPr>
              <a:t>  </a:t>
            </a:r>
            <a:r>
              <a:rPr kumimoji="0" lang="en-US" altLang="ko-KR" sz="2000" b="1" i="1">
                <a:solidFill>
                  <a:schemeClr val="bg1"/>
                </a:solidFill>
                <a:latin typeface="Times New Roman" panose="02020603050405020304" pitchFamily="18" charset="0"/>
                <a:ea typeface="굴림" panose="020B0600000101010101" pitchFamily="34" charset="-127"/>
              </a:rPr>
              <a:t>Sender-site algorithm for Stop-and-Wait ARQ</a:t>
            </a:r>
          </a:p>
        </p:txBody>
      </p:sp>
      <p:grpSp>
        <p:nvGrpSpPr>
          <p:cNvPr id="51203" name="Group 3">
            <a:extLst>
              <a:ext uri="{FF2B5EF4-FFF2-40B4-BE49-F238E27FC236}">
                <a16:creationId xmlns:a16="http://schemas.microsoft.com/office/drawing/2014/main" id="{50BCE7BF-7E9E-412E-B17A-CD7DAC493519}"/>
              </a:ext>
            </a:extLst>
          </p:cNvPr>
          <p:cNvGrpSpPr>
            <a:grpSpLocks/>
          </p:cNvGrpSpPr>
          <p:nvPr/>
        </p:nvGrpSpPr>
        <p:grpSpPr bwMode="auto">
          <a:xfrm>
            <a:off x="82550" y="1169988"/>
            <a:ext cx="9685338" cy="4851400"/>
            <a:chOff x="48" y="592"/>
            <a:chExt cx="5632" cy="2780"/>
          </a:xfrm>
        </p:grpSpPr>
        <p:pic>
          <p:nvPicPr>
            <p:cNvPr id="51206" name="Picture 4">
              <a:extLst>
                <a:ext uri="{FF2B5EF4-FFF2-40B4-BE49-F238E27FC236}">
                  <a16:creationId xmlns:a16="http://schemas.microsoft.com/office/drawing/2014/main" id="{D6909C8B-7267-4C48-B78D-9B98D2E9DE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 y="592"/>
              <a:ext cx="5539" cy="1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7" name="Picture 5">
              <a:extLst>
                <a:ext uri="{FF2B5EF4-FFF2-40B4-BE49-F238E27FC236}">
                  <a16:creationId xmlns:a16="http://schemas.microsoft.com/office/drawing/2014/main" id="{A3936AE9-1630-4DEF-B298-6CE0F7E63E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 y="1488"/>
              <a:ext cx="5632" cy="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1204" name="Rectangle 6">
            <a:extLst>
              <a:ext uri="{FF2B5EF4-FFF2-40B4-BE49-F238E27FC236}">
                <a16:creationId xmlns:a16="http://schemas.microsoft.com/office/drawing/2014/main" id="{A4416B93-FAE7-461B-8A43-E00E7FAEA3D8}"/>
              </a:ext>
            </a:extLst>
          </p:cNvPr>
          <p:cNvSpPr>
            <a:spLocks noChangeArrowheads="1"/>
          </p:cNvSpPr>
          <p:nvPr/>
        </p:nvSpPr>
        <p:spPr bwMode="auto">
          <a:xfrm>
            <a:off x="7966075" y="5791200"/>
            <a:ext cx="1774825"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3200" b="1" i="1" baseline="-18000">
                <a:solidFill>
                  <a:schemeClr val="hlink"/>
                </a:solidFill>
                <a:ea typeface="굴림" panose="020B0600000101010101" pitchFamily="34" charset="-127"/>
              </a:rPr>
              <a:t>(continued)</a:t>
            </a:r>
          </a:p>
        </p:txBody>
      </p:sp>
      <p:sp>
        <p:nvSpPr>
          <p:cNvPr id="1141767" name="Rectangle 7">
            <a:extLst>
              <a:ext uri="{FF2B5EF4-FFF2-40B4-BE49-F238E27FC236}">
                <a16:creationId xmlns:a16="http://schemas.microsoft.com/office/drawing/2014/main" id="{44BC9372-BCD1-454B-9518-CF94E141A4A3}"/>
              </a:ext>
            </a:extLst>
          </p:cNvPr>
          <p:cNvSpPr>
            <a:spLocks noChangeArrowheads="1"/>
          </p:cNvSpPr>
          <p:nvPr/>
        </p:nvSpPr>
        <p:spPr bwMode="auto">
          <a:xfrm>
            <a:off x="722313" y="258763"/>
            <a:ext cx="8582025" cy="503237"/>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lang="en-US" altLang="ko-KR" sz="2800" b="1">
                <a:solidFill>
                  <a:schemeClr val="bg1"/>
                </a:solidFill>
                <a:effectLst>
                  <a:outerShdw blurRad="38100" dist="38100" dir="2700000" algn="tl">
                    <a:srgbClr val="000000"/>
                  </a:outerShdw>
                </a:effectLst>
                <a:latin typeface="Arial" charset="0"/>
                <a:ea typeface="돋움" pitchFamily="50" charset="-127"/>
              </a:rPr>
              <a:t>Stop and Wait ARQ</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2">
            <a:extLst>
              <a:ext uri="{FF2B5EF4-FFF2-40B4-BE49-F238E27FC236}">
                <a16:creationId xmlns:a16="http://schemas.microsoft.com/office/drawing/2014/main" id="{EBFA5936-B4A8-416C-8F05-A0A8E5401B06}"/>
              </a:ext>
            </a:extLst>
          </p:cNvPr>
          <p:cNvSpPr txBox="1">
            <a:spLocks noChangeArrowheads="1"/>
          </p:cNvSpPr>
          <p:nvPr/>
        </p:nvSpPr>
        <p:spPr bwMode="auto">
          <a:xfrm>
            <a:off x="273050" y="908050"/>
            <a:ext cx="71040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2400" b="1">
                <a:solidFill>
                  <a:schemeClr val="hlink"/>
                </a:solidFill>
                <a:latin typeface="Times New Roman" panose="02020603050405020304" pitchFamily="18" charset="0"/>
                <a:ea typeface="굴림" panose="020B0600000101010101" pitchFamily="34" charset="-127"/>
              </a:rPr>
              <a:t>Algorithm 11.5</a:t>
            </a:r>
            <a:r>
              <a:rPr kumimoji="0" lang="en-US" altLang="ko-KR" sz="2400" b="1">
                <a:solidFill>
                  <a:schemeClr val="folHlink"/>
                </a:solidFill>
                <a:latin typeface="Times New Roman" panose="02020603050405020304" pitchFamily="18" charset="0"/>
                <a:ea typeface="굴림" panose="020B0600000101010101" pitchFamily="34" charset="-127"/>
              </a:rPr>
              <a:t>  </a:t>
            </a:r>
            <a:r>
              <a:rPr kumimoji="0" lang="en-US" altLang="ko-KR" sz="2000" b="1" i="1">
                <a:solidFill>
                  <a:schemeClr val="bg1"/>
                </a:solidFill>
                <a:latin typeface="Times New Roman" panose="02020603050405020304" pitchFamily="18" charset="0"/>
                <a:ea typeface="굴림" panose="020B0600000101010101" pitchFamily="34" charset="-127"/>
              </a:rPr>
              <a:t>Sender-site algorithm for Stop-and-Wait ARQ</a:t>
            </a:r>
          </a:p>
        </p:txBody>
      </p:sp>
      <p:pic>
        <p:nvPicPr>
          <p:cNvPr id="53251" name="Picture 3">
            <a:extLst>
              <a:ext uri="{FF2B5EF4-FFF2-40B4-BE49-F238E27FC236}">
                <a16:creationId xmlns:a16="http://schemas.microsoft.com/office/drawing/2014/main" id="{0654C95E-145A-46DF-AFE1-20919A3A3B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550" y="1563688"/>
            <a:ext cx="9755188" cy="474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2" name="Rectangle 4">
            <a:extLst>
              <a:ext uri="{FF2B5EF4-FFF2-40B4-BE49-F238E27FC236}">
                <a16:creationId xmlns:a16="http://schemas.microsoft.com/office/drawing/2014/main" id="{5CBE52D2-492C-4860-9FFF-71FEA1D46997}"/>
              </a:ext>
            </a:extLst>
          </p:cNvPr>
          <p:cNvSpPr>
            <a:spLocks noChangeArrowheads="1"/>
          </p:cNvSpPr>
          <p:nvPr/>
        </p:nvSpPr>
        <p:spPr bwMode="auto">
          <a:xfrm>
            <a:off x="7832725" y="1052513"/>
            <a:ext cx="16383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3200" b="1" i="1" baseline="-18000">
                <a:solidFill>
                  <a:schemeClr val="hlink"/>
                </a:solidFill>
                <a:ea typeface="굴림" panose="020B0600000101010101" pitchFamily="34" charset="-127"/>
              </a:rPr>
              <a:t>(continued)</a:t>
            </a:r>
          </a:p>
        </p:txBody>
      </p:sp>
      <p:sp>
        <p:nvSpPr>
          <p:cNvPr id="1143813" name="Rectangle 5">
            <a:extLst>
              <a:ext uri="{FF2B5EF4-FFF2-40B4-BE49-F238E27FC236}">
                <a16:creationId xmlns:a16="http://schemas.microsoft.com/office/drawing/2014/main" id="{D15D1F02-1792-4B93-9F87-9AE142CACBAC}"/>
              </a:ext>
            </a:extLst>
          </p:cNvPr>
          <p:cNvSpPr>
            <a:spLocks noChangeArrowheads="1"/>
          </p:cNvSpPr>
          <p:nvPr/>
        </p:nvSpPr>
        <p:spPr bwMode="auto">
          <a:xfrm>
            <a:off x="704850" y="261938"/>
            <a:ext cx="8582025" cy="503237"/>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lang="en-US" altLang="ko-KR" sz="2800" b="1">
                <a:solidFill>
                  <a:schemeClr val="bg1"/>
                </a:solidFill>
                <a:effectLst>
                  <a:outerShdw blurRad="38100" dist="38100" dir="2700000" algn="tl">
                    <a:srgbClr val="000000"/>
                  </a:outerShdw>
                </a:effectLst>
                <a:latin typeface="Arial" charset="0"/>
                <a:ea typeface="돋움" pitchFamily="50" charset="-127"/>
              </a:rPr>
              <a:t>Stop and Wait ARQ</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ext Box 2">
            <a:extLst>
              <a:ext uri="{FF2B5EF4-FFF2-40B4-BE49-F238E27FC236}">
                <a16:creationId xmlns:a16="http://schemas.microsoft.com/office/drawing/2014/main" id="{840B973A-7CB1-4FAD-90A4-CD258AD70D07}"/>
              </a:ext>
            </a:extLst>
          </p:cNvPr>
          <p:cNvSpPr txBox="1">
            <a:spLocks noChangeArrowheads="1"/>
          </p:cNvSpPr>
          <p:nvPr/>
        </p:nvSpPr>
        <p:spPr bwMode="auto">
          <a:xfrm>
            <a:off x="273050" y="765175"/>
            <a:ext cx="8223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2400" b="1">
                <a:solidFill>
                  <a:schemeClr val="hlink"/>
                </a:solidFill>
                <a:latin typeface="Times New Roman" panose="02020603050405020304" pitchFamily="18" charset="0"/>
                <a:ea typeface="굴림" panose="020B0600000101010101" pitchFamily="34" charset="-127"/>
              </a:rPr>
              <a:t>Algorithm 11.6</a:t>
            </a:r>
            <a:r>
              <a:rPr kumimoji="0" lang="en-US" altLang="ko-KR" sz="2400" b="1">
                <a:solidFill>
                  <a:schemeClr val="folHlink"/>
                </a:solidFill>
                <a:latin typeface="Times New Roman" panose="02020603050405020304" pitchFamily="18" charset="0"/>
                <a:ea typeface="굴림" panose="020B0600000101010101" pitchFamily="34" charset="-127"/>
              </a:rPr>
              <a:t>  </a:t>
            </a:r>
            <a:r>
              <a:rPr kumimoji="0" lang="en-US" altLang="ko-KR" sz="2000" b="1" i="1">
                <a:solidFill>
                  <a:schemeClr val="bg1"/>
                </a:solidFill>
                <a:latin typeface="Times New Roman" panose="02020603050405020304" pitchFamily="18" charset="0"/>
                <a:ea typeface="굴림" panose="020B0600000101010101" pitchFamily="34" charset="-127"/>
              </a:rPr>
              <a:t>Receiver-site algorithm for Stop-and-Wait ARQ Protocol</a:t>
            </a:r>
          </a:p>
        </p:txBody>
      </p:sp>
      <p:grpSp>
        <p:nvGrpSpPr>
          <p:cNvPr id="55299" name="Group 3">
            <a:extLst>
              <a:ext uri="{FF2B5EF4-FFF2-40B4-BE49-F238E27FC236}">
                <a16:creationId xmlns:a16="http://schemas.microsoft.com/office/drawing/2014/main" id="{66E75AB8-4E38-4FFD-96AC-17543E2C3DEA}"/>
              </a:ext>
            </a:extLst>
          </p:cNvPr>
          <p:cNvGrpSpPr>
            <a:grpSpLocks/>
          </p:cNvGrpSpPr>
          <p:nvPr/>
        </p:nvGrpSpPr>
        <p:grpSpPr bwMode="auto">
          <a:xfrm>
            <a:off x="200025" y="1203325"/>
            <a:ext cx="9625013" cy="5105400"/>
            <a:chOff x="48" y="528"/>
            <a:chExt cx="5597" cy="3216"/>
          </a:xfrm>
        </p:grpSpPr>
        <p:pic>
          <p:nvPicPr>
            <p:cNvPr id="55301" name="Picture 4">
              <a:extLst>
                <a:ext uri="{FF2B5EF4-FFF2-40B4-BE49-F238E27FC236}">
                  <a16:creationId xmlns:a16="http://schemas.microsoft.com/office/drawing/2014/main" id="{04821538-CE7A-4C7C-83B6-E727D259D7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 y="528"/>
              <a:ext cx="5597" cy="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2" name="Picture 5">
              <a:extLst>
                <a:ext uri="{FF2B5EF4-FFF2-40B4-BE49-F238E27FC236}">
                  <a16:creationId xmlns:a16="http://schemas.microsoft.com/office/drawing/2014/main" id="{527F3FA4-F162-463B-ACF9-A55B82784A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 y="1303"/>
              <a:ext cx="5574" cy="2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145862" name="Rectangle 6">
            <a:extLst>
              <a:ext uri="{FF2B5EF4-FFF2-40B4-BE49-F238E27FC236}">
                <a16:creationId xmlns:a16="http://schemas.microsoft.com/office/drawing/2014/main" id="{E9386CE7-5E30-491F-AF0D-633260C881C7}"/>
              </a:ext>
            </a:extLst>
          </p:cNvPr>
          <p:cNvSpPr>
            <a:spLocks noChangeArrowheads="1"/>
          </p:cNvSpPr>
          <p:nvPr/>
        </p:nvSpPr>
        <p:spPr bwMode="auto">
          <a:xfrm>
            <a:off x="722313" y="258763"/>
            <a:ext cx="8582025" cy="503237"/>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lang="en-US" altLang="ko-KR" sz="2800" b="1">
                <a:solidFill>
                  <a:schemeClr val="bg1"/>
                </a:solidFill>
                <a:effectLst>
                  <a:outerShdw blurRad="38100" dist="38100" dir="2700000" algn="tl">
                    <a:srgbClr val="000000"/>
                  </a:outerShdw>
                </a:effectLst>
                <a:latin typeface="Arial" charset="0"/>
                <a:ea typeface="돋움" pitchFamily="50" charset="-127"/>
              </a:rPr>
              <a:t>Stop and Wait ARQ</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225" name="Rectangle 9">
            <a:extLst>
              <a:ext uri="{FF2B5EF4-FFF2-40B4-BE49-F238E27FC236}">
                <a16:creationId xmlns:a16="http://schemas.microsoft.com/office/drawing/2014/main" id="{9D24072D-75D6-4F8A-ACEE-A3D5AD7082F2}"/>
              </a:ext>
            </a:extLst>
          </p:cNvPr>
          <p:cNvSpPr>
            <a:spLocks noChangeArrowheads="1"/>
          </p:cNvSpPr>
          <p:nvPr/>
        </p:nvSpPr>
        <p:spPr bwMode="auto">
          <a:xfrm>
            <a:off x="247650" y="2076450"/>
            <a:ext cx="9245600" cy="3539430"/>
          </a:xfrm>
          <a:prstGeom prst="rect">
            <a:avLst/>
          </a:prstGeom>
          <a:noFill/>
          <a:ln w="9525">
            <a:noFill/>
            <a:miter lim="800000"/>
            <a:headEnd/>
            <a:tailEnd/>
          </a:ln>
          <a:effectLst/>
        </p:spPr>
        <p:txBody>
          <a:bodyPr>
            <a:spAutoFit/>
          </a:bodyPr>
          <a:lstStyle/>
          <a:p>
            <a:pPr algn="just">
              <a:defRPr/>
            </a:pPr>
            <a:r>
              <a:rPr kumimoji="0" lang="en-US" altLang="ko-KR" sz="2800" b="1" dirty="0">
                <a:latin typeface="Times New Roman" panose="02020603050405020304" pitchFamily="18" charset="0"/>
                <a:ea typeface="굴림" pitchFamily="50" charset="-127"/>
                <a:cs typeface="Times New Roman" panose="02020603050405020304" pitchFamily="18" charset="0"/>
              </a:rPr>
              <a:t>Figure 11.11 shows an example of Stop-and-Wait ARQ. Frame 0 is sent and acknowledged. Frame 1 is lost and resent after the time-out. The resent frame 1 is acknowledged and the timer stops. Frame 0 is sent and acknowledged, but the acknowledgment is lost. The sender has no idea if the frame or the acknowledgment is lost, so after the time-out, it resends frame 0, which is acknowledged.</a:t>
            </a:r>
          </a:p>
        </p:txBody>
      </p:sp>
      <p:sp>
        <p:nvSpPr>
          <p:cNvPr id="57347" name="Text Box 10">
            <a:extLst>
              <a:ext uri="{FF2B5EF4-FFF2-40B4-BE49-F238E27FC236}">
                <a16:creationId xmlns:a16="http://schemas.microsoft.com/office/drawing/2014/main" id="{2A92258D-9B51-4E18-BB82-21AB9B641BF7}"/>
              </a:ext>
            </a:extLst>
          </p:cNvPr>
          <p:cNvSpPr txBox="1">
            <a:spLocks noChangeArrowheads="1"/>
          </p:cNvSpPr>
          <p:nvPr/>
        </p:nvSpPr>
        <p:spPr bwMode="auto">
          <a:xfrm>
            <a:off x="266700" y="1344613"/>
            <a:ext cx="398038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3200" b="1" i="1" dirty="0">
                <a:solidFill>
                  <a:schemeClr val="hlink"/>
                </a:solidFill>
                <a:latin typeface="Times New Roman" panose="02020603050405020304" pitchFamily="18" charset="0"/>
                <a:ea typeface="굴림" panose="020B0600000101010101" pitchFamily="34" charset="-127"/>
              </a:rPr>
              <a:t>Example 11.3 </a:t>
            </a:r>
            <a:r>
              <a:rPr kumimoji="0" lang="en-US" altLang="ko-KR" sz="3200" b="1" i="1" dirty="0">
                <a:latin typeface="Times New Roman" panose="02020603050405020304" pitchFamily="18" charset="0"/>
                <a:ea typeface="굴림" panose="020B0600000101010101" pitchFamily="34" charset="-127"/>
              </a:rPr>
              <a:t>(4</a:t>
            </a:r>
            <a:r>
              <a:rPr kumimoji="0" lang="en-US" altLang="ko-KR" sz="3200" b="1" i="1" baseline="30000" dirty="0">
                <a:latin typeface="Times New Roman" panose="02020603050405020304" pitchFamily="18" charset="0"/>
                <a:ea typeface="굴림" panose="020B0600000101010101" pitchFamily="34" charset="-127"/>
              </a:rPr>
              <a:t>th</a:t>
            </a:r>
            <a:r>
              <a:rPr kumimoji="0" lang="en-US" altLang="ko-KR" sz="3200" b="1" i="1" dirty="0">
                <a:latin typeface="Times New Roman" panose="02020603050405020304" pitchFamily="18" charset="0"/>
                <a:ea typeface="굴림" panose="020B0600000101010101" pitchFamily="34" charset="-127"/>
              </a:rPr>
              <a:t> Ed.)</a:t>
            </a:r>
            <a:endParaRPr kumimoji="0" lang="en-US" altLang="ko-KR" sz="3200" b="1" i="1" dirty="0">
              <a:solidFill>
                <a:schemeClr val="hlink"/>
              </a:solidFill>
              <a:latin typeface="Times New Roman" panose="02020603050405020304" pitchFamily="18" charset="0"/>
              <a:ea typeface="굴림" panose="020B0600000101010101" pitchFamily="34" charset="-127"/>
            </a:endParaRPr>
          </a:p>
        </p:txBody>
      </p:sp>
      <p:sp>
        <p:nvSpPr>
          <p:cNvPr id="1033227" name="Rectangle 11">
            <a:extLst>
              <a:ext uri="{FF2B5EF4-FFF2-40B4-BE49-F238E27FC236}">
                <a16:creationId xmlns:a16="http://schemas.microsoft.com/office/drawing/2014/main" id="{D0217CC8-6FBC-4B3A-AF07-9931DEFC268B}"/>
              </a:ext>
            </a:extLst>
          </p:cNvPr>
          <p:cNvSpPr>
            <a:spLocks noChangeArrowheads="1"/>
          </p:cNvSpPr>
          <p:nvPr/>
        </p:nvSpPr>
        <p:spPr bwMode="auto">
          <a:xfrm>
            <a:off x="722313" y="260648"/>
            <a:ext cx="8582025" cy="503237"/>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lang="en-US" altLang="ko-KR" sz="2800" b="1" dirty="0">
                <a:solidFill>
                  <a:schemeClr val="bg1"/>
                </a:solidFill>
                <a:effectLst>
                  <a:outerShdw blurRad="38100" dist="38100" dir="2700000" algn="tl">
                    <a:srgbClr val="000000"/>
                  </a:outerShdw>
                </a:effectLst>
                <a:latin typeface="Times New Roman" panose="02020603050405020304" pitchFamily="18" charset="0"/>
                <a:ea typeface="돋움" pitchFamily="50" charset="-127"/>
                <a:cs typeface="Times New Roman" panose="02020603050405020304" pitchFamily="18" charset="0"/>
              </a:rPr>
              <a:t>Stop and Wait ARQ</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4">
            <a:extLst>
              <a:ext uri="{FF2B5EF4-FFF2-40B4-BE49-F238E27FC236}">
                <a16:creationId xmlns:a16="http://schemas.microsoft.com/office/drawing/2014/main" id="{F08CC832-6BC7-4647-B818-3BA3A6931BCD}"/>
              </a:ext>
            </a:extLst>
          </p:cNvPr>
          <p:cNvSpPr txBox="1">
            <a:spLocks noChangeArrowheads="1"/>
          </p:cNvSpPr>
          <p:nvPr/>
        </p:nvSpPr>
        <p:spPr bwMode="auto">
          <a:xfrm>
            <a:off x="336550" y="820738"/>
            <a:ext cx="623837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2400" b="1" dirty="0">
                <a:solidFill>
                  <a:schemeClr val="folHlink"/>
                </a:solidFill>
                <a:latin typeface="Times New Roman" panose="02020603050405020304" pitchFamily="18" charset="0"/>
                <a:ea typeface="굴림" panose="020B0600000101010101" pitchFamily="34" charset="-127"/>
              </a:rPr>
              <a:t>Figure 11.11  </a:t>
            </a:r>
            <a:r>
              <a:rPr kumimoji="0" lang="en-US" altLang="ko-KR" sz="2000" b="1" i="1" dirty="0">
                <a:latin typeface="Times New Roman" panose="02020603050405020304" pitchFamily="18" charset="0"/>
                <a:ea typeface="굴림" panose="020B0600000101010101" pitchFamily="34" charset="-127"/>
              </a:rPr>
              <a:t>Flow diagram for Example 11.3 (4</a:t>
            </a:r>
            <a:r>
              <a:rPr kumimoji="0" lang="en-US" altLang="ko-KR" sz="2000" b="1" i="1" baseline="30000" dirty="0">
                <a:latin typeface="Times New Roman" panose="02020603050405020304" pitchFamily="18" charset="0"/>
                <a:ea typeface="굴림" panose="020B0600000101010101" pitchFamily="34" charset="-127"/>
              </a:rPr>
              <a:t>th</a:t>
            </a:r>
            <a:r>
              <a:rPr kumimoji="0" lang="en-US" altLang="ko-KR" sz="2000" b="1" i="1" dirty="0">
                <a:latin typeface="Times New Roman" panose="02020603050405020304" pitchFamily="18" charset="0"/>
                <a:ea typeface="굴림" panose="020B0600000101010101" pitchFamily="34" charset="-127"/>
              </a:rPr>
              <a:t> Ed.)</a:t>
            </a:r>
          </a:p>
        </p:txBody>
      </p:sp>
      <p:pic>
        <p:nvPicPr>
          <p:cNvPr id="59395" name="Picture 6">
            <a:extLst>
              <a:ext uri="{FF2B5EF4-FFF2-40B4-BE49-F238E27FC236}">
                <a16:creationId xmlns:a16="http://schemas.microsoft.com/office/drawing/2014/main" id="{C908E0A9-3789-4433-820A-690643AC94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9238" y="1308100"/>
            <a:ext cx="6386512" cy="521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5271" name="Rectangle 7">
            <a:extLst>
              <a:ext uri="{FF2B5EF4-FFF2-40B4-BE49-F238E27FC236}">
                <a16:creationId xmlns:a16="http://schemas.microsoft.com/office/drawing/2014/main" id="{7D20C68F-474C-4C9E-B6D9-16A431B5D88A}"/>
              </a:ext>
            </a:extLst>
          </p:cNvPr>
          <p:cNvSpPr>
            <a:spLocks noChangeArrowheads="1"/>
          </p:cNvSpPr>
          <p:nvPr/>
        </p:nvSpPr>
        <p:spPr bwMode="auto">
          <a:xfrm>
            <a:off x="704850" y="188913"/>
            <a:ext cx="8582025" cy="503237"/>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lang="en-US" altLang="ko-KR" sz="2800" b="1" dirty="0">
                <a:solidFill>
                  <a:schemeClr val="bg1"/>
                </a:solidFill>
                <a:effectLst>
                  <a:outerShdw blurRad="38100" dist="38100" dir="2700000" algn="tl">
                    <a:srgbClr val="000000"/>
                  </a:outerShdw>
                </a:effectLst>
                <a:latin typeface="Times New Roman" panose="02020603050405020304" pitchFamily="18" charset="0"/>
                <a:ea typeface="돋움" pitchFamily="50" charset="-127"/>
                <a:cs typeface="Times New Roman" panose="02020603050405020304" pitchFamily="18" charset="0"/>
              </a:rPr>
              <a:t>Stop and Wait ARQ</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3154" name="Rectangle 2">
            <a:extLst>
              <a:ext uri="{FF2B5EF4-FFF2-40B4-BE49-F238E27FC236}">
                <a16:creationId xmlns:a16="http://schemas.microsoft.com/office/drawing/2014/main" id="{F3DE6EAA-6AE3-40BC-B301-7568620FBE18}"/>
              </a:ext>
            </a:extLst>
          </p:cNvPr>
          <p:cNvSpPr>
            <a:spLocks noGrp="1" noChangeArrowheads="1"/>
          </p:cNvSpPr>
          <p:nvPr>
            <p:ph type="title"/>
          </p:nvPr>
        </p:nvSpPr>
        <p:spPr/>
        <p:txBody>
          <a:bodyPr/>
          <a:lstStyle/>
          <a:p>
            <a:pPr>
              <a:defRPr/>
            </a:pPr>
            <a:r>
              <a:rPr lang="en-US" altLang="ko-KR"/>
              <a:t>Bandwidth-delay product</a:t>
            </a:r>
          </a:p>
        </p:txBody>
      </p:sp>
      <p:sp>
        <p:nvSpPr>
          <p:cNvPr id="61443" name="Rectangle 3">
            <a:extLst>
              <a:ext uri="{FF2B5EF4-FFF2-40B4-BE49-F238E27FC236}">
                <a16:creationId xmlns:a16="http://schemas.microsoft.com/office/drawing/2014/main" id="{7E4414E6-88C8-45C6-BAE6-AE4CD4209A20}"/>
              </a:ext>
            </a:extLst>
          </p:cNvPr>
          <p:cNvSpPr>
            <a:spLocks noGrp="1" noChangeArrowheads="1"/>
          </p:cNvSpPr>
          <p:nvPr>
            <p:ph type="body" idx="1"/>
          </p:nvPr>
        </p:nvSpPr>
        <p:spPr/>
        <p:txBody>
          <a:bodyPr/>
          <a:lstStyle/>
          <a:p>
            <a:r>
              <a:rPr lang="en-US" altLang="ko-KR"/>
              <a:t>Bandwidth-delay product is a measure of the number of bits we can send out of our system while waiting for news from the receiver.</a:t>
            </a:r>
          </a:p>
          <a:p>
            <a:pPr lvl="1"/>
            <a:r>
              <a:rPr lang="en-US" altLang="ko-KR"/>
              <a:t>Bandwidth-delay product = Bandwidth x delay time</a:t>
            </a:r>
          </a:p>
          <a:p>
            <a:pPr lvl="1"/>
            <a:r>
              <a:rPr lang="en-US" altLang="ko-KR"/>
              <a:t>Utilization % of the link = (frame length / Bandwidth-delay </a:t>
            </a:r>
          </a:p>
          <a:p>
            <a:pPr lvl="1">
              <a:buFont typeface="Wingdings" panose="05000000000000000000" pitchFamily="2" charset="2"/>
              <a:buNone/>
            </a:pPr>
            <a:r>
              <a:rPr lang="en-US" altLang="ko-KR"/>
              <a:t>                                                                         product) x 100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8841" name="Rectangle 9">
            <a:extLst>
              <a:ext uri="{FF2B5EF4-FFF2-40B4-BE49-F238E27FC236}">
                <a16:creationId xmlns:a16="http://schemas.microsoft.com/office/drawing/2014/main" id="{D80AA968-321E-4CFA-8ACB-52AFF3D0ED07}"/>
              </a:ext>
            </a:extLst>
          </p:cNvPr>
          <p:cNvSpPr>
            <a:spLocks noChangeArrowheads="1"/>
          </p:cNvSpPr>
          <p:nvPr/>
        </p:nvSpPr>
        <p:spPr bwMode="auto">
          <a:xfrm>
            <a:off x="247650" y="1838325"/>
            <a:ext cx="9410700" cy="2227263"/>
          </a:xfrm>
          <a:prstGeom prst="rect">
            <a:avLst/>
          </a:prstGeom>
          <a:noFill/>
          <a:ln w="9525">
            <a:noFill/>
            <a:miter lim="800000"/>
            <a:headEnd/>
            <a:tailEnd/>
          </a:ln>
          <a:effectLst/>
        </p:spPr>
        <p:txBody>
          <a:bodyPr>
            <a:spAutoFit/>
          </a:bodyPr>
          <a:lstStyle/>
          <a:p>
            <a:pPr algn="just">
              <a:defRPr/>
            </a:pPr>
            <a:r>
              <a:rPr kumimoji="0" lang="en-US" altLang="ko-KR" sz="2800" b="1" dirty="0">
                <a:latin typeface="Times New Roman" panose="02020603050405020304" pitchFamily="18" charset="0"/>
                <a:ea typeface="굴림" pitchFamily="50" charset="-127"/>
                <a:cs typeface="Times New Roman" panose="02020603050405020304" pitchFamily="18" charset="0"/>
              </a:rPr>
              <a:t>Assume that, in a Stop-and-Wait ARQ system, the bandwidth of the line is 1 Mbps, and 1 bit takes 20 </a:t>
            </a:r>
            <a:r>
              <a:rPr kumimoji="0" lang="en-US" altLang="ko-KR" sz="2800" b="1" dirty="0" err="1">
                <a:latin typeface="Times New Roman" panose="02020603050405020304" pitchFamily="18" charset="0"/>
                <a:ea typeface="굴림" pitchFamily="50" charset="-127"/>
                <a:cs typeface="Times New Roman" panose="02020603050405020304" pitchFamily="18" charset="0"/>
              </a:rPr>
              <a:t>ms</a:t>
            </a:r>
            <a:r>
              <a:rPr kumimoji="0" lang="en-US" altLang="ko-KR" sz="2800" b="1" dirty="0">
                <a:latin typeface="Times New Roman" panose="02020603050405020304" pitchFamily="18" charset="0"/>
                <a:ea typeface="굴림" pitchFamily="50" charset="-127"/>
                <a:cs typeface="Times New Roman" panose="02020603050405020304" pitchFamily="18" charset="0"/>
              </a:rPr>
              <a:t> to make a round trip. What is the bandwidth-delay product? If the system data frames are 1000 bits in length, what is the utilization percentage of the link?</a:t>
            </a:r>
          </a:p>
        </p:txBody>
      </p:sp>
      <p:sp>
        <p:nvSpPr>
          <p:cNvPr id="62467" name="Rectangle 10">
            <a:extLst>
              <a:ext uri="{FF2B5EF4-FFF2-40B4-BE49-F238E27FC236}">
                <a16:creationId xmlns:a16="http://schemas.microsoft.com/office/drawing/2014/main" id="{58146188-894E-4D61-B0D6-EE5EA60843FA}"/>
              </a:ext>
            </a:extLst>
          </p:cNvPr>
          <p:cNvSpPr>
            <a:spLocks noChangeArrowheads="1"/>
          </p:cNvSpPr>
          <p:nvPr/>
        </p:nvSpPr>
        <p:spPr bwMode="auto">
          <a:xfrm>
            <a:off x="247650" y="4276725"/>
            <a:ext cx="94107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2800" b="1">
                <a:solidFill>
                  <a:schemeClr val="hlink"/>
                </a:solidFill>
                <a:latin typeface="Times New Roman" panose="02020603050405020304" pitchFamily="18" charset="0"/>
                <a:ea typeface="굴림" panose="020B0600000101010101" pitchFamily="34" charset="-127"/>
              </a:rPr>
              <a:t>Solution</a:t>
            </a:r>
          </a:p>
          <a:p>
            <a:r>
              <a:rPr kumimoji="0" lang="en-US" altLang="ko-KR" sz="2800" b="1">
                <a:latin typeface="Times" panose="02020603050405020304" pitchFamily="18" charset="0"/>
                <a:ea typeface="굴림" panose="020B0600000101010101" pitchFamily="34" charset="-127"/>
              </a:rPr>
              <a:t>The bandwidth-delay product is</a:t>
            </a:r>
          </a:p>
        </p:txBody>
      </p:sp>
      <p:sp>
        <p:nvSpPr>
          <p:cNvPr id="62468" name="Text Box 11">
            <a:extLst>
              <a:ext uri="{FF2B5EF4-FFF2-40B4-BE49-F238E27FC236}">
                <a16:creationId xmlns:a16="http://schemas.microsoft.com/office/drawing/2014/main" id="{24A1A847-2610-4D50-B042-8E5A6537C751}"/>
              </a:ext>
            </a:extLst>
          </p:cNvPr>
          <p:cNvSpPr txBox="1">
            <a:spLocks noChangeArrowheads="1"/>
          </p:cNvSpPr>
          <p:nvPr/>
        </p:nvSpPr>
        <p:spPr bwMode="auto">
          <a:xfrm>
            <a:off x="200025" y="1268413"/>
            <a:ext cx="24876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3200" b="1" i="1">
                <a:solidFill>
                  <a:schemeClr val="hlink"/>
                </a:solidFill>
                <a:latin typeface="Times New Roman" panose="02020603050405020304" pitchFamily="18" charset="0"/>
                <a:ea typeface="굴림" panose="020B0600000101010101" pitchFamily="34" charset="-127"/>
              </a:rPr>
              <a:t>Example 11.4</a:t>
            </a:r>
          </a:p>
        </p:txBody>
      </p:sp>
      <p:pic>
        <p:nvPicPr>
          <p:cNvPr id="62469" name="Picture 12">
            <a:extLst>
              <a:ext uri="{FF2B5EF4-FFF2-40B4-BE49-F238E27FC236}">
                <a16:creationId xmlns:a16="http://schemas.microsoft.com/office/drawing/2014/main" id="{7FCC2A45-62A7-4CE5-B6EC-80C8A08590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3750" y="5472113"/>
            <a:ext cx="4514850" cy="404812"/>
          </a:xfrm>
          <a:prstGeom prst="rect">
            <a:avLst/>
          </a:prstGeom>
          <a:noFill/>
          <a:ln w="57150" cmpd="thickThin">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
        <p:nvSpPr>
          <p:cNvPr id="888845" name="Rectangle 13">
            <a:extLst>
              <a:ext uri="{FF2B5EF4-FFF2-40B4-BE49-F238E27FC236}">
                <a16:creationId xmlns:a16="http://schemas.microsoft.com/office/drawing/2014/main" id="{F08DD300-4640-4B42-AD4D-EDE475F9952B}"/>
              </a:ext>
            </a:extLst>
          </p:cNvPr>
          <p:cNvSpPr>
            <a:spLocks noChangeArrowheads="1"/>
          </p:cNvSpPr>
          <p:nvPr/>
        </p:nvSpPr>
        <p:spPr bwMode="auto">
          <a:xfrm>
            <a:off x="704850" y="188913"/>
            <a:ext cx="8582025" cy="503237"/>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lang="en-US" altLang="ko-KR" sz="2800" b="1" dirty="0">
                <a:solidFill>
                  <a:schemeClr val="bg1"/>
                </a:solidFill>
                <a:effectLst>
                  <a:outerShdw blurRad="38100" dist="38100" dir="2700000" algn="tl">
                    <a:srgbClr val="000000"/>
                  </a:outerShdw>
                </a:effectLst>
                <a:latin typeface="Times New Roman" panose="02020603050405020304" pitchFamily="18" charset="0"/>
                <a:ea typeface="돋움" pitchFamily="50" charset="-127"/>
                <a:cs typeface="Times New Roman" panose="02020603050405020304" pitchFamily="18" charset="0"/>
              </a:rPr>
              <a:t>Stop and Wait ARQ</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89" name="Rectangle 9">
            <a:extLst>
              <a:ext uri="{FF2B5EF4-FFF2-40B4-BE49-F238E27FC236}">
                <a16:creationId xmlns:a16="http://schemas.microsoft.com/office/drawing/2014/main" id="{B5A25375-5623-4C71-B509-21F3D0461D21}"/>
              </a:ext>
            </a:extLst>
          </p:cNvPr>
          <p:cNvSpPr>
            <a:spLocks noChangeArrowheads="1"/>
          </p:cNvSpPr>
          <p:nvPr/>
        </p:nvSpPr>
        <p:spPr bwMode="auto">
          <a:xfrm>
            <a:off x="247650" y="2076450"/>
            <a:ext cx="9410700" cy="3108543"/>
          </a:xfrm>
          <a:prstGeom prst="rect">
            <a:avLst/>
          </a:prstGeom>
          <a:noFill/>
          <a:ln w="9525">
            <a:noFill/>
            <a:miter lim="800000"/>
            <a:headEnd/>
            <a:tailEnd/>
          </a:ln>
          <a:effectLst/>
        </p:spPr>
        <p:txBody>
          <a:bodyPr>
            <a:spAutoFit/>
          </a:bodyPr>
          <a:lstStyle/>
          <a:p>
            <a:pPr algn="just">
              <a:defRPr/>
            </a:pPr>
            <a:r>
              <a:rPr kumimoji="0" lang="en-US" altLang="ko-KR" sz="2800" b="1" dirty="0">
                <a:latin typeface="Times New Roman" panose="02020603050405020304" pitchFamily="18" charset="0"/>
                <a:ea typeface="굴림" pitchFamily="50" charset="-127"/>
                <a:cs typeface="Times New Roman" panose="02020603050405020304" pitchFamily="18" charset="0"/>
              </a:rPr>
              <a:t>The system can send 20,000 bits during the time it takes for the data to go from the sender to the receiver and then back again. However, the system sends only 1000 bits. We can say that the link utilization is only 1000/20,000, or 5 percent. For this reason, for a link with a high bandwidth or long delay, the use of Stop-and-Wait ARQ wastes the capacity of the link.</a:t>
            </a:r>
          </a:p>
        </p:txBody>
      </p:sp>
      <p:sp>
        <p:nvSpPr>
          <p:cNvPr id="64515" name="Text Box 10">
            <a:extLst>
              <a:ext uri="{FF2B5EF4-FFF2-40B4-BE49-F238E27FC236}">
                <a16:creationId xmlns:a16="http://schemas.microsoft.com/office/drawing/2014/main" id="{B70ACFBB-B44A-43F8-90E9-A0C245CC3BCE}"/>
              </a:ext>
            </a:extLst>
          </p:cNvPr>
          <p:cNvSpPr txBox="1">
            <a:spLocks noChangeArrowheads="1"/>
          </p:cNvSpPr>
          <p:nvPr/>
        </p:nvSpPr>
        <p:spPr bwMode="auto">
          <a:xfrm>
            <a:off x="273050" y="1412875"/>
            <a:ext cx="604184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3200" b="1" i="1" dirty="0">
                <a:solidFill>
                  <a:schemeClr val="hlink"/>
                </a:solidFill>
                <a:latin typeface="Times New Roman" panose="02020603050405020304" pitchFamily="18" charset="0"/>
                <a:ea typeface="굴림" panose="020B0600000101010101" pitchFamily="34" charset="-127"/>
              </a:rPr>
              <a:t>Example 11.4 (continued) </a:t>
            </a:r>
            <a:r>
              <a:rPr kumimoji="0" lang="en-US" altLang="ko-KR" sz="3200" b="1" i="1" dirty="0">
                <a:latin typeface="Times New Roman" panose="02020603050405020304" pitchFamily="18" charset="0"/>
                <a:ea typeface="굴림" panose="020B0600000101010101" pitchFamily="34" charset="-127"/>
              </a:rPr>
              <a:t>(4</a:t>
            </a:r>
            <a:r>
              <a:rPr kumimoji="0" lang="en-US" altLang="ko-KR" sz="3200" b="1" i="1" baseline="30000" dirty="0">
                <a:latin typeface="Times New Roman" panose="02020603050405020304" pitchFamily="18" charset="0"/>
                <a:ea typeface="굴림" panose="020B0600000101010101" pitchFamily="34" charset="-127"/>
              </a:rPr>
              <a:t>th</a:t>
            </a:r>
            <a:r>
              <a:rPr kumimoji="0" lang="en-US" altLang="ko-KR" sz="3200" b="1" i="1" dirty="0">
                <a:latin typeface="Times New Roman" panose="02020603050405020304" pitchFamily="18" charset="0"/>
                <a:ea typeface="굴림" panose="020B0600000101010101" pitchFamily="34" charset="-127"/>
              </a:rPr>
              <a:t> Ed.)</a:t>
            </a:r>
            <a:endParaRPr kumimoji="0" lang="en-US" altLang="ko-KR" sz="3200" b="1" i="1" dirty="0">
              <a:solidFill>
                <a:schemeClr val="hlink"/>
              </a:solidFill>
              <a:latin typeface="Times New Roman" panose="02020603050405020304" pitchFamily="18" charset="0"/>
              <a:ea typeface="굴림" panose="020B0600000101010101" pitchFamily="34" charset="-127"/>
            </a:endParaRPr>
          </a:p>
        </p:txBody>
      </p:sp>
      <p:sp>
        <p:nvSpPr>
          <p:cNvPr id="890891" name="Rectangle 11">
            <a:extLst>
              <a:ext uri="{FF2B5EF4-FFF2-40B4-BE49-F238E27FC236}">
                <a16:creationId xmlns:a16="http://schemas.microsoft.com/office/drawing/2014/main" id="{E12D023E-BC99-4448-B5E8-FBF7C8DA9B20}"/>
              </a:ext>
            </a:extLst>
          </p:cNvPr>
          <p:cNvSpPr>
            <a:spLocks noChangeArrowheads="1"/>
          </p:cNvSpPr>
          <p:nvPr/>
        </p:nvSpPr>
        <p:spPr bwMode="auto">
          <a:xfrm>
            <a:off x="704850" y="188913"/>
            <a:ext cx="8582025" cy="503237"/>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lang="en-US" altLang="ko-KR" sz="2800" b="1" dirty="0">
                <a:solidFill>
                  <a:schemeClr val="bg1"/>
                </a:solidFill>
                <a:effectLst>
                  <a:outerShdw blurRad="38100" dist="38100" dir="2700000" algn="tl">
                    <a:srgbClr val="000000"/>
                  </a:outerShdw>
                </a:effectLst>
                <a:latin typeface="Times New Roman" panose="02020603050405020304" pitchFamily="18" charset="0"/>
                <a:ea typeface="돋움" pitchFamily="50" charset="-127"/>
                <a:cs typeface="Times New Roman" panose="02020603050405020304" pitchFamily="18" charset="0"/>
              </a:rPr>
              <a:t>Stop and Wait ARQ</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2937" name="Rectangle 9">
            <a:extLst>
              <a:ext uri="{FF2B5EF4-FFF2-40B4-BE49-F238E27FC236}">
                <a16:creationId xmlns:a16="http://schemas.microsoft.com/office/drawing/2014/main" id="{FEDC993D-6F36-4F27-88CE-2D464EEBF78B}"/>
              </a:ext>
            </a:extLst>
          </p:cNvPr>
          <p:cNvSpPr>
            <a:spLocks noChangeArrowheads="1"/>
          </p:cNvSpPr>
          <p:nvPr/>
        </p:nvSpPr>
        <p:spPr bwMode="auto">
          <a:xfrm>
            <a:off x="381000" y="1643063"/>
            <a:ext cx="8915400" cy="1800225"/>
          </a:xfrm>
          <a:prstGeom prst="rect">
            <a:avLst/>
          </a:prstGeom>
          <a:noFill/>
          <a:ln w="9525">
            <a:noFill/>
            <a:miter lim="800000"/>
            <a:headEnd/>
            <a:tailEnd/>
          </a:ln>
          <a:effectLst/>
        </p:spPr>
        <p:txBody>
          <a:bodyPr>
            <a:spAutoFit/>
          </a:bodyPr>
          <a:lstStyle/>
          <a:p>
            <a:pPr>
              <a:defRPr/>
            </a:pPr>
            <a:r>
              <a:rPr kumimoji="0" lang="en-US" altLang="ko-KR" sz="2800" b="1" dirty="0">
                <a:latin typeface="Times New Roman" panose="02020603050405020304" pitchFamily="18" charset="0"/>
                <a:ea typeface="굴림" pitchFamily="50" charset="-127"/>
                <a:cs typeface="Times New Roman" panose="02020603050405020304" pitchFamily="18" charset="0"/>
              </a:rPr>
              <a:t>What is the utilization percentage of the link in Example 11.4 if we have a protocol that can send up to 15 frames before stopping and worrying about the acknowledgments?</a:t>
            </a:r>
          </a:p>
        </p:txBody>
      </p:sp>
      <p:sp>
        <p:nvSpPr>
          <p:cNvPr id="892938" name="Rectangle 10">
            <a:extLst>
              <a:ext uri="{FF2B5EF4-FFF2-40B4-BE49-F238E27FC236}">
                <a16:creationId xmlns:a16="http://schemas.microsoft.com/office/drawing/2014/main" id="{62045A7F-A53F-4227-84D6-9C7F4B079A70}"/>
              </a:ext>
            </a:extLst>
          </p:cNvPr>
          <p:cNvSpPr>
            <a:spLocks noChangeArrowheads="1"/>
          </p:cNvSpPr>
          <p:nvPr/>
        </p:nvSpPr>
        <p:spPr bwMode="auto">
          <a:xfrm>
            <a:off x="247650" y="3511550"/>
            <a:ext cx="9410700" cy="2432050"/>
          </a:xfrm>
          <a:prstGeom prst="rect">
            <a:avLst/>
          </a:prstGeom>
          <a:noFill/>
          <a:ln w="9525">
            <a:noFill/>
            <a:miter lim="800000"/>
            <a:headEnd/>
            <a:tailEnd/>
          </a:ln>
          <a:effectLst/>
        </p:spPr>
        <p:txBody>
          <a:bodyPr>
            <a:spAutoFit/>
          </a:bodyPr>
          <a:lstStyle/>
          <a:p>
            <a:pPr algn="just">
              <a:defRPr/>
            </a:pPr>
            <a:r>
              <a:rPr kumimoji="0" lang="en-US" altLang="ko-KR" sz="2800" b="1" i="1" dirty="0">
                <a:solidFill>
                  <a:schemeClr val="hlink"/>
                </a:solidFill>
                <a:latin typeface="Times New Roman" panose="02020603050405020304" pitchFamily="18" charset="0"/>
                <a:ea typeface="굴림" pitchFamily="50" charset="-127"/>
                <a:cs typeface="Times New Roman" panose="02020603050405020304" pitchFamily="18" charset="0"/>
              </a:rPr>
              <a:t>Solution</a:t>
            </a:r>
          </a:p>
          <a:p>
            <a:pPr algn="just">
              <a:defRPr/>
            </a:pPr>
            <a:r>
              <a:rPr kumimoji="0" lang="en-US" altLang="ko-KR" sz="2400" b="1" dirty="0">
                <a:latin typeface="Times New Roman" panose="02020603050405020304" pitchFamily="18" charset="0"/>
                <a:ea typeface="굴림" pitchFamily="50" charset="-127"/>
                <a:cs typeface="Times New Roman" panose="02020603050405020304" pitchFamily="18" charset="0"/>
              </a:rPr>
              <a:t>The bandwidth-delay product is still 20,000 bits. The system can send up to 15 frames or 15,000 bits during a round trip. This means the utilization is 15,000/20,000, or 75 percent. Of course, if there are damaged frames, the utilization percentage is much less because frames have to be resent</a:t>
            </a:r>
            <a:r>
              <a:rPr kumimoji="0" lang="en-US" altLang="ko-KR" sz="2800" b="1" dirty="0">
                <a:latin typeface="Times New Roman" panose="02020603050405020304" pitchFamily="18" charset="0"/>
                <a:ea typeface="굴림" pitchFamily="50" charset="-127"/>
                <a:cs typeface="Times New Roman" panose="02020603050405020304" pitchFamily="18" charset="0"/>
              </a:rPr>
              <a:t>.</a:t>
            </a:r>
          </a:p>
        </p:txBody>
      </p:sp>
      <p:sp>
        <p:nvSpPr>
          <p:cNvPr id="66564" name="Text Box 11">
            <a:extLst>
              <a:ext uri="{FF2B5EF4-FFF2-40B4-BE49-F238E27FC236}">
                <a16:creationId xmlns:a16="http://schemas.microsoft.com/office/drawing/2014/main" id="{EE132FA9-627F-4E8D-BFCE-D0A5F7155162}"/>
              </a:ext>
            </a:extLst>
          </p:cNvPr>
          <p:cNvSpPr txBox="1">
            <a:spLocks noChangeArrowheads="1"/>
          </p:cNvSpPr>
          <p:nvPr/>
        </p:nvSpPr>
        <p:spPr bwMode="auto">
          <a:xfrm>
            <a:off x="273050" y="1052513"/>
            <a:ext cx="24876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3200" b="1" i="1">
                <a:solidFill>
                  <a:schemeClr val="hlink"/>
                </a:solidFill>
                <a:latin typeface="Times New Roman" panose="02020603050405020304" pitchFamily="18" charset="0"/>
                <a:ea typeface="굴림" panose="020B0600000101010101" pitchFamily="34" charset="-127"/>
              </a:rPr>
              <a:t>Example 11.5</a:t>
            </a:r>
          </a:p>
        </p:txBody>
      </p:sp>
      <p:sp>
        <p:nvSpPr>
          <p:cNvPr id="892940" name="Rectangle 12">
            <a:extLst>
              <a:ext uri="{FF2B5EF4-FFF2-40B4-BE49-F238E27FC236}">
                <a16:creationId xmlns:a16="http://schemas.microsoft.com/office/drawing/2014/main" id="{7D8F98F2-71EE-4F2B-9BB5-02AE3EA9FD8C}"/>
              </a:ext>
            </a:extLst>
          </p:cNvPr>
          <p:cNvSpPr>
            <a:spLocks noChangeArrowheads="1"/>
          </p:cNvSpPr>
          <p:nvPr/>
        </p:nvSpPr>
        <p:spPr bwMode="auto">
          <a:xfrm>
            <a:off x="704850" y="188913"/>
            <a:ext cx="8582025" cy="503237"/>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lang="en-US" altLang="ko-KR" sz="2800" b="1" dirty="0">
                <a:solidFill>
                  <a:schemeClr val="bg1"/>
                </a:solidFill>
                <a:effectLst>
                  <a:outerShdw blurRad="38100" dist="38100" dir="2700000" algn="tl">
                    <a:srgbClr val="000000"/>
                  </a:outerShdw>
                </a:effectLst>
                <a:latin typeface="Times New Roman" panose="02020603050405020304" pitchFamily="18" charset="0"/>
                <a:ea typeface="돋움" pitchFamily="50" charset="-127"/>
                <a:cs typeface="Times New Roman" panose="02020603050405020304" pitchFamily="18" charset="0"/>
              </a:rPr>
              <a:t>Stop and Wait ARQ</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4178" name="Rectangle 2">
            <a:extLst>
              <a:ext uri="{FF2B5EF4-FFF2-40B4-BE49-F238E27FC236}">
                <a16:creationId xmlns:a16="http://schemas.microsoft.com/office/drawing/2014/main" id="{B65EE701-71F9-42BB-ADE4-702FBB270C2B}"/>
              </a:ext>
            </a:extLst>
          </p:cNvPr>
          <p:cNvSpPr>
            <a:spLocks noGrp="1" noChangeArrowheads="1"/>
          </p:cNvSpPr>
          <p:nvPr>
            <p:ph type="title"/>
          </p:nvPr>
        </p:nvSpPr>
        <p:spPr/>
        <p:txBody>
          <a:bodyPr/>
          <a:lstStyle/>
          <a:p>
            <a:pPr>
              <a:defRPr/>
            </a:pPr>
            <a:r>
              <a:rPr lang="en-US" altLang="ko-KR" sz="3200"/>
              <a:t>pipelining</a:t>
            </a:r>
          </a:p>
        </p:txBody>
      </p:sp>
      <p:sp>
        <p:nvSpPr>
          <p:cNvPr id="68611" name="Rectangle 3">
            <a:extLst>
              <a:ext uri="{FF2B5EF4-FFF2-40B4-BE49-F238E27FC236}">
                <a16:creationId xmlns:a16="http://schemas.microsoft.com/office/drawing/2014/main" id="{1E1439B6-D6C3-4A01-8C8A-679001E4820D}"/>
              </a:ext>
            </a:extLst>
          </p:cNvPr>
          <p:cNvSpPr>
            <a:spLocks noGrp="1" noChangeArrowheads="1"/>
          </p:cNvSpPr>
          <p:nvPr>
            <p:ph type="body" idx="1"/>
          </p:nvPr>
        </p:nvSpPr>
        <p:spPr/>
        <p:txBody>
          <a:bodyPr/>
          <a:lstStyle/>
          <a:p>
            <a:r>
              <a:rPr lang="en-US" altLang="ko-KR">
                <a:cs typeface="Arial" panose="020B0604020202020204" pitchFamily="34" charset="0"/>
              </a:rPr>
              <a:t> In networking and in other areas, a task is often begun before the previous task has ended. - This is known as Pipelining.</a:t>
            </a:r>
          </a:p>
          <a:p>
            <a:pPr lvl="1"/>
            <a:r>
              <a:rPr lang="en-US" altLang="ko-KR" sz="2400">
                <a:cs typeface="Arial" panose="020B0604020202020204" pitchFamily="34" charset="0"/>
              </a:rPr>
              <a:t>There is no pipelining in stop-and-wait ARQ </a:t>
            </a:r>
          </a:p>
          <a:p>
            <a:pPr lvl="1"/>
            <a:r>
              <a:rPr lang="en-US" altLang="ko-KR" sz="2400">
                <a:cs typeface="Arial" panose="020B0604020202020204" pitchFamily="34" charset="0"/>
              </a:rPr>
              <a:t>Pipelining does apply to Go-Back-N ARQ and Selective Repeat ARQ </a:t>
            </a:r>
          </a:p>
          <a:p>
            <a:r>
              <a:rPr lang="en-US" altLang="ko-KR"/>
              <a:t> Pipelining improves the efficiency of the transmission if the number of bits in transition is large with respect to the bandwidth delay product.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02" name="Rectangle 2">
            <a:extLst>
              <a:ext uri="{FF2B5EF4-FFF2-40B4-BE49-F238E27FC236}">
                <a16:creationId xmlns:a16="http://schemas.microsoft.com/office/drawing/2014/main" id="{C80DDD68-DD83-49B3-A424-D444C527E2B7}"/>
              </a:ext>
            </a:extLst>
          </p:cNvPr>
          <p:cNvSpPr>
            <a:spLocks noGrp="1" noChangeArrowheads="1"/>
          </p:cNvSpPr>
          <p:nvPr>
            <p:ph type="title"/>
          </p:nvPr>
        </p:nvSpPr>
        <p:spPr/>
        <p:txBody>
          <a:bodyPr/>
          <a:lstStyle/>
          <a:p>
            <a:pPr>
              <a:defRPr/>
            </a:pPr>
            <a:r>
              <a:rPr kumimoji="0" lang="en-US" altLang="ko-KR" dirty="0"/>
              <a:t>Go-Back-N ARQ</a:t>
            </a:r>
          </a:p>
        </p:txBody>
      </p:sp>
      <p:sp>
        <p:nvSpPr>
          <p:cNvPr id="69635" name="Rectangle 3">
            <a:extLst>
              <a:ext uri="{FF2B5EF4-FFF2-40B4-BE49-F238E27FC236}">
                <a16:creationId xmlns:a16="http://schemas.microsoft.com/office/drawing/2014/main" id="{22ED16B7-AF14-4919-8CE9-4E3E50113C47}"/>
              </a:ext>
            </a:extLst>
          </p:cNvPr>
          <p:cNvSpPr>
            <a:spLocks noGrp="1" noChangeArrowheads="1"/>
          </p:cNvSpPr>
          <p:nvPr>
            <p:ph type="body" idx="1"/>
          </p:nvPr>
        </p:nvSpPr>
        <p:spPr>
          <a:xfrm>
            <a:off x="704850" y="908050"/>
            <a:ext cx="8588375" cy="5467350"/>
          </a:xfrm>
        </p:spPr>
        <p:txBody>
          <a:bodyPr/>
          <a:lstStyle/>
          <a:p>
            <a:r>
              <a:rPr lang="en-US" altLang="ko-KR" dirty="0">
                <a:cs typeface="Arial" panose="020B0604020202020204" pitchFamily="34" charset="0"/>
              </a:rPr>
              <a:t>In Go-Back-N ARQ, we can send several frames before receiving acknowledgement; we keep a copy of these frames until the acknowledgments arrive. </a:t>
            </a:r>
            <a:endParaRPr lang="en-US" altLang="ko-KR" sz="1800" dirty="0">
              <a:cs typeface="Arial" panose="020B0604020202020204" pitchFamily="34" charset="0"/>
            </a:endParaRPr>
          </a:p>
          <a:p>
            <a:pPr>
              <a:lnSpc>
                <a:spcPct val="100000"/>
              </a:lnSpc>
            </a:pPr>
            <a:r>
              <a:rPr lang="en-US" altLang="ko-KR" dirty="0"/>
              <a:t> </a:t>
            </a:r>
            <a:r>
              <a:rPr kumimoji="0" lang="en-US" altLang="ko-KR" dirty="0"/>
              <a:t>Sequence Numbers</a:t>
            </a:r>
          </a:p>
          <a:p>
            <a:pPr lvl="1"/>
            <a:r>
              <a:rPr kumimoji="0" lang="en-US" altLang="ko-KR" sz="2000" dirty="0">
                <a:cs typeface="Arial" panose="020B0604020202020204" pitchFamily="34" charset="0"/>
              </a:rPr>
              <a:t> Frames from a sending station are numbered sequentially.</a:t>
            </a:r>
          </a:p>
          <a:p>
            <a:pPr lvl="1"/>
            <a:r>
              <a:rPr kumimoji="0" lang="en-US" altLang="ko-KR" sz="2000" dirty="0">
                <a:cs typeface="Arial" panose="020B0604020202020204" pitchFamily="34" charset="0"/>
              </a:rPr>
              <a:t> m-bits for the sequence number :  range repeat from 0 to 2</a:t>
            </a:r>
            <a:r>
              <a:rPr kumimoji="0" lang="en-US" altLang="ko-KR" sz="2000" baseline="30000" dirty="0">
                <a:cs typeface="Arial" panose="020B0604020202020204" pitchFamily="34" charset="0"/>
              </a:rPr>
              <a:t>m</a:t>
            </a:r>
            <a:r>
              <a:rPr kumimoji="0" lang="en-US" altLang="ko-KR" sz="2000" dirty="0">
                <a:cs typeface="Arial" panose="020B0604020202020204" pitchFamily="34" charset="0"/>
              </a:rPr>
              <a:t>-1.</a:t>
            </a:r>
          </a:p>
          <a:p>
            <a:pPr lvl="2"/>
            <a:r>
              <a:rPr kumimoji="0" lang="en-US" altLang="ko-KR" sz="1600" dirty="0">
                <a:cs typeface="Arial" panose="020B0604020202020204" pitchFamily="34" charset="0"/>
              </a:rPr>
              <a:t>0,1,2,3,4,5,6,7,8,9,10,11,12,13,14,15, </a:t>
            </a:r>
            <a:r>
              <a:rPr kumimoji="0" lang="en-US" altLang="ko-KR" sz="1600" dirty="0">
                <a:solidFill>
                  <a:schemeClr val="bg1"/>
                </a:solidFill>
                <a:cs typeface="Arial" panose="020B0604020202020204" pitchFamily="34" charset="0"/>
              </a:rPr>
              <a:t>0,1,2,3,4,5,6,7,8,9,10,11,…..</a:t>
            </a:r>
            <a:r>
              <a:rPr lang="en-US" altLang="ko-KR" sz="900" dirty="0">
                <a:cs typeface="Arial" panose="020B0604020202020204" pitchFamily="34" charset="0"/>
              </a:rPr>
              <a:t>   </a:t>
            </a:r>
            <a:r>
              <a:rPr lang="en-US" altLang="ko-KR" sz="900" dirty="0"/>
              <a:t>   </a:t>
            </a:r>
          </a:p>
        </p:txBody>
      </p:sp>
      <p:sp>
        <p:nvSpPr>
          <p:cNvPr id="69636" name="Text Box 4">
            <a:extLst>
              <a:ext uri="{FF2B5EF4-FFF2-40B4-BE49-F238E27FC236}">
                <a16:creationId xmlns:a16="http://schemas.microsoft.com/office/drawing/2014/main" id="{4950CDFE-B2F3-4BE4-A9D6-CE8ED158D4A9}"/>
              </a:ext>
            </a:extLst>
          </p:cNvPr>
          <p:cNvSpPr txBox="1">
            <a:spLocks noChangeArrowheads="1"/>
          </p:cNvSpPr>
          <p:nvPr/>
        </p:nvSpPr>
        <p:spPr bwMode="auto">
          <a:xfrm>
            <a:off x="3881741" y="4365104"/>
            <a:ext cx="1146175" cy="336550"/>
          </a:xfrm>
          <a:prstGeom prst="rect">
            <a:avLst/>
          </a:prstGeom>
          <a:noFill/>
          <a:ln w="12700">
            <a:solidFill>
              <a:srgbClr val="00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lang="en-US" altLang="ko-KR" dirty="0"/>
              <a:t>modulo-2</a:t>
            </a:r>
            <a:r>
              <a:rPr lang="en-US" altLang="ko-KR" baseline="30000" dirty="0"/>
              <a:t>m</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5170" name="Rectangle 2">
            <a:extLst>
              <a:ext uri="{FF2B5EF4-FFF2-40B4-BE49-F238E27FC236}">
                <a16:creationId xmlns:a16="http://schemas.microsoft.com/office/drawing/2014/main" id="{CD8052EC-43CD-459F-A6B0-2C4923501DE3}"/>
              </a:ext>
            </a:extLst>
          </p:cNvPr>
          <p:cNvSpPr>
            <a:spLocks noGrp="1" noChangeArrowheads="1"/>
          </p:cNvSpPr>
          <p:nvPr>
            <p:ph type="title"/>
          </p:nvPr>
        </p:nvSpPr>
        <p:spPr/>
        <p:txBody>
          <a:bodyPr/>
          <a:lstStyle/>
          <a:p>
            <a:pPr>
              <a:defRPr/>
            </a:pPr>
            <a:r>
              <a:rPr kumimoji="0" lang="en-US" altLang="ko-KR"/>
              <a:t>Go-Back-N ARQ</a:t>
            </a:r>
          </a:p>
        </p:txBody>
      </p:sp>
      <p:sp>
        <p:nvSpPr>
          <p:cNvPr id="70659" name="Rectangle 3">
            <a:extLst>
              <a:ext uri="{FF2B5EF4-FFF2-40B4-BE49-F238E27FC236}">
                <a16:creationId xmlns:a16="http://schemas.microsoft.com/office/drawing/2014/main" id="{A1BF3D7B-5E2B-4FB2-89E9-C5AFD17C78E7}"/>
              </a:ext>
            </a:extLst>
          </p:cNvPr>
          <p:cNvSpPr>
            <a:spLocks noGrp="1" noChangeArrowheads="1"/>
          </p:cNvSpPr>
          <p:nvPr>
            <p:ph type="body" idx="1"/>
          </p:nvPr>
        </p:nvSpPr>
        <p:spPr/>
        <p:txBody>
          <a:bodyPr/>
          <a:lstStyle/>
          <a:p>
            <a:r>
              <a:rPr kumimoji="0" lang="en-US" altLang="ko-KR"/>
              <a:t>S</a:t>
            </a:r>
            <a:r>
              <a:rPr kumimoji="0" lang="en-US" altLang="en-US"/>
              <a:t>liding window</a:t>
            </a:r>
            <a:r>
              <a:rPr kumimoji="0" lang="en-US" altLang="ko-KR"/>
              <a:t> </a:t>
            </a:r>
          </a:p>
          <a:p>
            <a:pPr lvl="1"/>
            <a:r>
              <a:rPr kumimoji="0" lang="en-US" altLang="ko-KR" sz="2000"/>
              <a:t> is an abstract concept that defines the range of sequence numbers that is the concern of the sender and receiver.</a:t>
            </a:r>
          </a:p>
          <a:p>
            <a:r>
              <a:rPr kumimoji="0" lang="en-US" altLang="ko-KR" sz="2200"/>
              <a:t>Send Sliding Window</a:t>
            </a:r>
          </a:p>
          <a:p>
            <a:pPr lvl="1"/>
            <a:r>
              <a:rPr kumimoji="0" lang="en-US" altLang="ko-KR"/>
              <a:t>The send window is an abstract concept defining an imaginary box of size 2</a:t>
            </a:r>
            <a:r>
              <a:rPr kumimoji="0" lang="en-US" altLang="ko-KR" baseline="30000"/>
              <a:t>m</a:t>
            </a:r>
            <a:r>
              <a:rPr kumimoji="0" lang="en-US" altLang="ko-KR"/>
              <a:t> − 1 with three variables: S</a:t>
            </a:r>
            <a:r>
              <a:rPr kumimoji="0" lang="en-US" altLang="ko-KR" baseline="-25000"/>
              <a:t>f</a:t>
            </a:r>
            <a:r>
              <a:rPr kumimoji="0" lang="en-US" altLang="ko-KR"/>
              <a:t>, S</a:t>
            </a:r>
            <a:r>
              <a:rPr kumimoji="0" lang="en-US" altLang="ko-KR" baseline="-25000"/>
              <a:t>n</a:t>
            </a:r>
            <a:r>
              <a:rPr kumimoji="0" lang="en-US" altLang="ko-KR"/>
              <a:t>, and S</a:t>
            </a:r>
            <a:r>
              <a:rPr kumimoji="0" lang="en-US" altLang="ko-KR" baseline="-25000"/>
              <a:t>size</a:t>
            </a:r>
            <a:r>
              <a:rPr kumimoji="0" lang="en-US" altLang="ko-KR"/>
              <a:t>.</a:t>
            </a:r>
          </a:p>
          <a:p>
            <a:pPr lvl="1"/>
            <a:r>
              <a:rPr kumimoji="0" lang="en-US" altLang="ko-KR"/>
              <a:t>The send window can slide one or more slots when a valid acknowledgment arrives.</a:t>
            </a:r>
          </a:p>
          <a:p>
            <a:pPr lvl="1"/>
            <a:endParaRPr kumimoji="0" lang="en-US" altLang="ko-KR"/>
          </a:p>
          <a:p>
            <a:pPr lvl="2"/>
            <a:endParaRPr kumimoji="0" lang="en-US" altLang="en-US" sz="1800"/>
          </a:p>
          <a:p>
            <a:endParaRPr lang="en-US" altLang="ko-K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ext Box 4">
            <a:extLst>
              <a:ext uri="{FF2B5EF4-FFF2-40B4-BE49-F238E27FC236}">
                <a16:creationId xmlns:a16="http://schemas.microsoft.com/office/drawing/2014/main" id="{78E622D3-D969-4C84-B804-238D600723F4}"/>
              </a:ext>
            </a:extLst>
          </p:cNvPr>
          <p:cNvSpPr txBox="1">
            <a:spLocks noChangeArrowheads="1"/>
          </p:cNvSpPr>
          <p:nvPr/>
        </p:nvSpPr>
        <p:spPr bwMode="auto">
          <a:xfrm>
            <a:off x="560388" y="981075"/>
            <a:ext cx="5575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2400" b="1">
                <a:solidFill>
                  <a:schemeClr val="folHlink"/>
                </a:solidFill>
                <a:latin typeface="Times New Roman" panose="02020603050405020304" pitchFamily="18" charset="0"/>
                <a:ea typeface="굴림" panose="020B0600000101010101" pitchFamily="34" charset="-127"/>
              </a:rPr>
              <a:t>Figure 11.12  </a:t>
            </a:r>
            <a:r>
              <a:rPr kumimoji="0" lang="en-US" altLang="ko-KR" sz="2000" b="1" i="1">
                <a:latin typeface="Times New Roman" panose="02020603050405020304" pitchFamily="18" charset="0"/>
                <a:ea typeface="굴림" panose="020B0600000101010101" pitchFamily="34" charset="-127"/>
              </a:rPr>
              <a:t>Send window for Go-Back-N ARQ</a:t>
            </a:r>
          </a:p>
        </p:txBody>
      </p:sp>
      <p:pic>
        <p:nvPicPr>
          <p:cNvPr id="71683" name="Picture 5">
            <a:extLst>
              <a:ext uri="{FF2B5EF4-FFF2-40B4-BE49-F238E27FC236}">
                <a16:creationId xmlns:a16="http://schemas.microsoft.com/office/drawing/2014/main" id="{3658D63B-7996-48F7-BFB9-CC5A100032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4850" y="1557338"/>
            <a:ext cx="8537575" cy="467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8774" name="Rectangle 6">
            <a:extLst>
              <a:ext uri="{FF2B5EF4-FFF2-40B4-BE49-F238E27FC236}">
                <a16:creationId xmlns:a16="http://schemas.microsoft.com/office/drawing/2014/main" id="{DB7E4A22-6F1E-4250-8720-5173F2A81EA2}"/>
              </a:ext>
            </a:extLst>
          </p:cNvPr>
          <p:cNvSpPr>
            <a:spLocks noGrp="1" noChangeArrowheads="1"/>
          </p:cNvSpPr>
          <p:nvPr>
            <p:ph type="title"/>
          </p:nvPr>
        </p:nvSpPr>
        <p:spPr/>
        <p:txBody>
          <a:bodyPr/>
          <a:lstStyle/>
          <a:p>
            <a:pPr>
              <a:defRPr/>
            </a:pPr>
            <a:r>
              <a:rPr kumimoji="0" lang="en-US" altLang="ko-KR"/>
              <a:t>Go-Back-N ARQ</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6226" name="Rectangle 2">
            <a:extLst>
              <a:ext uri="{FF2B5EF4-FFF2-40B4-BE49-F238E27FC236}">
                <a16:creationId xmlns:a16="http://schemas.microsoft.com/office/drawing/2014/main" id="{EA05ACC2-CEE3-4CDE-B248-DB18CDE2C032}"/>
              </a:ext>
            </a:extLst>
          </p:cNvPr>
          <p:cNvSpPr>
            <a:spLocks noGrp="1" noChangeArrowheads="1"/>
          </p:cNvSpPr>
          <p:nvPr>
            <p:ph type="title"/>
          </p:nvPr>
        </p:nvSpPr>
        <p:spPr/>
        <p:txBody>
          <a:bodyPr/>
          <a:lstStyle/>
          <a:p>
            <a:pPr>
              <a:defRPr/>
            </a:pPr>
            <a:r>
              <a:rPr kumimoji="0" lang="en-US" altLang="ko-KR"/>
              <a:t> Go-Back-N ARQ</a:t>
            </a:r>
          </a:p>
        </p:txBody>
      </p:sp>
      <p:sp>
        <p:nvSpPr>
          <p:cNvPr id="72707" name="Rectangle 3">
            <a:extLst>
              <a:ext uri="{FF2B5EF4-FFF2-40B4-BE49-F238E27FC236}">
                <a16:creationId xmlns:a16="http://schemas.microsoft.com/office/drawing/2014/main" id="{4683E485-9A60-40C0-9DD5-C148109475F8}"/>
              </a:ext>
            </a:extLst>
          </p:cNvPr>
          <p:cNvSpPr>
            <a:spLocks noGrp="1" noChangeArrowheads="1"/>
          </p:cNvSpPr>
          <p:nvPr>
            <p:ph type="body" idx="1"/>
          </p:nvPr>
        </p:nvSpPr>
        <p:spPr/>
        <p:txBody>
          <a:bodyPr/>
          <a:lstStyle/>
          <a:p>
            <a:r>
              <a:rPr lang="en-US" altLang="ko-KR"/>
              <a:t>Receive Sliding Window</a:t>
            </a:r>
          </a:p>
          <a:p>
            <a:pPr lvl="1"/>
            <a:r>
              <a:rPr kumimoji="0" lang="en-US" altLang="ko-KR"/>
              <a:t>The receive window is an abstract concept defining an imaginary box of size 1 with one single variable  R</a:t>
            </a:r>
            <a:r>
              <a:rPr kumimoji="0" lang="en-US" altLang="ko-KR" baseline="-25000"/>
              <a:t>n</a:t>
            </a:r>
            <a:r>
              <a:rPr kumimoji="0" lang="en-US" altLang="ko-KR"/>
              <a:t>. </a:t>
            </a:r>
          </a:p>
          <a:p>
            <a:pPr lvl="1"/>
            <a:r>
              <a:rPr kumimoji="0" lang="en-US" altLang="ko-KR"/>
              <a:t>The window slides when a correct frame has arrived; sliding occurs one slot at a time.</a:t>
            </a:r>
          </a:p>
          <a:p>
            <a:pPr lvl="1"/>
            <a:r>
              <a:rPr kumimoji="0" lang="en-US" altLang="ko-KR"/>
              <a:t>Any frame arriving out of order is discarded and needs to be resent.</a:t>
            </a:r>
          </a:p>
          <a:p>
            <a:pPr lvl="2">
              <a:buFont typeface="Monotype Sorts" pitchFamily="2" charset="2"/>
              <a:buNone/>
            </a:pPr>
            <a:endParaRPr lang="en-US" altLang="ko-K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ext Box 4">
            <a:extLst>
              <a:ext uri="{FF2B5EF4-FFF2-40B4-BE49-F238E27FC236}">
                <a16:creationId xmlns:a16="http://schemas.microsoft.com/office/drawing/2014/main" id="{7F5C851B-0F38-4A1B-A504-B3B32E6E2AF6}"/>
              </a:ext>
            </a:extLst>
          </p:cNvPr>
          <p:cNvSpPr txBox="1">
            <a:spLocks noChangeArrowheads="1"/>
          </p:cNvSpPr>
          <p:nvPr/>
        </p:nvSpPr>
        <p:spPr bwMode="auto">
          <a:xfrm>
            <a:off x="560388" y="1628775"/>
            <a:ext cx="58562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2400" b="1">
                <a:solidFill>
                  <a:schemeClr val="folHlink"/>
                </a:solidFill>
                <a:latin typeface="Times New Roman" panose="02020603050405020304" pitchFamily="18" charset="0"/>
                <a:ea typeface="굴림" panose="020B0600000101010101" pitchFamily="34" charset="-127"/>
              </a:rPr>
              <a:t>Figure 11.13  </a:t>
            </a:r>
            <a:r>
              <a:rPr kumimoji="0" lang="en-US" altLang="ko-KR" sz="2000" b="1" i="1">
                <a:latin typeface="Times New Roman" panose="02020603050405020304" pitchFamily="18" charset="0"/>
                <a:ea typeface="굴림" panose="020B0600000101010101" pitchFamily="34" charset="-127"/>
              </a:rPr>
              <a:t>Receive window for Go-Back-N ARQ</a:t>
            </a:r>
          </a:p>
        </p:txBody>
      </p:sp>
      <p:pic>
        <p:nvPicPr>
          <p:cNvPr id="73731" name="Picture 6">
            <a:extLst>
              <a:ext uri="{FF2B5EF4-FFF2-40B4-BE49-F238E27FC236}">
                <a16:creationId xmlns:a16="http://schemas.microsoft.com/office/drawing/2014/main" id="{F17D12EC-6F05-4E24-B5C1-D3777BFC5B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9313" y="2492375"/>
            <a:ext cx="8407400" cy="341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0103" name="Rectangle 7">
            <a:extLst>
              <a:ext uri="{FF2B5EF4-FFF2-40B4-BE49-F238E27FC236}">
                <a16:creationId xmlns:a16="http://schemas.microsoft.com/office/drawing/2014/main" id="{F1CB3E76-E6B5-4338-AEB7-33153B5E4F90}"/>
              </a:ext>
            </a:extLst>
          </p:cNvPr>
          <p:cNvSpPr>
            <a:spLocks noChangeArrowheads="1"/>
          </p:cNvSpPr>
          <p:nvPr/>
        </p:nvSpPr>
        <p:spPr bwMode="auto">
          <a:xfrm>
            <a:off x="722313" y="258763"/>
            <a:ext cx="8582025" cy="503237"/>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kumimoji="0" lang="en-US" altLang="ko-KR" sz="2800" b="1">
                <a:solidFill>
                  <a:schemeClr val="bg1"/>
                </a:solidFill>
                <a:effectLst>
                  <a:outerShdw blurRad="38100" dist="38100" dir="2700000" algn="tl">
                    <a:srgbClr val="000000"/>
                  </a:outerShdw>
                </a:effectLst>
                <a:latin typeface="Arial" charset="0"/>
                <a:ea typeface="돋움" pitchFamily="50" charset="-127"/>
              </a:rPr>
              <a:t>Go-Back-N ARQ</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ext Box 4">
            <a:extLst>
              <a:ext uri="{FF2B5EF4-FFF2-40B4-BE49-F238E27FC236}">
                <a16:creationId xmlns:a16="http://schemas.microsoft.com/office/drawing/2014/main" id="{24900A9A-A8F1-4D59-8871-237D756BB09F}"/>
              </a:ext>
            </a:extLst>
          </p:cNvPr>
          <p:cNvSpPr txBox="1">
            <a:spLocks noChangeArrowheads="1"/>
          </p:cNvSpPr>
          <p:nvPr/>
        </p:nvSpPr>
        <p:spPr bwMode="auto">
          <a:xfrm>
            <a:off x="344488" y="765175"/>
            <a:ext cx="4819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2400" b="1">
                <a:solidFill>
                  <a:schemeClr val="folHlink"/>
                </a:solidFill>
                <a:latin typeface="Times New Roman" panose="02020603050405020304" pitchFamily="18" charset="0"/>
                <a:ea typeface="굴림" panose="020B0600000101010101" pitchFamily="34" charset="-127"/>
              </a:rPr>
              <a:t>Figure 11.14  </a:t>
            </a:r>
            <a:r>
              <a:rPr kumimoji="0" lang="en-US" altLang="ko-KR" sz="2000" b="1" i="1">
                <a:latin typeface="Times New Roman" panose="02020603050405020304" pitchFamily="18" charset="0"/>
                <a:ea typeface="굴림" panose="020B0600000101010101" pitchFamily="34" charset="-127"/>
              </a:rPr>
              <a:t>Design of Go-Back-N ARQ</a:t>
            </a:r>
          </a:p>
        </p:txBody>
      </p:sp>
      <p:pic>
        <p:nvPicPr>
          <p:cNvPr id="75779" name="Picture 6">
            <a:extLst>
              <a:ext uri="{FF2B5EF4-FFF2-40B4-BE49-F238E27FC236}">
                <a16:creationId xmlns:a16="http://schemas.microsoft.com/office/drawing/2014/main" id="{D0C7FBEC-5ED8-4225-98FB-414B5BA660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0613" y="1268413"/>
            <a:ext cx="6713537" cy="524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4199" name="Rectangle 7">
            <a:extLst>
              <a:ext uri="{FF2B5EF4-FFF2-40B4-BE49-F238E27FC236}">
                <a16:creationId xmlns:a16="http://schemas.microsoft.com/office/drawing/2014/main" id="{0965A017-0D6F-4ED4-A1FD-389DC2DA224A}"/>
              </a:ext>
            </a:extLst>
          </p:cNvPr>
          <p:cNvSpPr>
            <a:spLocks noChangeArrowheads="1"/>
          </p:cNvSpPr>
          <p:nvPr/>
        </p:nvSpPr>
        <p:spPr bwMode="auto">
          <a:xfrm>
            <a:off x="722313" y="258763"/>
            <a:ext cx="8582025" cy="503237"/>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kumimoji="0" lang="en-US" altLang="ko-KR" sz="2800" b="1">
                <a:solidFill>
                  <a:schemeClr val="bg1"/>
                </a:solidFill>
                <a:effectLst>
                  <a:outerShdw blurRad="38100" dist="38100" dir="2700000" algn="tl">
                    <a:srgbClr val="000000"/>
                  </a:outerShdw>
                </a:effectLst>
                <a:latin typeface="Arial" charset="0"/>
                <a:ea typeface="돋움" pitchFamily="50" charset="-127"/>
              </a:rPr>
              <a:t>Go-Back-N ARQ</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ext Box 4">
            <a:extLst>
              <a:ext uri="{FF2B5EF4-FFF2-40B4-BE49-F238E27FC236}">
                <a16:creationId xmlns:a16="http://schemas.microsoft.com/office/drawing/2014/main" id="{4CA9A021-FDC8-4694-BD86-7044051E496B}"/>
              </a:ext>
            </a:extLst>
          </p:cNvPr>
          <p:cNvSpPr txBox="1">
            <a:spLocks noChangeArrowheads="1"/>
          </p:cNvSpPr>
          <p:nvPr/>
        </p:nvSpPr>
        <p:spPr bwMode="auto">
          <a:xfrm>
            <a:off x="344488" y="908050"/>
            <a:ext cx="54879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2400" b="1">
                <a:solidFill>
                  <a:schemeClr val="folHlink"/>
                </a:solidFill>
                <a:latin typeface="Times New Roman" panose="02020603050405020304" pitchFamily="18" charset="0"/>
                <a:ea typeface="굴림" panose="020B0600000101010101" pitchFamily="34" charset="-127"/>
              </a:rPr>
              <a:t>Figure 11.15  </a:t>
            </a:r>
            <a:r>
              <a:rPr kumimoji="0" lang="en-US" altLang="ko-KR" sz="2000" b="1" i="1">
                <a:latin typeface="Times New Roman" panose="02020603050405020304" pitchFamily="18" charset="0"/>
                <a:ea typeface="굴림" panose="020B0600000101010101" pitchFamily="34" charset="-127"/>
              </a:rPr>
              <a:t>Window size for Go-Back-N ARQ</a:t>
            </a:r>
          </a:p>
        </p:txBody>
      </p:sp>
      <p:pic>
        <p:nvPicPr>
          <p:cNvPr id="77827" name="Picture 6">
            <a:extLst>
              <a:ext uri="{FF2B5EF4-FFF2-40B4-BE49-F238E27FC236}">
                <a16:creationId xmlns:a16="http://schemas.microsoft.com/office/drawing/2014/main" id="{9D39145B-6806-4FAD-B9DA-533B849218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8088" y="1484313"/>
            <a:ext cx="7970837" cy="5138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6247" name="Rectangle 7">
            <a:extLst>
              <a:ext uri="{FF2B5EF4-FFF2-40B4-BE49-F238E27FC236}">
                <a16:creationId xmlns:a16="http://schemas.microsoft.com/office/drawing/2014/main" id="{4AB12F29-5549-45C8-82A4-8E2B2F34529C}"/>
              </a:ext>
            </a:extLst>
          </p:cNvPr>
          <p:cNvSpPr>
            <a:spLocks noChangeArrowheads="1"/>
          </p:cNvSpPr>
          <p:nvPr/>
        </p:nvSpPr>
        <p:spPr bwMode="auto">
          <a:xfrm>
            <a:off x="722313" y="258763"/>
            <a:ext cx="8582025" cy="503237"/>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kumimoji="0" lang="en-US" altLang="ko-KR" sz="2800" b="1">
                <a:solidFill>
                  <a:schemeClr val="bg1"/>
                </a:solidFill>
                <a:effectLst>
                  <a:outerShdw blurRad="38100" dist="38100" dir="2700000" algn="tl">
                    <a:srgbClr val="000000"/>
                  </a:outerShdw>
                </a:effectLst>
                <a:latin typeface="Arial" charset="0"/>
                <a:ea typeface="돋움" pitchFamily="50" charset="-127"/>
              </a:rPr>
              <a:t>Go-Back-N ARQ</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Line 9">
            <a:extLst>
              <a:ext uri="{FF2B5EF4-FFF2-40B4-BE49-F238E27FC236}">
                <a16:creationId xmlns:a16="http://schemas.microsoft.com/office/drawing/2014/main" id="{D45A0816-4783-4600-BC43-CE7B72BB10A6}"/>
              </a:ext>
            </a:extLst>
          </p:cNvPr>
          <p:cNvSpPr>
            <a:spLocks noChangeShapeType="1"/>
          </p:cNvSpPr>
          <p:nvPr/>
        </p:nvSpPr>
        <p:spPr bwMode="auto">
          <a:xfrm>
            <a:off x="495300" y="2286000"/>
            <a:ext cx="883285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875" name="Line 10">
            <a:extLst>
              <a:ext uri="{FF2B5EF4-FFF2-40B4-BE49-F238E27FC236}">
                <a16:creationId xmlns:a16="http://schemas.microsoft.com/office/drawing/2014/main" id="{7A0848BC-BB70-476D-B75C-8F37F028DAC3}"/>
              </a:ext>
            </a:extLst>
          </p:cNvPr>
          <p:cNvSpPr>
            <a:spLocks noChangeShapeType="1"/>
          </p:cNvSpPr>
          <p:nvPr/>
        </p:nvSpPr>
        <p:spPr bwMode="auto">
          <a:xfrm>
            <a:off x="496888" y="4495800"/>
            <a:ext cx="883285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876" name="Rectangle 11">
            <a:extLst>
              <a:ext uri="{FF2B5EF4-FFF2-40B4-BE49-F238E27FC236}">
                <a16:creationId xmlns:a16="http://schemas.microsoft.com/office/drawing/2014/main" id="{085D64B9-3B2E-47C6-80B3-69FC3DF6275E}"/>
              </a:ext>
            </a:extLst>
          </p:cNvPr>
          <p:cNvSpPr>
            <a:spLocks noChangeArrowheads="1"/>
          </p:cNvSpPr>
          <p:nvPr/>
        </p:nvSpPr>
        <p:spPr bwMode="auto">
          <a:xfrm>
            <a:off x="536575" y="2378075"/>
            <a:ext cx="8750300" cy="2062103"/>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pPr algn="ctr"/>
            <a:r>
              <a:rPr kumimoji="0" lang="en-US" altLang="ko-KR" sz="3200" b="1" dirty="0">
                <a:latin typeface="Times New Roman" panose="02020603050405020304" pitchFamily="18" charset="0"/>
                <a:ea typeface="굴림" panose="020B0600000101010101" pitchFamily="34" charset="-127"/>
                <a:cs typeface="Times New Roman" panose="02020603050405020304" pitchFamily="18" charset="0"/>
              </a:rPr>
              <a:t>In Go-Back-N ARQ, the size of the send window must be less than 2</a:t>
            </a:r>
            <a:r>
              <a:rPr kumimoji="0" lang="en-US" altLang="ko-KR" sz="3200" b="1" i="1" baseline="30000" dirty="0">
                <a:latin typeface="Times New Roman" panose="02020603050405020304" pitchFamily="18" charset="0"/>
                <a:ea typeface="굴림" panose="020B0600000101010101" pitchFamily="34" charset="-127"/>
                <a:cs typeface="Times New Roman" panose="02020603050405020304" pitchFamily="18" charset="0"/>
              </a:rPr>
              <a:t>m</a:t>
            </a:r>
            <a:r>
              <a:rPr kumimoji="0" lang="en-US" altLang="ko-KR" sz="3200" b="1" dirty="0">
                <a:latin typeface="Times New Roman" panose="02020603050405020304" pitchFamily="18" charset="0"/>
                <a:ea typeface="굴림" panose="020B0600000101010101" pitchFamily="34" charset="-127"/>
                <a:cs typeface="Times New Roman" panose="02020603050405020304" pitchFamily="18" charset="0"/>
              </a:rPr>
              <a:t>;</a:t>
            </a:r>
          </a:p>
          <a:p>
            <a:pPr algn="ctr"/>
            <a:r>
              <a:rPr kumimoji="0" lang="en-US" altLang="ko-KR" sz="3200" b="1" dirty="0">
                <a:latin typeface="Times New Roman" panose="02020603050405020304" pitchFamily="18" charset="0"/>
                <a:ea typeface="굴림" panose="020B0600000101010101" pitchFamily="34" charset="-127"/>
                <a:cs typeface="Times New Roman" panose="02020603050405020304" pitchFamily="18" charset="0"/>
              </a:rPr>
              <a:t>the size of the receiver window </a:t>
            </a:r>
            <a:br>
              <a:rPr kumimoji="0" lang="en-US" altLang="ko-KR" sz="3200" b="1" dirty="0">
                <a:latin typeface="Times New Roman" panose="02020603050405020304" pitchFamily="18" charset="0"/>
                <a:ea typeface="굴림" panose="020B0600000101010101" pitchFamily="34" charset="-127"/>
                <a:cs typeface="Times New Roman" panose="02020603050405020304" pitchFamily="18" charset="0"/>
              </a:rPr>
            </a:br>
            <a:r>
              <a:rPr kumimoji="0" lang="en-US" altLang="ko-KR" sz="3200" b="1" dirty="0">
                <a:latin typeface="Times New Roman" panose="02020603050405020304" pitchFamily="18" charset="0"/>
                <a:ea typeface="굴림" panose="020B0600000101010101" pitchFamily="34" charset="-127"/>
                <a:cs typeface="Times New Roman" panose="02020603050405020304" pitchFamily="18" charset="0"/>
              </a:rPr>
              <a:t>is always 1.</a:t>
            </a:r>
          </a:p>
        </p:txBody>
      </p:sp>
      <p:grpSp>
        <p:nvGrpSpPr>
          <p:cNvPr id="79877" name="Group 12">
            <a:extLst>
              <a:ext uri="{FF2B5EF4-FFF2-40B4-BE49-F238E27FC236}">
                <a16:creationId xmlns:a16="http://schemas.microsoft.com/office/drawing/2014/main" id="{3918F262-84E3-4170-A294-66C89A7EC31D}"/>
              </a:ext>
            </a:extLst>
          </p:cNvPr>
          <p:cNvGrpSpPr>
            <a:grpSpLocks/>
          </p:cNvGrpSpPr>
          <p:nvPr/>
        </p:nvGrpSpPr>
        <p:grpSpPr bwMode="auto">
          <a:xfrm>
            <a:off x="495300" y="1600200"/>
            <a:ext cx="1238250" cy="566738"/>
            <a:chOff x="1200" y="1248"/>
            <a:chExt cx="720" cy="357"/>
          </a:xfrm>
        </p:grpSpPr>
        <p:pic>
          <p:nvPicPr>
            <p:cNvPr id="79879" name="Picture 13">
              <a:extLst>
                <a:ext uri="{FF2B5EF4-FFF2-40B4-BE49-F238E27FC236}">
                  <a16:creationId xmlns:a16="http://schemas.microsoft.com/office/drawing/2014/main" id="{5EA08E8E-AE92-4E22-82E2-F482DE32F7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80" name="Text Box 14">
              <a:extLst>
                <a:ext uri="{FF2B5EF4-FFF2-40B4-BE49-F238E27FC236}">
                  <a16:creationId xmlns:a16="http://schemas.microsoft.com/office/drawing/2014/main" id="{BDF42988-4784-4369-B41E-A3C3CCF8139E}"/>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2800" b="1" i="1">
                  <a:solidFill>
                    <a:schemeClr val="hlink"/>
                  </a:solidFill>
                  <a:latin typeface="Times New Roman" panose="02020603050405020304" pitchFamily="18" charset="0"/>
                  <a:ea typeface="굴림" panose="020B0600000101010101" pitchFamily="34" charset="-127"/>
                </a:rPr>
                <a:t>Note</a:t>
              </a:r>
            </a:p>
          </p:txBody>
        </p:sp>
      </p:grpSp>
      <p:sp>
        <p:nvSpPr>
          <p:cNvPr id="908303" name="Rectangle 15">
            <a:extLst>
              <a:ext uri="{FF2B5EF4-FFF2-40B4-BE49-F238E27FC236}">
                <a16:creationId xmlns:a16="http://schemas.microsoft.com/office/drawing/2014/main" id="{324CBA2F-1AA4-4D51-AE49-737A844BC195}"/>
              </a:ext>
            </a:extLst>
          </p:cNvPr>
          <p:cNvSpPr>
            <a:spLocks noChangeArrowheads="1"/>
          </p:cNvSpPr>
          <p:nvPr/>
        </p:nvSpPr>
        <p:spPr bwMode="auto">
          <a:xfrm>
            <a:off x="722313" y="258763"/>
            <a:ext cx="8582025" cy="503237"/>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kumimoji="0" lang="en-US" altLang="ko-KR" sz="2800" b="1" dirty="0">
                <a:solidFill>
                  <a:schemeClr val="bg1"/>
                </a:solidFill>
                <a:effectLst>
                  <a:outerShdw blurRad="38100" dist="38100" dir="2700000" algn="tl">
                    <a:srgbClr val="000000"/>
                  </a:outerShdw>
                </a:effectLst>
                <a:latin typeface="Times New Roman" panose="02020603050405020304" pitchFamily="18" charset="0"/>
                <a:ea typeface="돋움" pitchFamily="50" charset="-127"/>
                <a:cs typeface="Times New Roman" panose="02020603050405020304" pitchFamily="18" charset="0"/>
              </a:rPr>
              <a:t>Go-Back-N ARQ</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 Box 9">
            <a:extLst>
              <a:ext uri="{FF2B5EF4-FFF2-40B4-BE49-F238E27FC236}">
                <a16:creationId xmlns:a16="http://schemas.microsoft.com/office/drawing/2014/main" id="{4871A3FF-BF9B-4D23-A5AF-B1AFEE7DDE88}"/>
              </a:ext>
            </a:extLst>
          </p:cNvPr>
          <p:cNvSpPr txBox="1">
            <a:spLocks noChangeArrowheads="1"/>
          </p:cNvSpPr>
          <p:nvPr/>
        </p:nvSpPr>
        <p:spPr bwMode="auto">
          <a:xfrm>
            <a:off x="344488" y="836613"/>
            <a:ext cx="398038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3200" b="1" i="1" dirty="0">
                <a:solidFill>
                  <a:schemeClr val="hlink"/>
                </a:solidFill>
                <a:latin typeface="Times New Roman" panose="02020603050405020304" pitchFamily="18" charset="0"/>
                <a:ea typeface="굴림" panose="020B0600000101010101" pitchFamily="34" charset="-127"/>
              </a:rPr>
              <a:t>Example 11.6 </a:t>
            </a:r>
            <a:r>
              <a:rPr kumimoji="0" lang="en-US" altLang="ko-KR" sz="3200" b="1" i="1" dirty="0">
                <a:latin typeface="Times New Roman" panose="02020603050405020304" pitchFamily="18" charset="0"/>
                <a:ea typeface="굴림" panose="020B0600000101010101" pitchFamily="34" charset="-127"/>
              </a:rPr>
              <a:t>(4</a:t>
            </a:r>
            <a:r>
              <a:rPr kumimoji="0" lang="en-US" altLang="ko-KR" sz="3200" b="1" i="1" baseline="30000" dirty="0">
                <a:latin typeface="Times New Roman" panose="02020603050405020304" pitchFamily="18" charset="0"/>
                <a:ea typeface="굴림" panose="020B0600000101010101" pitchFamily="34" charset="-127"/>
              </a:rPr>
              <a:t>th</a:t>
            </a:r>
            <a:r>
              <a:rPr kumimoji="0" lang="en-US" altLang="ko-KR" sz="3200" b="1" i="1" dirty="0">
                <a:latin typeface="Times New Roman" panose="02020603050405020304" pitchFamily="18" charset="0"/>
                <a:ea typeface="굴림" panose="020B0600000101010101" pitchFamily="34" charset="-127"/>
              </a:rPr>
              <a:t> Ed.)</a:t>
            </a:r>
            <a:endParaRPr kumimoji="0" lang="en-US" altLang="ko-KR" sz="3200" b="1" i="1" dirty="0">
              <a:solidFill>
                <a:schemeClr val="hlink"/>
              </a:solidFill>
              <a:latin typeface="Times New Roman" panose="02020603050405020304" pitchFamily="18" charset="0"/>
              <a:ea typeface="굴림" panose="020B0600000101010101" pitchFamily="34" charset="-127"/>
            </a:endParaRPr>
          </a:p>
        </p:txBody>
      </p:sp>
      <p:sp>
        <p:nvSpPr>
          <p:cNvPr id="81923" name="Rectangle 10">
            <a:extLst>
              <a:ext uri="{FF2B5EF4-FFF2-40B4-BE49-F238E27FC236}">
                <a16:creationId xmlns:a16="http://schemas.microsoft.com/office/drawing/2014/main" id="{DB76A786-8DE1-45DA-8F06-B12878BF0D1B}"/>
              </a:ext>
            </a:extLst>
          </p:cNvPr>
          <p:cNvSpPr>
            <a:spLocks noChangeArrowheads="1"/>
          </p:cNvSpPr>
          <p:nvPr/>
        </p:nvSpPr>
        <p:spPr bwMode="auto">
          <a:xfrm>
            <a:off x="344488" y="1341438"/>
            <a:ext cx="9410700"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pPr algn="just"/>
            <a:r>
              <a:rPr kumimoji="0" lang="en-US" altLang="ko-KR" sz="2400" b="1" dirty="0">
                <a:latin typeface="Times New Roman" panose="02020603050405020304" pitchFamily="18" charset="0"/>
                <a:ea typeface="굴림" panose="020B0600000101010101" pitchFamily="34" charset="-127"/>
                <a:cs typeface="Times New Roman" panose="02020603050405020304" pitchFamily="18" charset="0"/>
              </a:rPr>
              <a:t>Figure 11.16 shows an example of Go-Back-N. This is an example of a case where the forward channel is reliable, but the reverse is not. No data frames are lost, but some ACKs are delayed and one is lost. The example also shows how cumulative acknowledgments can help if acknowledgments are delayed or lost. After initialization, there are seven sender events. Request events are triggered by data from the network layer; arrival events are triggered by acknowledgments from the physical layer. There is no time-out event here because all outstanding frames are acknowledged before the timer expires. Note that although ACK 2 is lost, ACK 3 serves as both ACK 2 and ACK 3.</a:t>
            </a:r>
          </a:p>
        </p:txBody>
      </p:sp>
      <p:sp>
        <p:nvSpPr>
          <p:cNvPr id="1037323" name="Rectangle 11">
            <a:extLst>
              <a:ext uri="{FF2B5EF4-FFF2-40B4-BE49-F238E27FC236}">
                <a16:creationId xmlns:a16="http://schemas.microsoft.com/office/drawing/2014/main" id="{7ED1D1F8-A7FD-4FCC-956B-FD9250034944}"/>
              </a:ext>
            </a:extLst>
          </p:cNvPr>
          <p:cNvSpPr>
            <a:spLocks noChangeArrowheads="1"/>
          </p:cNvSpPr>
          <p:nvPr/>
        </p:nvSpPr>
        <p:spPr bwMode="auto">
          <a:xfrm>
            <a:off x="704850" y="188913"/>
            <a:ext cx="8582025" cy="503237"/>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kumimoji="0" lang="en-US" altLang="ko-KR" sz="2800" b="1" dirty="0">
                <a:solidFill>
                  <a:schemeClr val="bg1"/>
                </a:solidFill>
                <a:effectLst>
                  <a:outerShdw blurRad="38100" dist="38100" dir="2700000" algn="tl">
                    <a:srgbClr val="000000"/>
                  </a:outerShdw>
                </a:effectLst>
                <a:latin typeface="Times New Roman" panose="02020603050405020304" pitchFamily="18" charset="0"/>
                <a:ea typeface="돋움" pitchFamily="50" charset="-127"/>
                <a:cs typeface="Times New Roman" panose="02020603050405020304" pitchFamily="18" charset="0"/>
              </a:rPr>
              <a:t>Go-Back-N ARQ</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ext Box 4">
            <a:extLst>
              <a:ext uri="{FF2B5EF4-FFF2-40B4-BE49-F238E27FC236}">
                <a16:creationId xmlns:a16="http://schemas.microsoft.com/office/drawing/2014/main" id="{86931FD4-4700-43D4-BBC4-671900FA43FF}"/>
              </a:ext>
            </a:extLst>
          </p:cNvPr>
          <p:cNvSpPr txBox="1">
            <a:spLocks noChangeArrowheads="1"/>
          </p:cNvSpPr>
          <p:nvPr/>
        </p:nvSpPr>
        <p:spPr bwMode="auto">
          <a:xfrm>
            <a:off x="415925" y="981075"/>
            <a:ext cx="5308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2400" b="1">
                <a:solidFill>
                  <a:schemeClr val="folHlink"/>
                </a:solidFill>
                <a:latin typeface="Times New Roman" panose="02020603050405020304" pitchFamily="18" charset="0"/>
                <a:ea typeface="굴림" panose="020B0600000101010101" pitchFamily="34" charset="-127"/>
              </a:rPr>
              <a:t>Figure 11.16  </a:t>
            </a:r>
            <a:r>
              <a:rPr kumimoji="0" lang="en-US" altLang="ko-KR" sz="2000" b="1" i="1">
                <a:latin typeface="Times New Roman" panose="02020603050405020304" pitchFamily="18" charset="0"/>
                <a:ea typeface="굴림" panose="020B0600000101010101" pitchFamily="34" charset="-127"/>
              </a:rPr>
              <a:t>Flow diagram for Example 11.6</a:t>
            </a:r>
          </a:p>
        </p:txBody>
      </p:sp>
      <p:pic>
        <p:nvPicPr>
          <p:cNvPr id="83971" name="Picture 6">
            <a:extLst>
              <a:ext uri="{FF2B5EF4-FFF2-40B4-BE49-F238E27FC236}">
                <a16:creationId xmlns:a16="http://schemas.microsoft.com/office/drawing/2014/main" id="{EE1673A6-6053-45D0-B488-488830ED77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6650" y="1484313"/>
            <a:ext cx="7813675" cy="5213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9367" name="Rectangle 7">
            <a:extLst>
              <a:ext uri="{FF2B5EF4-FFF2-40B4-BE49-F238E27FC236}">
                <a16:creationId xmlns:a16="http://schemas.microsoft.com/office/drawing/2014/main" id="{4E7DDDA8-6EAF-476C-AB16-D09F4C7986E0}"/>
              </a:ext>
            </a:extLst>
          </p:cNvPr>
          <p:cNvSpPr>
            <a:spLocks noChangeArrowheads="1"/>
          </p:cNvSpPr>
          <p:nvPr/>
        </p:nvSpPr>
        <p:spPr bwMode="auto">
          <a:xfrm>
            <a:off x="722313" y="258763"/>
            <a:ext cx="8582025" cy="503237"/>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kumimoji="0" lang="en-US" altLang="ko-KR" sz="2800" b="1" dirty="0">
                <a:solidFill>
                  <a:schemeClr val="bg1"/>
                </a:solidFill>
                <a:effectLst>
                  <a:outerShdw blurRad="38100" dist="38100" dir="2700000" algn="tl">
                    <a:srgbClr val="000000"/>
                  </a:outerShdw>
                </a:effectLst>
                <a:latin typeface="Times New Roman" panose="02020603050405020304" pitchFamily="18" charset="0"/>
                <a:ea typeface="돋움" pitchFamily="50" charset="-127"/>
                <a:cs typeface="Times New Roman" panose="02020603050405020304" pitchFamily="18" charset="0"/>
              </a:rPr>
              <a:t>Go-Back-N ARQ</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9">
            <a:extLst>
              <a:ext uri="{FF2B5EF4-FFF2-40B4-BE49-F238E27FC236}">
                <a16:creationId xmlns:a16="http://schemas.microsoft.com/office/drawing/2014/main" id="{3295E372-A25C-4708-A4CC-D44354E98BEC}"/>
              </a:ext>
            </a:extLst>
          </p:cNvPr>
          <p:cNvSpPr>
            <a:spLocks noChangeArrowheads="1"/>
          </p:cNvSpPr>
          <p:nvPr/>
        </p:nvSpPr>
        <p:spPr bwMode="auto">
          <a:xfrm>
            <a:off x="273050" y="1412875"/>
            <a:ext cx="9410700" cy="440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pPr algn="just"/>
            <a:r>
              <a:rPr kumimoji="0" lang="en-US" altLang="ko-KR" sz="2000" b="1" dirty="0">
                <a:latin typeface="Times New Roman" panose="02020603050405020304" pitchFamily="18" charset="0"/>
                <a:ea typeface="굴림" panose="020B0600000101010101" pitchFamily="34" charset="-127"/>
                <a:cs typeface="Times New Roman" panose="02020603050405020304" pitchFamily="18" charset="0"/>
              </a:rPr>
              <a:t>Figure 11.17 shows what happens when a frame is lost. Frames 0, 1, 2, and 3 are sent. However, frame 1 is lost. The receiver receives frames 2 and 3, but they are discarded because they are received out of order. The sender receives no acknowledgment about frames 1, 2, or 3. Its timer finally expires. The sender sends all outstanding frames (1, 2, and 3) because it does not know what is wrong. Note that the resending of frames 1, 2, and 3 is the response to one single event. When the sender is responding to this event, it cannot accept the triggering of other events. This means that when ACK 2 arrives, the sender is still busy with sending frame 3. </a:t>
            </a:r>
          </a:p>
          <a:p>
            <a:pPr algn="just"/>
            <a:r>
              <a:rPr kumimoji="0" lang="en-US" altLang="ko-KR" sz="2000" b="1" dirty="0">
                <a:latin typeface="Times New Roman" panose="02020603050405020304" pitchFamily="18" charset="0"/>
                <a:cs typeface="Times New Roman" panose="02020603050405020304" pitchFamily="18" charset="0"/>
              </a:rPr>
              <a:t>The physical layer must wait until this event is completed and the data link layer goes back to its sleeping state. We have shown a vertical line to indicate the delay. It is the same story with ACK 3; but when ACK 3 arrives, the sender is busy responding to ACK 2. It happens again when ACK 4 arrives. Note that before the second timer expires, all outstanding frames have been sent and the timer is stopped.</a:t>
            </a:r>
          </a:p>
          <a:p>
            <a:pPr algn="just"/>
            <a:endParaRPr kumimoji="0" lang="en-US" altLang="ko-KR" sz="2000" b="1" dirty="0">
              <a:latin typeface="Times New Roman" panose="02020603050405020304" pitchFamily="18" charset="0"/>
              <a:ea typeface="굴림" panose="020B0600000101010101" pitchFamily="34" charset="-127"/>
              <a:cs typeface="Times New Roman" panose="02020603050405020304" pitchFamily="18" charset="0"/>
            </a:endParaRPr>
          </a:p>
        </p:txBody>
      </p:sp>
      <p:sp>
        <p:nvSpPr>
          <p:cNvPr id="86019" name="Text Box 10">
            <a:extLst>
              <a:ext uri="{FF2B5EF4-FFF2-40B4-BE49-F238E27FC236}">
                <a16:creationId xmlns:a16="http://schemas.microsoft.com/office/drawing/2014/main" id="{82E36986-096A-4590-985D-F1943EEF0BA3}"/>
              </a:ext>
            </a:extLst>
          </p:cNvPr>
          <p:cNvSpPr txBox="1">
            <a:spLocks noChangeArrowheads="1"/>
          </p:cNvSpPr>
          <p:nvPr/>
        </p:nvSpPr>
        <p:spPr bwMode="auto">
          <a:xfrm>
            <a:off x="273050" y="836613"/>
            <a:ext cx="24876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3200" b="1" i="1">
                <a:solidFill>
                  <a:schemeClr val="hlink"/>
                </a:solidFill>
                <a:latin typeface="Times New Roman" panose="02020603050405020304" pitchFamily="18" charset="0"/>
                <a:ea typeface="굴림" panose="020B0600000101010101" pitchFamily="34" charset="-127"/>
              </a:rPr>
              <a:t>Example 11.7</a:t>
            </a:r>
          </a:p>
        </p:txBody>
      </p:sp>
      <p:sp>
        <p:nvSpPr>
          <p:cNvPr id="1041419" name="Rectangle 11">
            <a:extLst>
              <a:ext uri="{FF2B5EF4-FFF2-40B4-BE49-F238E27FC236}">
                <a16:creationId xmlns:a16="http://schemas.microsoft.com/office/drawing/2014/main" id="{2AC6026F-7CE5-4212-B3D9-C1A68381B32E}"/>
              </a:ext>
            </a:extLst>
          </p:cNvPr>
          <p:cNvSpPr>
            <a:spLocks noChangeArrowheads="1"/>
          </p:cNvSpPr>
          <p:nvPr/>
        </p:nvSpPr>
        <p:spPr bwMode="auto">
          <a:xfrm>
            <a:off x="722313" y="258763"/>
            <a:ext cx="8582025" cy="503237"/>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kumimoji="0" lang="en-US" altLang="ko-KR" sz="2800" b="1" dirty="0">
                <a:solidFill>
                  <a:schemeClr val="bg1"/>
                </a:solidFill>
                <a:effectLst>
                  <a:outerShdw blurRad="38100" dist="38100" dir="2700000" algn="tl">
                    <a:srgbClr val="000000"/>
                  </a:outerShdw>
                </a:effectLst>
                <a:latin typeface="Times New Roman" panose="02020603050405020304" pitchFamily="18" charset="0"/>
                <a:ea typeface="돋움" pitchFamily="50" charset="-127"/>
                <a:cs typeface="Times New Roman" panose="02020603050405020304" pitchFamily="18" charset="0"/>
              </a:rPr>
              <a:t>Go-Back-N ARQ</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ext Box 4">
            <a:extLst>
              <a:ext uri="{FF2B5EF4-FFF2-40B4-BE49-F238E27FC236}">
                <a16:creationId xmlns:a16="http://schemas.microsoft.com/office/drawing/2014/main" id="{FC975D9A-FB85-41C3-9F28-DD11FF7B7300}"/>
              </a:ext>
            </a:extLst>
          </p:cNvPr>
          <p:cNvSpPr txBox="1">
            <a:spLocks noChangeArrowheads="1"/>
          </p:cNvSpPr>
          <p:nvPr/>
        </p:nvSpPr>
        <p:spPr bwMode="auto">
          <a:xfrm>
            <a:off x="200025" y="765175"/>
            <a:ext cx="625536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2400" b="1" dirty="0">
                <a:solidFill>
                  <a:schemeClr val="folHlink"/>
                </a:solidFill>
                <a:latin typeface="Times New Roman" panose="02020603050405020304" pitchFamily="18" charset="0"/>
                <a:ea typeface="굴림" panose="020B0600000101010101" pitchFamily="34" charset="-127"/>
              </a:rPr>
              <a:t>Figure 11.17  </a:t>
            </a:r>
            <a:r>
              <a:rPr kumimoji="0" lang="en-US" altLang="ko-KR" sz="2000" b="1" i="1" dirty="0">
                <a:latin typeface="Times New Roman" panose="02020603050405020304" pitchFamily="18" charset="0"/>
                <a:ea typeface="굴림" panose="020B0600000101010101" pitchFamily="34" charset="-127"/>
              </a:rPr>
              <a:t>Flow diagram for Example 11.7 (4</a:t>
            </a:r>
            <a:r>
              <a:rPr kumimoji="0" lang="en-US" altLang="ko-KR" sz="2000" b="1" i="1" baseline="30000" dirty="0">
                <a:latin typeface="Times New Roman" panose="02020603050405020304" pitchFamily="18" charset="0"/>
                <a:ea typeface="굴림" panose="020B0600000101010101" pitchFamily="34" charset="-127"/>
              </a:rPr>
              <a:t>th</a:t>
            </a:r>
            <a:r>
              <a:rPr kumimoji="0" lang="en-US" altLang="ko-KR" sz="2000" b="1" i="1" dirty="0">
                <a:latin typeface="Times New Roman" panose="02020603050405020304" pitchFamily="18" charset="0"/>
                <a:ea typeface="굴림" panose="020B0600000101010101" pitchFamily="34" charset="-127"/>
              </a:rPr>
              <a:t> Ed.)</a:t>
            </a:r>
          </a:p>
        </p:txBody>
      </p:sp>
      <p:pic>
        <p:nvPicPr>
          <p:cNvPr id="88067" name="Picture 6">
            <a:extLst>
              <a:ext uri="{FF2B5EF4-FFF2-40B4-BE49-F238E27FC236}">
                <a16:creationId xmlns:a16="http://schemas.microsoft.com/office/drawing/2014/main" id="{C0862B6C-24DA-43E2-AEE7-64BE48BAC7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0613" y="1125538"/>
            <a:ext cx="6189662"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5512" name="Rectangle 8">
            <a:extLst>
              <a:ext uri="{FF2B5EF4-FFF2-40B4-BE49-F238E27FC236}">
                <a16:creationId xmlns:a16="http://schemas.microsoft.com/office/drawing/2014/main" id="{5ECAB5FF-3913-4F5D-A42D-4E7A9EC41EA5}"/>
              </a:ext>
            </a:extLst>
          </p:cNvPr>
          <p:cNvSpPr>
            <a:spLocks noChangeArrowheads="1"/>
          </p:cNvSpPr>
          <p:nvPr/>
        </p:nvSpPr>
        <p:spPr bwMode="auto">
          <a:xfrm>
            <a:off x="722313" y="258763"/>
            <a:ext cx="8582025" cy="503237"/>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kumimoji="0" lang="en-US" altLang="ko-KR" sz="2800" b="1" dirty="0">
                <a:solidFill>
                  <a:schemeClr val="bg1"/>
                </a:solidFill>
                <a:effectLst>
                  <a:outerShdw blurRad="38100" dist="38100" dir="2700000" algn="tl">
                    <a:srgbClr val="000000"/>
                  </a:outerShdw>
                </a:effectLst>
                <a:latin typeface="Times New Roman" panose="02020603050405020304" pitchFamily="18" charset="0"/>
                <a:ea typeface="돋움" pitchFamily="50" charset="-127"/>
                <a:cs typeface="Times New Roman" panose="02020603050405020304" pitchFamily="18" charset="0"/>
              </a:rPr>
              <a:t>Go-Back-N ARQ</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Line 9">
            <a:extLst>
              <a:ext uri="{FF2B5EF4-FFF2-40B4-BE49-F238E27FC236}">
                <a16:creationId xmlns:a16="http://schemas.microsoft.com/office/drawing/2014/main" id="{2A5CB952-5776-419D-BF06-4EE500D733C3}"/>
              </a:ext>
            </a:extLst>
          </p:cNvPr>
          <p:cNvSpPr>
            <a:spLocks noChangeShapeType="1"/>
          </p:cNvSpPr>
          <p:nvPr/>
        </p:nvSpPr>
        <p:spPr bwMode="auto">
          <a:xfrm>
            <a:off x="495300" y="2667000"/>
            <a:ext cx="883285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0115" name="Line 10">
            <a:extLst>
              <a:ext uri="{FF2B5EF4-FFF2-40B4-BE49-F238E27FC236}">
                <a16:creationId xmlns:a16="http://schemas.microsoft.com/office/drawing/2014/main" id="{4AA889AA-514F-4A47-8A11-201C19A44B0D}"/>
              </a:ext>
            </a:extLst>
          </p:cNvPr>
          <p:cNvSpPr>
            <a:spLocks noChangeShapeType="1"/>
          </p:cNvSpPr>
          <p:nvPr/>
        </p:nvSpPr>
        <p:spPr bwMode="auto">
          <a:xfrm>
            <a:off x="496888" y="4419600"/>
            <a:ext cx="883285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0116" name="Rectangle 11">
            <a:extLst>
              <a:ext uri="{FF2B5EF4-FFF2-40B4-BE49-F238E27FC236}">
                <a16:creationId xmlns:a16="http://schemas.microsoft.com/office/drawing/2014/main" id="{E2D857EC-BE57-4124-9BA0-89B8054768FC}"/>
              </a:ext>
            </a:extLst>
          </p:cNvPr>
          <p:cNvSpPr>
            <a:spLocks noChangeArrowheads="1"/>
          </p:cNvSpPr>
          <p:nvPr/>
        </p:nvSpPr>
        <p:spPr bwMode="auto">
          <a:xfrm>
            <a:off x="536575" y="2759075"/>
            <a:ext cx="8750300" cy="1569660"/>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pPr algn="ctr"/>
            <a:r>
              <a:rPr kumimoji="0" lang="en-US" altLang="ko-KR" sz="3200" b="1" dirty="0">
                <a:latin typeface="Times New Roman" panose="02020603050405020304" pitchFamily="18" charset="0"/>
                <a:ea typeface="굴림" panose="020B0600000101010101" pitchFamily="34" charset="-127"/>
                <a:cs typeface="Times New Roman" panose="02020603050405020304" pitchFamily="18" charset="0"/>
              </a:rPr>
              <a:t>Stop-and-Wait ARQ is a special case of </a:t>
            </a:r>
          </a:p>
          <a:p>
            <a:pPr algn="ctr"/>
            <a:r>
              <a:rPr kumimoji="0" lang="en-US" altLang="ko-KR" sz="3200" b="1" dirty="0">
                <a:latin typeface="Times New Roman" panose="02020603050405020304" pitchFamily="18" charset="0"/>
                <a:ea typeface="굴림" panose="020B0600000101010101" pitchFamily="34" charset="-127"/>
                <a:cs typeface="Times New Roman" panose="02020603050405020304" pitchFamily="18" charset="0"/>
              </a:rPr>
              <a:t>Go-Back-N ARQ in which the size of the send window is 1.</a:t>
            </a:r>
          </a:p>
        </p:txBody>
      </p:sp>
      <p:grpSp>
        <p:nvGrpSpPr>
          <p:cNvPr id="90117" name="Group 12">
            <a:extLst>
              <a:ext uri="{FF2B5EF4-FFF2-40B4-BE49-F238E27FC236}">
                <a16:creationId xmlns:a16="http://schemas.microsoft.com/office/drawing/2014/main" id="{42CA91BA-9B5D-4671-89C2-3F09D84D24F6}"/>
              </a:ext>
            </a:extLst>
          </p:cNvPr>
          <p:cNvGrpSpPr>
            <a:grpSpLocks/>
          </p:cNvGrpSpPr>
          <p:nvPr/>
        </p:nvGrpSpPr>
        <p:grpSpPr bwMode="auto">
          <a:xfrm>
            <a:off x="495300" y="1981200"/>
            <a:ext cx="1238250" cy="566738"/>
            <a:chOff x="1200" y="1248"/>
            <a:chExt cx="720" cy="357"/>
          </a:xfrm>
        </p:grpSpPr>
        <p:pic>
          <p:nvPicPr>
            <p:cNvPr id="90119" name="Picture 13">
              <a:extLst>
                <a:ext uri="{FF2B5EF4-FFF2-40B4-BE49-F238E27FC236}">
                  <a16:creationId xmlns:a16="http://schemas.microsoft.com/office/drawing/2014/main" id="{291E6D8E-E2CA-429C-A771-9B226045AF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20" name="Text Box 14">
              <a:extLst>
                <a:ext uri="{FF2B5EF4-FFF2-40B4-BE49-F238E27FC236}">
                  <a16:creationId xmlns:a16="http://schemas.microsoft.com/office/drawing/2014/main" id="{BD9167AE-5D15-4457-B05F-D2E7EFC5E5BB}"/>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2800" b="1" i="1">
                  <a:solidFill>
                    <a:schemeClr val="hlink"/>
                  </a:solidFill>
                  <a:latin typeface="Times New Roman" panose="02020603050405020304" pitchFamily="18" charset="0"/>
                  <a:ea typeface="굴림" panose="020B0600000101010101" pitchFamily="34" charset="-127"/>
                </a:rPr>
                <a:t>Note</a:t>
              </a:r>
            </a:p>
          </p:txBody>
        </p:sp>
      </p:grpSp>
      <p:sp>
        <p:nvSpPr>
          <p:cNvPr id="926735" name="Rectangle 15">
            <a:extLst>
              <a:ext uri="{FF2B5EF4-FFF2-40B4-BE49-F238E27FC236}">
                <a16:creationId xmlns:a16="http://schemas.microsoft.com/office/drawing/2014/main" id="{03F68A91-E8DE-4AD0-81E9-2D70226C4929}"/>
              </a:ext>
            </a:extLst>
          </p:cNvPr>
          <p:cNvSpPr>
            <a:spLocks noChangeArrowheads="1"/>
          </p:cNvSpPr>
          <p:nvPr/>
        </p:nvSpPr>
        <p:spPr bwMode="auto">
          <a:xfrm>
            <a:off x="722313" y="258763"/>
            <a:ext cx="8582025" cy="503237"/>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kumimoji="0" lang="en-US" altLang="ko-KR" sz="2800" b="1" dirty="0">
                <a:solidFill>
                  <a:schemeClr val="bg1"/>
                </a:solidFill>
                <a:effectLst>
                  <a:outerShdw blurRad="38100" dist="38100" dir="2700000" algn="tl">
                    <a:srgbClr val="000000"/>
                  </a:outerShdw>
                </a:effectLst>
                <a:latin typeface="Times New Roman" panose="02020603050405020304" pitchFamily="18" charset="0"/>
                <a:ea typeface="돋움" pitchFamily="50" charset="-127"/>
                <a:cs typeface="Times New Roman" panose="02020603050405020304" pitchFamily="18" charset="0"/>
              </a:rPr>
              <a:t>Go-Back-N ARQ</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5890" name="Rectangle 2">
            <a:extLst>
              <a:ext uri="{FF2B5EF4-FFF2-40B4-BE49-F238E27FC236}">
                <a16:creationId xmlns:a16="http://schemas.microsoft.com/office/drawing/2014/main" id="{BE6674E8-6F38-4729-8221-FB0033F3957E}"/>
              </a:ext>
            </a:extLst>
          </p:cNvPr>
          <p:cNvSpPr>
            <a:spLocks noGrp="1" noChangeArrowheads="1"/>
          </p:cNvSpPr>
          <p:nvPr>
            <p:ph type="title"/>
          </p:nvPr>
        </p:nvSpPr>
        <p:spPr/>
        <p:txBody>
          <a:bodyPr/>
          <a:lstStyle/>
          <a:p>
            <a:pPr>
              <a:defRPr/>
            </a:pPr>
            <a:r>
              <a:rPr kumimoji="0" lang="en-US" altLang="ko-KR"/>
              <a:t>Selective-Repeat ARQ</a:t>
            </a:r>
          </a:p>
        </p:txBody>
      </p:sp>
      <p:sp>
        <p:nvSpPr>
          <p:cNvPr id="92163" name="Rectangle 3">
            <a:extLst>
              <a:ext uri="{FF2B5EF4-FFF2-40B4-BE49-F238E27FC236}">
                <a16:creationId xmlns:a16="http://schemas.microsoft.com/office/drawing/2014/main" id="{6D1C2FF5-B054-4567-A9FA-65290F15340B}"/>
              </a:ext>
            </a:extLst>
          </p:cNvPr>
          <p:cNvSpPr>
            <a:spLocks noGrp="1" noChangeArrowheads="1"/>
          </p:cNvSpPr>
          <p:nvPr>
            <p:ph type="body" idx="1"/>
          </p:nvPr>
        </p:nvSpPr>
        <p:spPr/>
        <p:txBody>
          <a:bodyPr/>
          <a:lstStyle/>
          <a:p>
            <a:r>
              <a:rPr lang="en-US" altLang="ko-KR"/>
              <a:t> Go-Back-N ARQ is very inefficient for a noisy link</a:t>
            </a:r>
          </a:p>
          <a:p>
            <a:r>
              <a:rPr lang="en-US" altLang="ko-KR"/>
              <a:t>For noisy links, Selective Repeat ARQ does not resend N frames when just one frame is damaged; only the damaged frame is resent.</a:t>
            </a:r>
            <a:endParaRPr lang="en-US" altLang="ko-KR">
              <a:cs typeface="Arial" panose="020B0604020202020204" pitchFamily="34" charset="0"/>
            </a:endParaRPr>
          </a:p>
          <a:p>
            <a:r>
              <a:rPr lang="en-US" altLang="ko-KR"/>
              <a:t>It is more efficient for noisy links, but the processing at the receiver is more complex. </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5106" name="Rectangle 2">
            <a:extLst>
              <a:ext uri="{FF2B5EF4-FFF2-40B4-BE49-F238E27FC236}">
                <a16:creationId xmlns:a16="http://schemas.microsoft.com/office/drawing/2014/main" id="{5DF5682F-891F-4DB4-9878-F7E0DBB69229}"/>
              </a:ext>
            </a:extLst>
          </p:cNvPr>
          <p:cNvSpPr>
            <a:spLocks noGrp="1" noChangeArrowheads="1"/>
          </p:cNvSpPr>
          <p:nvPr>
            <p:ph type="title"/>
          </p:nvPr>
        </p:nvSpPr>
        <p:spPr/>
        <p:txBody>
          <a:bodyPr/>
          <a:lstStyle/>
          <a:p>
            <a:pPr>
              <a:defRPr/>
            </a:pPr>
            <a:r>
              <a:rPr kumimoji="0" lang="en-US" altLang="ko-KR"/>
              <a:t>Selective-Repeat ARQ</a:t>
            </a:r>
          </a:p>
        </p:txBody>
      </p:sp>
      <p:sp>
        <p:nvSpPr>
          <p:cNvPr id="93187" name="Rectangle 3">
            <a:extLst>
              <a:ext uri="{FF2B5EF4-FFF2-40B4-BE49-F238E27FC236}">
                <a16:creationId xmlns:a16="http://schemas.microsoft.com/office/drawing/2014/main" id="{8375AEC2-E5B1-42CF-B35C-97B2F68A3FAC}"/>
              </a:ext>
            </a:extLst>
          </p:cNvPr>
          <p:cNvSpPr>
            <a:spLocks noGrp="1" noChangeArrowheads="1"/>
          </p:cNvSpPr>
          <p:nvPr>
            <p:ph type="body" idx="1"/>
          </p:nvPr>
        </p:nvSpPr>
        <p:spPr/>
        <p:txBody>
          <a:bodyPr/>
          <a:lstStyle/>
          <a:p>
            <a:r>
              <a:rPr lang="en-US" altLang="ko-KR" sz="2000" dirty="0">
                <a:solidFill>
                  <a:srgbClr val="000000"/>
                </a:solidFill>
              </a:rPr>
              <a:t>The selective Repeat Protocol also uses two windows; </a:t>
            </a:r>
          </a:p>
          <a:p>
            <a:pPr lvl="1">
              <a:lnSpc>
                <a:spcPct val="120000"/>
              </a:lnSpc>
            </a:pPr>
            <a:r>
              <a:rPr lang="en-US" altLang="ko-KR" sz="2000" dirty="0">
                <a:solidFill>
                  <a:srgbClr val="000000"/>
                </a:solidFill>
              </a:rPr>
              <a:t>A send window and receive window.</a:t>
            </a:r>
          </a:p>
          <a:p>
            <a:pPr lvl="1">
              <a:lnSpc>
                <a:spcPct val="120000"/>
              </a:lnSpc>
            </a:pPr>
            <a:r>
              <a:rPr lang="en-US" altLang="ko-KR" sz="2000" dirty="0">
                <a:solidFill>
                  <a:srgbClr val="000000"/>
                </a:solidFill>
              </a:rPr>
              <a:t>The size of send and receive window are the same and much smaller; it is 2</a:t>
            </a:r>
            <a:r>
              <a:rPr lang="en-US" altLang="ko-KR" sz="2000" baseline="30000" dirty="0">
                <a:solidFill>
                  <a:srgbClr val="000000"/>
                </a:solidFill>
              </a:rPr>
              <a:t>m-1</a:t>
            </a:r>
          </a:p>
          <a:p>
            <a:pPr lvl="1">
              <a:lnSpc>
                <a:spcPct val="120000"/>
              </a:lnSpc>
            </a:pPr>
            <a:r>
              <a:rPr lang="en-US" altLang="ko-KR" sz="2000" dirty="0">
                <a:solidFill>
                  <a:srgbClr val="000000"/>
                </a:solidFill>
              </a:rPr>
              <a:t>The Selective Repeat Protocol allows as many frames as the size of the receive window to arrive out of order and be kept until there is a set of in-order frames to be delivered to the network layer.</a:t>
            </a:r>
          </a:p>
          <a:p>
            <a:pPr lvl="1">
              <a:lnSpc>
                <a:spcPct val="120000"/>
              </a:lnSpc>
            </a:pPr>
            <a:r>
              <a:rPr lang="en-US" altLang="ko-KR" sz="2000" dirty="0">
                <a:solidFill>
                  <a:srgbClr val="000000"/>
                </a:solidFill>
              </a:rPr>
              <a:t>NAK; negative acknowledgement</a:t>
            </a:r>
          </a:p>
          <a:p>
            <a:pPr lvl="2">
              <a:lnSpc>
                <a:spcPct val="120000"/>
              </a:lnSpc>
            </a:pPr>
            <a:r>
              <a:rPr lang="en-US" altLang="ko-KR" sz="1800" dirty="0">
                <a:solidFill>
                  <a:srgbClr val="000000"/>
                </a:solidFill>
              </a:rPr>
              <a:t>If a valid NAK frame arrives, a sender resends the </a:t>
            </a:r>
            <a:r>
              <a:rPr lang="en-US" altLang="ko-KR" sz="1800" dirty="0" err="1">
                <a:solidFill>
                  <a:srgbClr val="000000"/>
                </a:solidFill>
              </a:rPr>
              <a:t>corrresponding</a:t>
            </a:r>
            <a:r>
              <a:rPr lang="en-US" altLang="ko-KR" sz="1800" dirty="0">
                <a:solidFill>
                  <a:srgbClr val="000000"/>
                </a:solidFill>
              </a:rPr>
              <a:t> frame</a:t>
            </a:r>
            <a:endParaRPr lang="en-US" altLang="ko-KR"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ext Box 4">
            <a:extLst>
              <a:ext uri="{FF2B5EF4-FFF2-40B4-BE49-F238E27FC236}">
                <a16:creationId xmlns:a16="http://schemas.microsoft.com/office/drawing/2014/main" id="{77BB747A-58D9-4C3E-B044-D3FBE38A569A}"/>
              </a:ext>
            </a:extLst>
          </p:cNvPr>
          <p:cNvSpPr txBox="1">
            <a:spLocks noChangeArrowheads="1"/>
          </p:cNvSpPr>
          <p:nvPr/>
        </p:nvSpPr>
        <p:spPr bwMode="auto">
          <a:xfrm>
            <a:off x="273050" y="1196975"/>
            <a:ext cx="6072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2400" b="1">
                <a:solidFill>
                  <a:schemeClr val="folHlink"/>
                </a:solidFill>
                <a:latin typeface="Times New Roman" panose="02020603050405020304" pitchFamily="18" charset="0"/>
                <a:ea typeface="굴림" panose="020B0600000101010101" pitchFamily="34" charset="-127"/>
              </a:rPr>
              <a:t>Figure 11.18  </a:t>
            </a:r>
            <a:r>
              <a:rPr kumimoji="0" lang="en-US" altLang="ko-KR" sz="2000" b="1" i="1">
                <a:latin typeface="Times New Roman" panose="02020603050405020304" pitchFamily="18" charset="0"/>
                <a:ea typeface="굴림" panose="020B0600000101010101" pitchFamily="34" charset="-127"/>
              </a:rPr>
              <a:t>Send window for Selective Repeat ARQ</a:t>
            </a:r>
          </a:p>
        </p:txBody>
      </p:sp>
      <p:pic>
        <p:nvPicPr>
          <p:cNvPr id="94211" name="Picture 6">
            <a:extLst>
              <a:ext uri="{FF2B5EF4-FFF2-40B4-BE49-F238E27FC236}">
                <a16:creationId xmlns:a16="http://schemas.microsoft.com/office/drawing/2014/main" id="{EC366DEE-13F1-473C-8F8A-37E5AFA92A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 y="2489200"/>
            <a:ext cx="9150350" cy="223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0823" name="Rectangle 7">
            <a:extLst>
              <a:ext uri="{FF2B5EF4-FFF2-40B4-BE49-F238E27FC236}">
                <a16:creationId xmlns:a16="http://schemas.microsoft.com/office/drawing/2014/main" id="{355A33A0-2230-4182-8569-A25D20AF3ECA}"/>
              </a:ext>
            </a:extLst>
          </p:cNvPr>
          <p:cNvSpPr>
            <a:spLocks noChangeArrowheads="1"/>
          </p:cNvSpPr>
          <p:nvPr/>
        </p:nvSpPr>
        <p:spPr bwMode="auto">
          <a:xfrm>
            <a:off x="722313" y="258763"/>
            <a:ext cx="8582025" cy="503237"/>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kumimoji="0" lang="en-US" altLang="ko-KR" sz="2800" b="1" dirty="0">
                <a:solidFill>
                  <a:schemeClr val="bg1"/>
                </a:solidFill>
                <a:effectLst>
                  <a:outerShdw blurRad="38100" dist="38100" dir="2700000" algn="tl">
                    <a:srgbClr val="000000"/>
                  </a:outerShdw>
                </a:effectLst>
                <a:latin typeface="Times New Roman" panose="02020603050405020304" pitchFamily="18" charset="0"/>
                <a:ea typeface="돋움" pitchFamily="50" charset="-127"/>
                <a:cs typeface="Times New Roman" panose="02020603050405020304" pitchFamily="18" charset="0"/>
              </a:rPr>
              <a:t>Selective-Repeat ARQ</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ext Box 4">
            <a:extLst>
              <a:ext uri="{FF2B5EF4-FFF2-40B4-BE49-F238E27FC236}">
                <a16:creationId xmlns:a16="http://schemas.microsoft.com/office/drawing/2014/main" id="{DF16DF88-A125-4EB5-B01A-6C327689872C}"/>
              </a:ext>
            </a:extLst>
          </p:cNvPr>
          <p:cNvSpPr txBox="1">
            <a:spLocks noChangeArrowheads="1"/>
          </p:cNvSpPr>
          <p:nvPr/>
        </p:nvSpPr>
        <p:spPr bwMode="auto">
          <a:xfrm>
            <a:off x="344488" y="1125538"/>
            <a:ext cx="63531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2400" b="1">
                <a:solidFill>
                  <a:schemeClr val="folHlink"/>
                </a:solidFill>
                <a:latin typeface="Times New Roman" panose="02020603050405020304" pitchFamily="18" charset="0"/>
                <a:ea typeface="굴림" panose="020B0600000101010101" pitchFamily="34" charset="-127"/>
              </a:rPr>
              <a:t>Figure 11.19  </a:t>
            </a:r>
            <a:r>
              <a:rPr kumimoji="0" lang="en-US" altLang="ko-KR" sz="2000" b="1" i="1">
                <a:latin typeface="Times New Roman" panose="02020603050405020304" pitchFamily="18" charset="0"/>
                <a:ea typeface="굴림" panose="020B0600000101010101" pitchFamily="34" charset="-127"/>
              </a:rPr>
              <a:t>Receive window for Selective Repeat ARQ</a:t>
            </a:r>
          </a:p>
        </p:txBody>
      </p:sp>
      <p:pic>
        <p:nvPicPr>
          <p:cNvPr id="96259" name="Picture 6">
            <a:extLst>
              <a:ext uri="{FF2B5EF4-FFF2-40B4-BE49-F238E27FC236}">
                <a16:creationId xmlns:a16="http://schemas.microsoft.com/office/drawing/2014/main" id="{07529B06-5B35-45D1-BA5D-20772A988E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400" y="2300288"/>
            <a:ext cx="8110538" cy="211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2871" name="Rectangle 7">
            <a:extLst>
              <a:ext uri="{FF2B5EF4-FFF2-40B4-BE49-F238E27FC236}">
                <a16:creationId xmlns:a16="http://schemas.microsoft.com/office/drawing/2014/main" id="{27F6E370-CEE8-4708-9447-660A56A6DA45}"/>
              </a:ext>
            </a:extLst>
          </p:cNvPr>
          <p:cNvSpPr>
            <a:spLocks noChangeArrowheads="1"/>
          </p:cNvSpPr>
          <p:nvPr/>
        </p:nvSpPr>
        <p:spPr bwMode="auto">
          <a:xfrm>
            <a:off x="722313" y="258763"/>
            <a:ext cx="8582025" cy="503237"/>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kumimoji="0" lang="en-US" altLang="ko-KR" sz="2800" b="1" dirty="0">
                <a:solidFill>
                  <a:schemeClr val="bg1"/>
                </a:solidFill>
                <a:effectLst>
                  <a:outerShdw blurRad="38100" dist="38100" dir="2700000" algn="tl">
                    <a:srgbClr val="000000"/>
                  </a:outerShdw>
                </a:effectLst>
                <a:latin typeface="Times New Roman" panose="02020603050405020304" pitchFamily="18" charset="0"/>
                <a:ea typeface="돋움" pitchFamily="50" charset="-127"/>
                <a:cs typeface="Times New Roman" panose="02020603050405020304" pitchFamily="18" charset="0"/>
              </a:rPr>
              <a:t>Selective-Repeat ARQ</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ext Box 4">
            <a:extLst>
              <a:ext uri="{FF2B5EF4-FFF2-40B4-BE49-F238E27FC236}">
                <a16:creationId xmlns:a16="http://schemas.microsoft.com/office/drawing/2014/main" id="{84B88748-BAD0-4A5F-ABC2-198C2A858635}"/>
              </a:ext>
            </a:extLst>
          </p:cNvPr>
          <p:cNvSpPr txBox="1">
            <a:spLocks noChangeArrowheads="1"/>
          </p:cNvSpPr>
          <p:nvPr/>
        </p:nvSpPr>
        <p:spPr bwMode="auto">
          <a:xfrm>
            <a:off x="344488" y="692150"/>
            <a:ext cx="5316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2400" b="1">
                <a:solidFill>
                  <a:schemeClr val="folHlink"/>
                </a:solidFill>
                <a:latin typeface="Times New Roman" panose="02020603050405020304" pitchFamily="18" charset="0"/>
                <a:ea typeface="굴림" panose="020B0600000101010101" pitchFamily="34" charset="-127"/>
              </a:rPr>
              <a:t>Figure 11.20  </a:t>
            </a:r>
            <a:r>
              <a:rPr kumimoji="0" lang="en-US" altLang="ko-KR" sz="2000" b="1" i="1">
                <a:latin typeface="Times New Roman" panose="02020603050405020304" pitchFamily="18" charset="0"/>
                <a:ea typeface="굴림" panose="020B0600000101010101" pitchFamily="34" charset="-127"/>
              </a:rPr>
              <a:t>Design of Selective Repeat ARQ</a:t>
            </a:r>
          </a:p>
        </p:txBody>
      </p:sp>
      <p:pic>
        <p:nvPicPr>
          <p:cNvPr id="98307" name="Picture 6">
            <a:extLst>
              <a:ext uri="{FF2B5EF4-FFF2-40B4-BE49-F238E27FC236}">
                <a16:creationId xmlns:a16="http://schemas.microsoft.com/office/drawing/2014/main" id="{10D4AF69-0E3C-4606-8A44-A561768DA7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0250" y="1125538"/>
            <a:ext cx="6713538" cy="522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4919" name="Rectangle 7">
            <a:extLst>
              <a:ext uri="{FF2B5EF4-FFF2-40B4-BE49-F238E27FC236}">
                <a16:creationId xmlns:a16="http://schemas.microsoft.com/office/drawing/2014/main" id="{E50BBDBF-E3EB-4E66-A869-F53CF473A49B}"/>
              </a:ext>
            </a:extLst>
          </p:cNvPr>
          <p:cNvSpPr>
            <a:spLocks noChangeArrowheads="1"/>
          </p:cNvSpPr>
          <p:nvPr/>
        </p:nvSpPr>
        <p:spPr bwMode="auto">
          <a:xfrm>
            <a:off x="722313" y="258763"/>
            <a:ext cx="8582025" cy="503237"/>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kumimoji="0" lang="en-US" altLang="ko-KR" sz="2800" b="1" dirty="0">
                <a:solidFill>
                  <a:schemeClr val="bg1"/>
                </a:solidFill>
                <a:effectLst>
                  <a:outerShdw blurRad="38100" dist="38100" dir="2700000" algn="tl">
                    <a:srgbClr val="000000"/>
                  </a:outerShdw>
                </a:effectLst>
                <a:latin typeface="Times New Roman" panose="02020603050405020304" pitchFamily="18" charset="0"/>
                <a:ea typeface="돋움" pitchFamily="50" charset="-127"/>
                <a:cs typeface="Times New Roman" panose="02020603050405020304" pitchFamily="18" charset="0"/>
              </a:rPr>
              <a:t>Selective-Repeat ARQ</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ext Box 4">
            <a:extLst>
              <a:ext uri="{FF2B5EF4-FFF2-40B4-BE49-F238E27FC236}">
                <a16:creationId xmlns:a16="http://schemas.microsoft.com/office/drawing/2014/main" id="{55351466-5398-4FC4-9B18-92D4DD7DD2B6}"/>
              </a:ext>
            </a:extLst>
          </p:cNvPr>
          <p:cNvSpPr txBox="1">
            <a:spLocks noChangeArrowheads="1"/>
          </p:cNvSpPr>
          <p:nvPr/>
        </p:nvSpPr>
        <p:spPr bwMode="auto">
          <a:xfrm>
            <a:off x="200025" y="620713"/>
            <a:ext cx="561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2400" b="1">
                <a:solidFill>
                  <a:schemeClr val="folHlink"/>
                </a:solidFill>
                <a:latin typeface="Times New Roman" panose="02020603050405020304" pitchFamily="18" charset="0"/>
                <a:ea typeface="굴림" panose="020B0600000101010101" pitchFamily="34" charset="-127"/>
              </a:rPr>
              <a:t>Figure 11.21  </a:t>
            </a:r>
            <a:r>
              <a:rPr kumimoji="0" lang="en-US" altLang="ko-KR" sz="2000" b="1" i="1">
                <a:latin typeface="Times New Roman" panose="02020603050405020304" pitchFamily="18" charset="0"/>
                <a:ea typeface="굴림" panose="020B0600000101010101" pitchFamily="34" charset="-127"/>
              </a:rPr>
              <a:t>Selective Repeat ARQ, window size</a:t>
            </a:r>
          </a:p>
        </p:txBody>
      </p:sp>
      <p:pic>
        <p:nvPicPr>
          <p:cNvPr id="100355" name="Picture 6">
            <a:extLst>
              <a:ext uri="{FF2B5EF4-FFF2-40B4-BE49-F238E27FC236}">
                <a16:creationId xmlns:a16="http://schemas.microsoft.com/office/drawing/2014/main" id="{83557469-E88D-4B94-9FEF-115223570A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925" y="1125538"/>
            <a:ext cx="9248775" cy="3700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56" name="Text Box 7">
            <a:extLst>
              <a:ext uri="{FF2B5EF4-FFF2-40B4-BE49-F238E27FC236}">
                <a16:creationId xmlns:a16="http://schemas.microsoft.com/office/drawing/2014/main" id="{4C82DDF5-E9E4-483E-8245-A77DF1010BB5}"/>
              </a:ext>
            </a:extLst>
          </p:cNvPr>
          <p:cNvSpPr txBox="1">
            <a:spLocks noChangeArrowheads="1"/>
          </p:cNvSpPr>
          <p:nvPr/>
        </p:nvSpPr>
        <p:spPr bwMode="auto">
          <a:xfrm>
            <a:off x="488950" y="4868863"/>
            <a:ext cx="61198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pPr>
              <a:spcBef>
                <a:spcPct val="50000"/>
              </a:spcBef>
            </a:pPr>
            <a:endParaRPr lang="ko-KR" altLang="ko-KR"/>
          </a:p>
        </p:txBody>
      </p:sp>
      <p:sp>
        <p:nvSpPr>
          <p:cNvPr id="100357" name="Rectangle 8">
            <a:extLst>
              <a:ext uri="{FF2B5EF4-FFF2-40B4-BE49-F238E27FC236}">
                <a16:creationId xmlns:a16="http://schemas.microsoft.com/office/drawing/2014/main" id="{0884BDC9-C87D-4322-AC54-D5C708EFCD6F}"/>
              </a:ext>
            </a:extLst>
          </p:cNvPr>
          <p:cNvSpPr>
            <a:spLocks noChangeArrowheads="1"/>
          </p:cNvSpPr>
          <p:nvPr/>
        </p:nvSpPr>
        <p:spPr bwMode="auto">
          <a:xfrm>
            <a:off x="704850" y="4935538"/>
            <a:ext cx="8750300" cy="1373187"/>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pPr algn="ctr"/>
            <a:r>
              <a:rPr kumimoji="0" lang="en-US" altLang="ko-KR" sz="2800" b="1" dirty="0">
                <a:latin typeface="Times New Roman" panose="02020603050405020304" pitchFamily="18" charset="0"/>
                <a:ea typeface="굴림" panose="020B0600000101010101" pitchFamily="34" charset="-127"/>
                <a:cs typeface="Times New Roman" panose="02020603050405020304" pitchFamily="18" charset="0"/>
              </a:rPr>
              <a:t>In Selective Repeat ARQ, the size of the sender and receiver window</a:t>
            </a:r>
          </a:p>
          <a:p>
            <a:pPr algn="ctr"/>
            <a:r>
              <a:rPr kumimoji="0" lang="en-US" altLang="ko-KR" sz="2800" b="1" dirty="0">
                <a:latin typeface="Times New Roman" panose="02020603050405020304" pitchFamily="18" charset="0"/>
                <a:ea typeface="굴림" panose="020B0600000101010101" pitchFamily="34" charset="-127"/>
                <a:cs typeface="Times New Roman" panose="02020603050405020304" pitchFamily="18" charset="0"/>
              </a:rPr>
              <a:t>must be at most one-half of 2</a:t>
            </a:r>
            <a:r>
              <a:rPr kumimoji="0" lang="en-US" altLang="ko-KR" sz="2800" b="1" baseline="30000" dirty="0">
                <a:latin typeface="Times New Roman" panose="02020603050405020304" pitchFamily="18" charset="0"/>
                <a:ea typeface="굴림" panose="020B0600000101010101" pitchFamily="34" charset="-127"/>
                <a:cs typeface="Times New Roman" panose="02020603050405020304" pitchFamily="18" charset="0"/>
              </a:rPr>
              <a:t>m</a:t>
            </a:r>
            <a:r>
              <a:rPr kumimoji="0" lang="en-US" altLang="ko-KR" sz="2800" b="1" dirty="0">
                <a:latin typeface="Times New Roman" panose="02020603050405020304" pitchFamily="18" charset="0"/>
                <a:ea typeface="굴림" panose="020B0600000101010101" pitchFamily="34" charset="-127"/>
                <a:cs typeface="Times New Roman" panose="02020603050405020304" pitchFamily="18" charset="0"/>
              </a:rPr>
              <a:t>.</a:t>
            </a:r>
          </a:p>
        </p:txBody>
      </p:sp>
      <p:sp>
        <p:nvSpPr>
          <p:cNvPr id="936969" name="Rectangle 9">
            <a:extLst>
              <a:ext uri="{FF2B5EF4-FFF2-40B4-BE49-F238E27FC236}">
                <a16:creationId xmlns:a16="http://schemas.microsoft.com/office/drawing/2014/main" id="{D8A35C26-C3F3-4D1B-B54A-672084A44E2E}"/>
              </a:ext>
            </a:extLst>
          </p:cNvPr>
          <p:cNvSpPr>
            <a:spLocks noChangeArrowheads="1"/>
          </p:cNvSpPr>
          <p:nvPr/>
        </p:nvSpPr>
        <p:spPr bwMode="auto">
          <a:xfrm>
            <a:off x="722313" y="115888"/>
            <a:ext cx="8582025" cy="503237"/>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kumimoji="0" lang="en-US" altLang="ko-KR" sz="2800" b="1" dirty="0">
                <a:solidFill>
                  <a:schemeClr val="bg1"/>
                </a:solidFill>
                <a:effectLst>
                  <a:outerShdw blurRad="38100" dist="38100" dir="2700000" algn="tl">
                    <a:srgbClr val="000000"/>
                  </a:outerShdw>
                </a:effectLst>
                <a:latin typeface="Times New Roman" panose="02020603050405020304" pitchFamily="18" charset="0"/>
                <a:ea typeface="돋움" pitchFamily="50" charset="-127"/>
                <a:cs typeface="Times New Roman" panose="02020603050405020304" pitchFamily="18" charset="0"/>
              </a:rPr>
              <a:t>Selective-Repeat ARQ</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Text Box 2">
            <a:extLst>
              <a:ext uri="{FF2B5EF4-FFF2-40B4-BE49-F238E27FC236}">
                <a16:creationId xmlns:a16="http://schemas.microsoft.com/office/drawing/2014/main" id="{BFAF1CE1-4D75-4D08-AD3F-9B1DA74BCED8}"/>
              </a:ext>
            </a:extLst>
          </p:cNvPr>
          <p:cNvSpPr txBox="1">
            <a:spLocks noChangeArrowheads="1"/>
          </p:cNvSpPr>
          <p:nvPr/>
        </p:nvSpPr>
        <p:spPr bwMode="auto">
          <a:xfrm>
            <a:off x="200025" y="523875"/>
            <a:ext cx="63198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2400" b="1">
                <a:solidFill>
                  <a:schemeClr val="hlink"/>
                </a:solidFill>
                <a:latin typeface="Times New Roman" panose="02020603050405020304" pitchFamily="18" charset="0"/>
                <a:ea typeface="굴림" panose="020B0600000101010101" pitchFamily="34" charset="-127"/>
              </a:rPr>
              <a:t>Algorithm 11.9</a:t>
            </a:r>
            <a:r>
              <a:rPr kumimoji="0" lang="en-US" altLang="ko-KR" sz="2400" b="1">
                <a:solidFill>
                  <a:schemeClr val="folHlink"/>
                </a:solidFill>
                <a:latin typeface="Times New Roman" panose="02020603050405020304" pitchFamily="18" charset="0"/>
                <a:ea typeface="굴림" panose="020B0600000101010101" pitchFamily="34" charset="-127"/>
              </a:rPr>
              <a:t>  </a:t>
            </a:r>
            <a:r>
              <a:rPr kumimoji="0" lang="en-US" altLang="ko-KR" sz="2000" b="1" i="1">
                <a:solidFill>
                  <a:schemeClr val="bg1"/>
                </a:solidFill>
                <a:latin typeface="Times New Roman" panose="02020603050405020304" pitchFamily="18" charset="0"/>
                <a:ea typeface="굴림" panose="020B0600000101010101" pitchFamily="34" charset="-127"/>
              </a:rPr>
              <a:t>Sender-site Selective Repeat algorithm</a:t>
            </a:r>
          </a:p>
        </p:txBody>
      </p:sp>
      <p:grpSp>
        <p:nvGrpSpPr>
          <p:cNvPr id="102403" name="Group 3">
            <a:extLst>
              <a:ext uri="{FF2B5EF4-FFF2-40B4-BE49-F238E27FC236}">
                <a16:creationId xmlns:a16="http://schemas.microsoft.com/office/drawing/2014/main" id="{CB7E8055-34BF-4603-AE08-DBC9C623AFB8}"/>
              </a:ext>
            </a:extLst>
          </p:cNvPr>
          <p:cNvGrpSpPr>
            <a:grpSpLocks/>
          </p:cNvGrpSpPr>
          <p:nvPr/>
        </p:nvGrpSpPr>
        <p:grpSpPr bwMode="auto">
          <a:xfrm>
            <a:off x="0" y="908050"/>
            <a:ext cx="9658350" cy="5257800"/>
            <a:chOff x="0" y="384"/>
            <a:chExt cx="5616" cy="3312"/>
          </a:xfrm>
        </p:grpSpPr>
        <p:pic>
          <p:nvPicPr>
            <p:cNvPr id="102407" name="Picture 4">
              <a:extLst>
                <a:ext uri="{FF2B5EF4-FFF2-40B4-BE49-F238E27FC236}">
                  <a16:creationId xmlns:a16="http://schemas.microsoft.com/office/drawing/2014/main" id="{EB12ED99-083E-48B8-9E6A-E383B511D3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84"/>
              <a:ext cx="5603" cy="1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08" name="Picture 5">
              <a:extLst>
                <a:ext uri="{FF2B5EF4-FFF2-40B4-BE49-F238E27FC236}">
                  <a16:creationId xmlns:a16="http://schemas.microsoft.com/office/drawing/2014/main" id="{8AE548BE-9930-49BD-ABC5-2F390AB60A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 y="1950"/>
              <a:ext cx="5597" cy="1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2404" name="Rectangle 6">
            <a:extLst>
              <a:ext uri="{FF2B5EF4-FFF2-40B4-BE49-F238E27FC236}">
                <a16:creationId xmlns:a16="http://schemas.microsoft.com/office/drawing/2014/main" id="{663E30F1-E9B7-4920-A40C-E0B656D26290}"/>
              </a:ext>
            </a:extLst>
          </p:cNvPr>
          <p:cNvSpPr>
            <a:spLocks noChangeArrowheads="1"/>
          </p:cNvSpPr>
          <p:nvPr/>
        </p:nvSpPr>
        <p:spPr bwMode="auto">
          <a:xfrm>
            <a:off x="908050" y="6003925"/>
            <a:ext cx="8585200" cy="228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endParaRPr lang="ko-KR" altLang="en-US"/>
          </a:p>
        </p:txBody>
      </p:sp>
      <p:sp>
        <p:nvSpPr>
          <p:cNvPr id="102405" name="Rectangle 7">
            <a:extLst>
              <a:ext uri="{FF2B5EF4-FFF2-40B4-BE49-F238E27FC236}">
                <a16:creationId xmlns:a16="http://schemas.microsoft.com/office/drawing/2014/main" id="{DE115373-8F6F-485D-AAB4-73C532124CA5}"/>
              </a:ext>
            </a:extLst>
          </p:cNvPr>
          <p:cNvSpPr>
            <a:spLocks noChangeArrowheads="1"/>
          </p:cNvSpPr>
          <p:nvPr/>
        </p:nvSpPr>
        <p:spPr bwMode="auto">
          <a:xfrm>
            <a:off x="7718425" y="5895975"/>
            <a:ext cx="16383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3200" b="1" i="1" baseline="-18000">
                <a:solidFill>
                  <a:schemeClr val="hlink"/>
                </a:solidFill>
                <a:ea typeface="굴림" panose="020B0600000101010101" pitchFamily="34" charset="-127"/>
              </a:rPr>
              <a:t>(continued)</a:t>
            </a:r>
          </a:p>
        </p:txBody>
      </p:sp>
      <p:sp>
        <p:nvSpPr>
          <p:cNvPr id="1148936" name="Rectangle 8">
            <a:extLst>
              <a:ext uri="{FF2B5EF4-FFF2-40B4-BE49-F238E27FC236}">
                <a16:creationId xmlns:a16="http://schemas.microsoft.com/office/drawing/2014/main" id="{C42C1A67-8AA6-41EE-AC87-45EE54F76B6D}"/>
              </a:ext>
            </a:extLst>
          </p:cNvPr>
          <p:cNvSpPr>
            <a:spLocks noChangeArrowheads="1"/>
          </p:cNvSpPr>
          <p:nvPr/>
        </p:nvSpPr>
        <p:spPr bwMode="auto">
          <a:xfrm>
            <a:off x="704850" y="115888"/>
            <a:ext cx="8582025" cy="503237"/>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kumimoji="0" lang="en-US" altLang="ko-KR" sz="2800" b="1" dirty="0">
                <a:solidFill>
                  <a:schemeClr val="bg1"/>
                </a:solidFill>
                <a:effectLst>
                  <a:outerShdw blurRad="38100" dist="38100" dir="2700000" algn="tl">
                    <a:srgbClr val="000000"/>
                  </a:outerShdw>
                </a:effectLst>
                <a:latin typeface="Times New Roman" panose="02020603050405020304" pitchFamily="18" charset="0"/>
                <a:ea typeface="돋움" pitchFamily="50" charset="-127"/>
                <a:cs typeface="Times New Roman" panose="02020603050405020304" pitchFamily="18" charset="0"/>
              </a:rPr>
              <a:t>Selective-Repeat ARQ</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ext Box 2">
            <a:extLst>
              <a:ext uri="{FF2B5EF4-FFF2-40B4-BE49-F238E27FC236}">
                <a16:creationId xmlns:a16="http://schemas.microsoft.com/office/drawing/2014/main" id="{19BDA23D-B580-493A-9237-DBCC3FF2810E}"/>
              </a:ext>
            </a:extLst>
          </p:cNvPr>
          <p:cNvSpPr txBox="1">
            <a:spLocks noChangeArrowheads="1"/>
          </p:cNvSpPr>
          <p:nvPr/>
        </p:nvSpPr>
        <p:spPr bwMode="auto">
          <a:xfrm>
            <a:off x="57150" y="549275"/>
            <a:ext cx="63198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2400" b="1">
                <a:solidFill>
                  <a:schemeClr val="hlink"/>
                </a:solidFill>
                <a:latin typeface="Times New Roman" panose="02020603050405020304" pitchFamily="18" charset="0"/>
                <a:ea typeface="굴림" panose="020B0600000101010101" pitchFamily="34" charset="-127"/>
              </a:rPr>
              <a:t>Algorithm 11.9</a:t>
            </a:r>
            <a:r>
              <a:rPr kumimoji="0" lang="en-US" altLang="ko-KR" sz="2400" b="1">
                <a:solidFill>
                  <a:schemeClr val="folHlink"/>
                </a:solidFill>
                <a:latin typeface="Times New Roman" panose="02020603050405020304" pitchFamily="18" charset="0"/>
                <a:ea typeface="굴림" panose="020B0600000101010101" pitchFamily="34" charset="-127"/>
              </a:rPr>
              <a:t>  </a:t>
            </a:r>
            <a:r>
              <a:rPr kumimoji="0" lang="en-US" altLang="ko-KR" sz="2000" b="1" i="1">
                <a:solidFill>
                  <a:schemeClr val="bg1"/>
                </a:solidFill>
                <a:latin typeface="Times New Roman" panose="02020603050405020304" pitchFamily="18" charset="0"/>
                <a:ea typeface="굴림" panose="020B0600000101010101" pitchFamily="34" charset="-127"/>
              </a:rPr>
              <a:t>Sender-site Selective Repeat algorithm</a:t>
            </a:r>
          </a:p>
        </p:txBody>
      </p:sp>
      <p:pic>
        <p:nvPicPr>
          <p:cNvPr id="104451" name="Picture 3">
            <a:extLst>
              <a:ext uri="{FF2B5EF4-FFF2-40B4-BE49-F238E27FC236}">
                <a16:creationId xmlns:a16="http://schemas.microsoft.com/office/drawing/2014/main" id="{1F86441E-18F5-41D4-BBAF-2550B9A102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9313" y="981075"/>
            <a:ext cx="8931275" cy="536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452" name="Rectangle 4">
            <a:extLst>
              <a:ext uri="{FF2B5EF4-FFF2-40B4-BE49-F238E27FC236}">
                <a16:creationId xmlns:a16="http://schemas.microsoft.com/office/drawing/2014/main" id="{FC5C2C9C-8A0F-4C17-A332-4513E937A813}"/>
              </a:ext>
            </a:extLst>
          </p:cNvPr>
          <p:cNvSpPr>
            <a:spLocks noChangeArrowheads="1"/>
          </p:cNvSpPr>
          <p:nvPr/>
        </p:nvSpPr>
        <p:spPr bwMode="auto">
          <a:xfrm>
            <a:off x="8121650" y="620713"/>
            <a:ext cx="16383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3200" b="1" i="1" baseline="-18000">
                <a:solidFill>
                  <a:schemeClr val="hlink"/>
                </a:solidFill>
                <a:ea typeface="굴림" panose="020B0600000101010101" pitchFamily="34" charset="-127"/>
              </a:rPr>
              <a:t>(continued)</a:t>
            </a:r>
          </a:p>
        </p:txBody>
      </p:sp>
      <p:sp>
        <p:nvSpPr>
          <p:cNvPr id="104453" name="Rectangle 5">
            <a:extLst>
              <a:ext uri="{FF2B5EF4-FFF2-40B4-BE49-F238E27FC236}">
                <a16:creationId xmlns:a16="http://schemas.microsoft.com/office/drawing/2014/main" id="{C2851FAD-E948-47A8-800C-432DC9626B1F}"/>
              </a:ext>
            </a:extLst>
          </p:cNvPr>
          <p:cNvSpPr>
            <a:spLocks noChangeArrowheads="1"/>
          </p:cNvSpPr>
          <p:nvPr/>
        </p:nvSpPr>
        <p:spPr bwMode="auto">
          <a:xfrm>
            <a:off x="7966075" y="6248400"/>
            <a:ext cx="1774825"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3200" b="1" i="1" baseline="-18000">
                <a:solidFill>
                  <a:schemeClr val="hlink"/>
                </a:solidFill>
                <a:ea typeface="굴림" panose="020B0600000101010101" pitchFamily="34" charset="-127"/>
              </a:rPr>
              <a:t>(continued)</a:t>
            </a:r>
          </a:p>
        </p:txBody>
      </p:sp>
      <p:sp>
        <p:nvSpPr>
          <p:cNvPr id="1150982" name="Rectangle 6">
            <a:extLst>
              <a:ext uri="{FF2B5EF4-FFF2-40B4-BE49-F238E27FC236}">
                <a16:creationId xmlns:a16="http://schemas.microsoft.com/office/drawing/2014/main" id="{8F3D2571-3468-4422-B9C1-F85130CEAC50}"/>
              </a:ext>
            </a:extLst>
          </p:cNvPr>
          <p:cNvSpPr>
            <a:spLocks noChangeArrowheads="1"/>
          </p:cNvSpPr>
          <p:nvPr/>
        </p:nvSpPr>
        <p:spPr bwMode="auto">
          <a:xfrm>
            <a:off x="849313" y="188913"/>
            <a:ext cx="8582025" cy="503237"/>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kumimoji="0" lang="en-US" altLang="ko-KR" sz="2800" b="1" dirty="0">
                <a:solidFill>
                  <a:schemeClr val="bg1"/>
                </a:solidFill>
                <a:effectLst>
                  <a:outerShdw blurRad="38100" dist="38100" dir="2700000" algn="tl">
                    <a:srgbClr val="000000"/>
                  </a:outerShdw>
                </a:effectLst>
                <a:latin typeface="Times New Roman" panose="02020603050405020304" pitchFamily="18" charset="0"/>
                <a:ea typeface="돋움" pitchFamily="50" charset="-127"/>
                <a:cs typeface="Times New Roman" panose="02020603050405020304" pitchFamily="18" charset="0"/>
              </a:rPr>
              <a:t>Selective-Repeat ARQ</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ext Box 2">
            <a:extLst>
              <a:ext uri="{FF2B5EF4-FFF2-40B4-BE49-F238E27FC236}">
                <a16:creationId xmlns:a16="http://schemas.microsoft.com/office/drawing/2014/main" id="{2F3A00E7-CF08-4E8F-A9E0-C84A20FADDCF}"/>
              </a:ext>
            </a:extLst>
          </p:cNvPr>
          <p:cNvSpPr txBox="1">
            <a:spLocks noChangeArrowheads="1"/>
          </p:cNvSpPr>
          <p:nvPr/>
        </p:nvSpPr>
        <p:spPr bwMode="auto">
          <a:xfrm>
            <a:off x="344488" y="1125538"/>
            <a:ext cx="63198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2400" b="1">
                <a:solidFill>
                  <a:schemeClr val="hlink"/>
                </a:solidFill>
                <a:latin typeface="Times New Roman" panose="02020603050405020304" pitchFamily="18" charset="0"/>
                <a:ea typeface="굴림" panose="020B0600000101010101" pitchFamily="34" charset="-127"/>
              </a:rPr>
              <a:t>Algorithm 11.9</a:t>
            </a:r>
            <a:r>
              <a:rPr kumimoji="0" lang="en-US" altLang="ko-KR" sz="2400" b="1">
                <a:solidFill>
                  <a:schemeClr val="folHlink"/>
                </a:solidFill>
                <a:latin typeface="Times New Roman" panose="02020603050405020304" pitchFamily="18" charset="0"/>
                <a:ea typeface="굴림" panose="020B0600000101010101" pitchFamily="34" charset="-127"/>
              </a:rPr>
              <a:t>  </a:t>
            </a:r>
            <a:r>
              <a:rPr kumimoji="0" lang="en-US" altLang="ko-KR" sz="2000" b="1" i="1">
                <a:solidFill>
                  <a:schemeClr val="bg1"/>
                </a:solidFill>
                <a:latin typeface="Times New Roman" panose="02020603050405020304" pitchFamily="18" charset="0"/>
                <a:ea typeface="굴림" panose="020B0600000101010101" pitchFamily="34" charset="-127"/>
              </a:rPr>
              <a:t>Sender-site Selective Repeat algorithm</a:t>
            </a:r>
          </a:p>
        </p:txBody>
      </p:sp>
      <p:pic>
        <p:nvPicPr>
          <p:cNvPr id="106499" name="Picture 3">
            <a:extLst>
              <a:ext uri="{FF2B5EF4-FFF2-40B4-BE49-F238E27FC236}">
                <a16:creationId xmlns:a16="http://schemas.microsoft.com/office/drawing/2014/main" id="{952743A1-66BA-4A06-B592-7363E3E59D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588" y="1989138"/>
            <a:ext cx="9625012" cy="2128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500" name="Rectangle 4">
            <a:extLst>
              <a:ext uri="{FF2B5EF4-FFF2-40B4-BE49-F238E27FC236}">
                <a16:creationId xmlns:a16="http://schemas.microsoft.com/office/drawing/2014/main" id="{2F53BBB5-5B00-4A36-B6B1-6F5CACEA22BA}"/>
              </a:ext>
            </a:extLst>
          </p:cNvPr>
          <p:cNvSpPr>
            <a:spLocks noChangeArrowheads="1"/>
          </p:cNvSpPr>
          <p:nvPr/>
        </p:nvSpPr>
        <p:spPr bwMode="auto">
          <a:xfrm>
            <a:off x="7761288" y="1052513"/>
            <a:ext cx="16383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3200" b="1" i="1" baseline="-18000">
                <a:solidFill>
                  <a:schemeClr val="hlink"/>
                </a:solidFill>
                <a:ea typeface="굴림" panose="020B0600000101010101" pitchFamily="34" charset="-127"/>
              </a:rPr>
              <a:t>(continued)</a:t>
            </a:r>
          </a:p>
        </p:txBody>
      </p:sp>
      <p:sp>
        <p:nvSpPr>
          <p:cNvPr id="1153029" name="Rectangle 5">
            <a:extLst>
              <a:ext uri="{FF2B5EF4-FFF2-40B4-BE49-F238E27FC236}">
                <a16:creationId xmlns:a16="http://schemas.microsoft.com/office/drawing/2014/main" id="{6C5E80F1-96AE-4CFE-A6C5-7D1DE26CEA4C}"/>
              </a:ext>
            </a:extLst>
          </p:cNvPr>
          <p:cNvSpPr>
            <a:spLocks noChangeArrowheads="1"/>
          </p:cNvSpPr>
          <p:nvPr/>
        </p:nvSpPr>
        <p:spPr bwMode="auto">
          <a:xfrm>
            <a:off x="722313" y="258763"/>
            <a:ext cx="8582025" cy="503237"/>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kumimoji="0" lang="en-US" altLang="ko-KR" sz="2800" b="1" dirty="0">
                <a:solidFill>
                  <a:schemeClr val="bg1"/>
                </a:solidFill>
                <a:effectLst>
                  <a:outerShdw blurRad="38100" dist="38100" dir="2700000" algn="tl">
                    <a:srgbClr val="000000"/>
                  </a:outerShdw>
                </a:effectLst>
                <a:latin typeface="Times New Roman" panose="02020603050405020304" pitchFamily="18" charset="0"/>
                <a:ea typeface="돋움" pitchFamily="50" charset="-127"/>
                <a:cs typeface="Times New Roman" panose="02020603050405020304" pitchFamily="18" charset="0"/>
              </a:rPr>
              <a:t>Selective-Repeat ARQ</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ext Box 2">
            <a:extLst>
              <a:ext uri="{FF2B5EF4-FFF2-40B4-BE49-F238E27FC236}">
                <a16:creationId xmlns:a16="http://schemas.microsoft.com/office/drawing/2014/main" id="{3FED09DE-BE2D-462B-B7D0-5172DAB32AF3}"/>
              </a:ext>
            </a:extLst>
          </p:cNvPr>
          <p:cNvSpPr txBox="1">
            <a:spLocks noChangeArrowheads="1"/>
          </p:cNvSpPr>
          <p:nvPr/>
        </p:nvSpPr>
        <p:spPr bwMode="auto">
          <a:xfrm>
            <a:off x="344488" y="620713"/>
            <a:ext cx="66405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2400" b="1">
                <a:solidFill>
                  <a:schemeClr val="hlink"/>
                </a:solidFill>
                <a:latin typeface="Times New Roman" panose="02020603050405020304" pitchFamily="18" charset="0"/>
                <a:ea typeface="굴림" panose="020B0600000101010101" pitchFamily="34" charset="-127"/>
              </a:rPr>
              <a:t>Algorithm 11.10</a:t>
            </a:r>
            <a:r>
              <a:rPr kumimoji="0" lang="en-US" altLang="ko-KR" sz="2400" b="1">
                <a:solidFill>
                  <a:schemeClr val="folHlink"/>
                </a:solidFill>
                <a:latin typeface="Times New Roman" panose="02020603050405020304" pitchFamily="18" charset="0"/>
                <a:ea typeface="굴림" panose="020B0600000101010101" pitchFamily="34" charset="-127"/>
              </a:rPr>
              <a:t>  </a:t>
            </a:r>
            <a:r>
              <a:rPr kumimoji="0" lang="en-US" altLang="ko-KR" sz="2000" b="1" i="1">
                <a:solidFill>
                  <a:schemeClr val="bg1"/>
                </a:solidFill>
                <a:latin typeface="Times New Roman" panose="02020603050405020304" pitchFamily="18" charset="0"/>
                <a:ea typeface="굴림" panose="020B0600000101010101" pitchFamily="34" charset="-127"/>
              </a:rPr>
              <a:t>Receiver-site Selective Repeat algorithm</a:t>
            </a:r>
          </a:p>
        </p:txBody>
      </p:sp>
      <p:pic>
        <p:nvPicPr>
          <p:cNvPr id="108547" name="Picture 3">
            <a:extLst>
              <a:ext uri="{FF2B5EF4-FFF2-40B4-BE49-F238E27FC236}">
                <a16:creationId xmlns:a16="http://schemas.microsoft.com/office/drawing/2014/main" id="{BDCD82B6-C11E-49AF-97CA-9BFEB5922B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813" y="981075"/>
            <a:ext cx="9755187"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5076" name="Rectangle 4">
            <a:extLst>
              <a:ext uri="{FF2B5EF4-FFF2-40B4-BE49-F238E27FC236}">
                <a16:creationId xmlns:a16="http://schemas.microsoft.com/office/drawing/2014/main" id="{8F845857-3E22-4630-B7E3-F3E147AE04D1}"/>
              </a:ext>
            </a:extLst>
          </p:cNvPr>
          <p:cNvSpPr>
            <a:spLocks noChangeArrowheads="1"/>
          </p:cNvSpPr>
          <p:nvPr/>
        </p:nvSpPr>
        <p:spPr bwMode="auto">
          <a:xfrm>
            <a:off x="1136650" y="115888"/>
            <a:ext cx="8582025" cy="503237"/>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kumimoji="0" lang="en-US" altLang="ko-KR" sz="2800" b="1" dirty="0">
                <a:solidFill>
                  <a:schemeClr val="bg1"/>
                </a:solidFill>
                <a:effectLst>
                  <a:outerShdw blurRad="38100" dist="38100" dir="2700000" algn="tl">
                    <a:srgbClr val="000000"/>
                  </a:outerShdw>
                </a:effectLst>
                <a:latin typeface="Times New Roman" panose="02020603050405020304" pitchFamily="18" charset="0"/>
                <a:ea typeface="돋움" pitchFamily="50" charset="-127"/>
                <a:cs typeface="Times New Roman" panose="02020603050405020304" pitchFamily="18" charset="0"/>
              </a:rPr>
              <a:t>Selective-Repeat ARQ</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ext Box 2">
            <a:extLst>
              <a:ext uri="{FF2B5EF4-FFF2-40B4-BE49-F238E27FC236}">
                <a16:creationId xmlns:a16="http://schemas.microsoft.com/office/drawing/2014/main" id="{7177EED6-CA80-400C-8B02-FC31B156E6B6}"/>
              </a:ext>
            </a:extLst>
          </p:cNvPr>
          <p:cNvSpPr txBox="1">
            <a:spLocks noChangeArrowheads="1"/>
          </p:cNvSpPr>
          <p:nvPr/>
        </p:nvSpPr>
        <p:spPr bwMode="auto">
          <a:xfrm>
            <a:off x="344488" y="908050"/>
            <a:ext cx="66405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2400" b="1">
                <a:solidFill>
                  <a:schemeClr val="hlink"/>
                </a:solidFill>
                <a:latin typeface="Times New Roman" panose="02020603050405020304" pitchFamily="18" charset="0"/>
                <a:ea typeface="굴림" panose="020B0600000101010101" pitchFamily="34" charset="-127"/>
              </a:rPr>
              <a:t>Algorithm 11.10</a:t>
            </a:r>
            <a:r>
              <a:rPr kumimoji="0" lang="en-US" altLang="ko-KR" sz="2400" b="1">
                <a:solidFill>
                  <a:schemeClr val="folHlink"/>
                </a:solidFill>
                <a:latin typeface="Times New Roman" panose="02020603050405020304" pitchFamily="18" charset="0"/>
                <a:ea typeface="굴림" panose="020B0600000101010101" pitchFamily="34" charset="-127"/>
              </a:rPr>
              <a:t>  </a:t>
            </a:r>
            <a:r>
              <a:rPr kumimoji="0" lang="en-US" altLang="ko-KR" sz="2000" b="1" i="1">
                <a:solidFill>
                  <a:schemeClr val="bg1"/>
                </a:solidFill>
                <a:latin typeface="Times New Roman" panose="02020603050405020304" pitchFamily="18" charset="0"/>
                <a:ea typeface="굴림" panose="020B0600000101010101" pitchFamily="34" charset="-127"/>
              </a:rPr>
              <a:t>Receiver-site Selective Repeat algorithm</a:t>
            </a:r>
          </a:p>
        </p:txBody>
      </p:sp>
      <p:pic>
        <p:nvPicPr>
          <p:cNvPr id="110595" name="Picture 3">
            <a:extLst>
              <a:ext uri="{FF2B5EF4-FFF2-40B4-BE49-F238E27FC236}">
                <a16:creationId xmlns:a16="http://schemas.microsoft.com/office/drawing/2014/main" id="{1C56C19A-C885-487E-A5AA-AAF11C3672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4850" y="1484313"/>
            <a:ext cx="8942388" cy="524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7124" name="Rectangle 4">
            <a:extLst>
              <a:ext uri="{FF2B5EF4-FFF2-40B4-BE49-F238E27FC236}">
                <a16:creationId xmlns:a16="http://schemas.microsoft.com/office/drawing/2014/main" id="{5775A301-6CE1-4772-ABB1-9B1453491178}"/>
              </a:ext>
            </a:extLst>
          </p:cNvPr>
          <p:cNvSpPr>
            <a:spLocks noChangeArrowheads="1"/>
          </p:cNvSpPr>
          <p:nvPr/>
        </p:nvSpPr>
        <p:spPr bwMode="auto">
          <a:xfrm>
            <a:off x="722313" y="258763"/>
            <a:ext cx="8582025" cy="503237"/>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kumimoji="0" lang="en-US" altLang="ko-KR" sz="2800" b="1" dirty="0">
                <a:solidFill>
                  <a:schemeClr val="bg1"/>
                </a:solidFill>
                <a:effectLst>
                  <a:outerShdw blurRad="38100" dist="38100" dir="2700000" algn="tl">
                    <a:srgbClr val="000000"/>
                  </a:outerShdw>
                </a:effectLst>
                <a:latin typeface="Times New Roman" panose="02020603050405020304" pitchFamily="18" charset="0"/>
                <a:ea typeface="돋움" pitchFamily="50" charset="-127"/>
                <a:cs typeface="Times New Roman" panose="02020603050405020304" pitchFamily="18" charset="0"/>
              </a:rPr>
              <a:t>Selective-Repeat ARQ</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Text Box 4">
            <a:extLst>
              <a:ext uri="{FF2B5EF4-FFF2-40B4-BE49-F238E27FC236}">
                <a16:creationId xmlns:a16="http://schemas.microsoft.com/office/drawing/2014/main" id="{1D1AFA26-110F-49C3-9D28-F39C532282C7}"/>
              </a:ext>
            </a:extLst>
          </p:cNvPr>
          <p:cNvSpPr txBox="1">
            <a:spLocks noChangeArrowheads="1"/>
          </p:cNvSpPr>
          <p:nvPr/>
        </p:nvSpPr>
        <p:spPr bwMode="auto">
          <a:xfrm>
            <a:off x="344488" y="1557338"/>
            <a:ext cx="6245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2400" b="1">
                <a:solidFill>
                  <a:schemeClr val="folHlink"/>
                </a:solidFill>
                <a:latin typeface="Times New Roman" panose="02020603050405020304" pitchFamily="18" charset="0"/>
                <a:ea typeface="굴림" panose="020B0600000101010101" pitchFamily="34" charset="-127"/>
              </a:rPr>
              <a:t>Figure 11.22  </a:t>
            </a:r>
            <a:r>
              <a:rPr kumimoji="0" lang="en-US" altLang="ko-KR" sz="2000" b="1" i="1">
                <a:latin typeface="Times New Roman" panose="02020603050405020304" pitchFamily="18" charset="0"/>
                <a:ea typeface="굴림" panose="020B0600000101010101" pitchFamily="34" charset="-127"/>
              </a:rPr>
              <a:t>Delivery of data in Selective Repeat ARQ</a:t>
            </a:r>
          </a:p>
        </p:txBody>
      </p:sp>
      <p:pic>
        <p:nvPicPr>
          <p:cNvPr id="112643" name="Picture 6">
            <a:extLst>
              <a:ext uri="{FF2B5EF4-FFF2-40B4-BE49-F238E27FC236}">
                <a16:creationId xmlns:a16="http://schemas.microsoft.com/office/drawing/2014/main" id="{D7CC51FF-24FA-40FD-BD53-8C04FBBA06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825" y="3141663"/>
            <a:ext cx="8526463"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7559" name="Rectangle 7">
            <a:extLst>
              <a:ext uri="{FF2B5EF4-FFF2-40B4-BE49-F238E27FC236}">
                <a16:creationId xmlns:a16="http://schemas.microsoft.com/office/drawing/2014/main" id="{81287FF7-AE3A-4366-9FFE-6D3075BBE664}"/>
              </a:ext>
            </a:extLst>
          </p:cNvPr>
          <p:cNvSpPr>
            <a:spLocks noChangeArrowheads="1"/>
          </p:cNvSpPr>
          <p:nvPr/>
        </p:nvSpPr>
        <p:spPr bwMode="auto">
          <a:xfrm>
            <a:off x="722313" y="258763"/>
            <a:ext cx="8582025" cy="503237"/>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kumimoji="0" lang="en-US" altLang="ko-KR" sz="2800" b="1" dirty="0">
                <a:solidFill>
                  <a:schemeClr val="bg1"/>
                </a:solidFill>
                <a:effectLst>
                  <a:outerShdw blurRad="38100" dist="38100" dir="2700000" algn="tl">
                    <a:srgbClr val="000000"/>
                  </a:outerShdw>
                </a:effectLst>
                <a:latin typeface="Times New Roman" panose="02020603050405020304" pitchFamily="18" charset="0"/>
                <a:ea typeface="돋움" pitchFamily="50" charset="-127"/>
                <a:cs typeface="Times New Roman" panose="02020603050405020304" pitchFamily="18" charset="0"/>
              </a:rPr>
              <a:t>Selective-Repeat ARQ</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9">
            <a:extLst>
              <a:ext uri="{FF2B5EF4-FFF2-40B4-BE49-F238E27FC236}">
                <a16:creationId xmlns:a16="http://schemas.microsoft.com/office/drawing/2014/main" id="{095824D0-8944-4122-833B-F793081600B5}"/>
              </a:ext>
            </a:extLst>
          </p:cNvPr>
          <p:cNvSpPr>
            <a:spLocks noChangeArrowheads="1"/>
          </p:cNvSpPr>
          <p:nvPr/>
        </p:nvSpPr>
        <p:spPr bwMode="auto">
          <a:xfrm>
            <a:off x="344488" y="1773238"/>
            <a:ext cx="9410700"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pPr algn="just"/>
            <a:r>
              <a:rPr kumimoji="0" lang="en-US" altLang="ko-KR" sz="2400" b="1" dirty="0">
                <a:latin typeface="Times New Roman" panose="02020603050405020304" pitchFamily="18" charset="0"/>
                <a:ea typeface="굴림" panose="020B0600000101010101" pitchFamily="34" charset="-127"/>
                <a:cs typeface="Times New Roman" panose="02020603050405020304" pitchFamily="18" charset="0"/>
              </a:rPr>
              <a:t>This example is similar to Example 11.3 in which frame 1 is lost. We show how Selective Repeat behaves in this case. Figure 11.23 shows the situation. One main difference is the number of timers. Here, each frame sent or resent needs a timer, which means that the timers need to be numbered (0, 1, 2, and 3). The timer for frame 0 starts at the first request, but stops when the ACK for this frame arrives. The timer for frame 1 starts at the second request, restarts when a NAK arrives, and finally stops when the last ACK arrives. The other two timers start when the corresponding frames are sent and stop at the last arrival event</a:t>
            </a:r>
            <a:r>
              <a:rPr kumimoji="0" lang="en-US" altLang="ko-KR" sz="2400" b="1" i="1" dirty="0">
                <a:latin typeface="Times New Roman" panose="02020603050405020304" pitchFamily="18" charset="0"/>
                <a:ea typeface="굴림" panose="020B0600000101010101" pitchFamily="34" charset="-127"/>
                <a:cs typeface="Times New Roman" panose="02020603050405020304" pitchFamily="18" charset="0"/>
              </a:rPr>
              <a:t>.</a:t>
            </a:r>
          </a:p>
        </p:txBody>
      </p:sp>
      <p:sp>
        <p:nvSpPr>
          <p:cNvPr id="114691" name="Text Box 10">
            <a:extLst>
              <a:ext uri="{FF2B5EF4-FFF2-40B4-BE49-F238E27FC236}">
                <a16:creationId xmlns:a16="http://schemas.microsoft.com/office/drawing/2014/main" id="{FBE6B89F-850A-4D09-B70C-0FB1554658EA}"/>
              </a:ext>
            </a:extLst>
          </p:cNvPr>
          <p:cNvSpPr txBox="1">
            <a:spLocks noChangeArrowheads="1"/>
          </p:cNvSpPr>
          <p:nvPr/>
        </p:nvSpPr>
        <p:spPr bwMode="auto">
          <a:xfrm>
            <a:off x="415925" y="1125538"/>
            <a:ext cx="24876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3200" b="1" i="1">
                <a:solidFill>
                  <a:schemeClr val="hlink"/>
                </a:solidFill>
                <a:latin typeface="Times New Roman" panose="02020603050405020304" pitchFamily="18" charset="0"/>
                <a:ea typeface="굴림" panose="020B0600000101010101" pitchFamily="34" charset="-127"/>
              </a:rPr>
              <a:t>Example 11.8</a:t>
            </a:r>
          </a:p>
        </p:txBody>
      </p:sp>
      <p:sp>
        <p:nvSpPr>
          <p:cNvPr id="953355" name="Rectangle 11">
            <a:extLst>
              <a:ext uri="{FF2B5EF4-FFF2-40B4-BE49-F238E27FC236}">
                <a16:creationId xmlns:a16="http://schemas.microsoft.com/office/drawing/2014/main" id="{183582AC-D953-4C83-9229-E97563C1F770}"/>
              </a:ext>
            </a:extLst>
          </p:cNvPr>
          <p:cNvSpPr>
            <a:spLocks noChangeArrowheads="1"/>
          </p:cNvSpPr>
          <p:nvPr/>
        </p:nvSpPr>
        <p:spPr bwMode="auto">
          <a:xfrm>
            <a:off x="722313" y="258763"/>
            <a:ext cx="8582025" cy="503237"/>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kumimoji="0" lang="en-US" altLang="ko-KR" sz="2800" b="1" dirty="0">
                <a:solidFill>
                  <a:schemeClr val="bg1"/>
                </a:solidFill>
                <a:effectLst>
                  <a:outerShdw blurRad="38100" dist="38100" dir="2700000" algn="tl">
                    <a:srgbClr val="000000"/>
                  </a:outerShdw>
                </a:effectLst>
                <a:latin typeface="Times New Roman" panose="02020603050405020304" pitchFamily="18" charset="0"/>
                <a:ea typeface="돋움" pitchFamily="50" charset="-127"/>
                <a:cs typeface="Times New Roman" panose="02020603050405020304" pitchFamily="18" charset="0"/>
              </a:rPr>
              <a:t>Selective-Repeat ARQ</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9">
            <a:extLst>
              <a:ext uri="{FF2B5EF4-FFF2-40B4-BE49-F238E27FC236}">
                <a16:creationId xmlns:a16="http://schemas.microsoft.com/office/drawing/2014/main" id="{7B4EAE06-5E46-4EE1-BD02-91F4BD147DB6}"/>
              </a:ext>
            </a:extLst>
          </p:cNvPr>
          <p:cNvSpPr>
            <a:spLocks noChangeArrowheads="1"/>
          </p:cNvSpPr>
          <p:nvPr/>
        </p:nvSpPr>
        <p:spPr bwMode="auto">
          <a:xfrm>
            <a:off x="738188" y="1700213"/>
            <a:ext cx="8643937"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pPr algn="just"/>
            <a:r>
              <a:rPr kumimoji="0" lang="en-US" altLang="ko-KR" sz="2400" b="1" dirty="0">
                <a:latin typeface="Times New Roman" panose="02020603050405020304" pitchFamily="18" charset="0"/>
                <a:ea typeface="굴림" panose="020B0600000101010101" pitchFamily="34" charset="-127"/>
                <a:cs typeface="Times New Roman" panose="02020603050405020304" pitchFamily="18" charset="0"/>
              </a:rPr>
              <a:t>At the receiver site we need to distinguish between the acceptance of a frame and its delivery to the network layer. At the second arrival, frame 2 arrives and is stored and marked, but it cannot be delivered because frame 1 is missing. At the next arrival, frame 3 arrives and is marked and stored, but still none of the frames can be delivered. Only at the last arrival, when finally a copy of frame 1 arrives, can frames 1, 2, and 3 be delivered to the network layer. There are two conditions for the delivery of frames to the network layer: First, a set of consecutive frames must have arrived. Second, the set starts from the beginning of the window. </a:t>
            </a:r>
          </a:p>
        </p:txBody>
      </p:sp>
      <p:sp>
        <p:nvSpPr>
          <p:cNvPr id="116739" name="Text Box 10">
            <a:extLst>
              <a:ext uri="{FF2B5EF4-FFF2-40B4-BE49-F238E27FC236}">
                <a16:creationId xmlns:a16="http://schemas.microsoft.com/office/drawing/2014/main" id="{EC01810C-AC9F-47CE-AFDF-FAEAF58DF61B}"/>
              </a:ext>
            </a:extLst>
          </p:cNvPr>
          <p:cNvSpPr txBox="1">
            <a:spLocks noChangeArrowheads="1"/>
          </p:cNvSpPr>
          <p:nvPr/>
        </p:nvSpPr>
        <p:spPr bwMode="auto">
          <a:xfrm>
            <a:off x="344488" y="1125538"/>
            <a:ext cx="452913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3200" b="1" i="1">
                <a:solidFill>
                  <a:schemeClr val="hlink"/>
                </a:solidFill>
                <a:latin typeface="Times New Roman" panose="02020603050405020304" pitchFamily="18" charset="0"/>
                <a:ea typeface="굴림" panose="020B0600000101010101" pitchFamily="34" charset="-127"/>
              </a:rPr>
              <a:t>Example 11.8 (continued)</a:t>
            </a:r>
          </a:p>
        </p:txBody>
      </p:sp>
      <p:sp>
        <p:nvSpPr>
          <p:cNvPr id="955403" name="Rectangle 11">
            <a:extLst>
              <a:ext uri="{FF2B5EF4-FFF2-40B4-BE49-F238E27FC236}">
                <a16:creationId xmlns:a16="http://schemas.microsoft.com/office/drawing/2014/main" id="{A54604A7-D60F-48CB-A6CC-65E0CAEF8630}"/>
              </a:ext>
            </a:extLst>
          </p:cNvPr>
          <p:cNvSpPr>
            <a:spLocks noChangeArrowheads="1"/>
          </p:cNvSpPr>
          <p:nvPr/>
        </p:nvSpPr>
        <p:spPr bwMode="auto">
          <a:xfrm>
            <a:off x="722313" y="258763"/>
            <a:ext cx="8582025" cy="503237"/>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kumimoji="0" lang="en-US" altLang="ko-KR" sz="2800" b="1" dirty="0">
                <a:solidFill>
                  <a:schemeClr val="bg1"/>
                </a:solidFill>
                <a:effectLst>
                  <a:outerShdw blurRad="38100" dist="38100" dir="2700000" algn="tl">
                    <a:srgbClr val="000000"/>
                  </a:outerShdw>
                </a:effectLst>
                <a:latin typeface="Times New Roman" panose="02020603050405020304" pitchFamily="18" charset="0"/>
                <a:ea typeface="돋움" pitchFamily="50" charset="-127"/>
                <a:cs typeface="Times New Roman" panose="02020603050405020304" pitchFamily="18" charset="0"/>
              </a:rPr>
              <a:t>Selective-Repeat ARQ</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9">
            <a:extLst>
              <a:ext uri="{FF2B5EF4-FFF2-40B4-BE49-F238E27FC236}">
                <a16:creationId xmlns:a16="http://schemas.microsoft.com/office/drawing/2014/main" id="{81E8BA6D-CFDD-4700-99A9-3E78D47992C9}"/>
              </a:ext>
            </a:extLst>
          </p:cNvPr>
          <p:cNvSpPr>
            <a:spLocks noChangeArrowheads="1"/>
          </p:cNvSpPr>
          <p:nvPr/>
        </p:nvSpPr>
        <p:spPr bwMode="auto">
          <a:xfrm>
            <a:off x="523875" y="1700213"/>
            <a:ext cx="9109075"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pPr algn="just"/>
            <a:r>
              <a:rPr kumimoji="0" lang="en-US" altLang="ko-KR" sz="2400" b="1" dirty="0">
                <a:latin typeface="Times New Roman" panose="02020603050405020304" pitchFamily="18" charset="0"/>
                <a:ea typeface="굴림" panose="020B0600000101010101" pitchFamily="34" charset="-127"/>
                <a:cs typeface="Times New Roman" panose="02020603050405020304" pitchFamily="18" charset="0"/>
              </a:rPr>
              <a:t>Another important point is that a NAK is sent after the second arrival, but not after the third, although both situations look the same. The reason is that the protocol does not want to crowd the network with unnecessary NAKs and unnecessary resent frames. The second NAK would still be NAK1 to inform the sender to resend frame 1 again; this has already been done. The first NAK sent is remembered (using the </a:t>
            </a:r>
            <a:r>
              <a:rPr kumimoji="0" lang="en-US" altLang="ko-KR" sz="2400" b="1" dirty="0" err="1">
                <a:latin typeface="Times New Roman" panose="02020603050405020304" pitchFamily="18" charset="0"/>
                <a:ea typeface="굴림" panose="020B0600000101010101" pitchFamily="34" charset="-127"/>
                <a:cs typeface="Times New Roman" panose="02020603050405020304" pitchFamily="18" charset="0"/>
              </a:rPr>
              <a:t>nakSent</a:t>
            </a:r>
            <a:r>
              <a:rPr kumimoji="0" lang="en-US" altLang="ko-KR" sz="2400" b="1" dirty="0">
                <a:latin typeface="Times New Roman" panose="02020603050405020304" pitchFamily="18" charset="0"/>
                <a:ea typeface="굴림" panose="020B0600000101010101" pitchFamily="34" charset="-127"/>
                <a:cs typeface="Times New Roman" panose="02020603050405020304" pitchFamily="18" charset="0"/>
              </a:rPr>
              <a:t> variable) and is not sent again until the frame slides. A NAK is sent once for each window position and defines the first slot in the window.</a:t>
            </a:r>
          </a:p>
        </p:txBody>
      </p:sp>
      <p:sp>
        <p:nvSpPr>
          <p:cNvPr id="118787" name="Text Box 10">
            <a:extLst>
              <a:ext uri="{FF2B5EF4-FFF2-40B4-BE49-F238E27FC236}">
                <a16:creationId xmlns:a16="http://schemas.microsoft.com/office/drawing/2014/main" id="{1DBAC703-A36A-4762-8A39-DDC7B7C59F0D}"/>
              </a:ext>
            </a:extLst>
          </p:cNvPr>
          <p:cNvSpPr txBox="1">
            <a:spLocks noChangeArrowheads="1"/>
          </p:cNvSpPr>
          <p:nvPr/>
        </p:nvSpPr>
        <p:spPr bwMode="auto">
          <a:xfrm>
            <a:off x="344488" y="1052513"/>
            <a:ext cx="452913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3200" b="1" i="1">
                <a:solidFill>
                  <a:schemeClr val="hlink"/>
                </a:solidFill>
                <a:latin typeface="Times New Roman" panose="02020603050405020304" pitchFamily="18" charset="0"/>
                <a:ea typeface="굴림" panose="020B0600000101010101" pitchFamily="34" charset="-127"/>
              </a:rPr>
              <a:t>Example 11.8 (continued)</a:t>
            </a:r>
          </a:p>
        </p:txBody>
      </p:sp>
      <p:sp>
        <p:nvSpPr>
          <p:cNvPr id="957451" name="Rectangle 11">
            <a:extLst>
              <a:ext uri="{FF2B5EF4-FFF2-40B4-BE49-F238E27FC236}">
                <a16:creationId xmlns:a16="http://schemas.microsoft.com/office/drawing/2014/main" id="{0BFA155D-CAC1-4B40-8A85-696D0F505FC7}"/>
              </a:ext>
            </a:extLst>
          </p:cNvPr>
          <p:cNvSpPr>
            <a:spLocks noChangeArrowheads="1"/>
          </p:cNvSpPr>
          <p:nvPr/>
        </p:nvSpPr>
        <p:spPr bwMode="auto">
          <a:xfrm>
            <a:off x="722313" y="258763"/>
            <a:ext cx="8582025" cy="503237"/>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kumimoji="0" lang="en-US" altLang="ko-KR" sz="2800" b="1" dirty="0">
                <a:solidFill>
                  <a:schemeClr val="bg1"/>
                </a:solidFill>
                <a:effectLst>
                  <a:outerShdw blurRad="38100" dist="38100" dir="2700000" algn="tl">
                    <a:srgbClr val="000000"/>
                  </a:outerShdw>
                </a:effectLst>
                <a:latin typeface="Times New Roman" panose="02020603050405020304" pitchFamily="18" charset="0"/>
                <a:ea typeface="돋움" pitchFamily="50" charset="-127"/>
                <a:cs typeface="Times New Roman" panose="02020603050405020304" pitchFamily="18" charset="0"/>
              </a:rPr>
              <a:t>Selective-Repeat ARQ</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9">
            <a:extLst>
              <a:ext uri="{FF2B5EF4-FFF2-40B4-BE49-F238E27FC236}">
                <a16:creationId xmlns:a16="http://schemas.microsoft.com/office/drawing/2014/main" id="{7304C6AF-117A-4EEF-9E66-799B48F9D0C8}"/>
              </a:ext>
            </a:extLst>
          </p:cNvPr>
          <p:cNvSpPr>
            <a:spLocks noChangeArrowheads="1"/>
          </p:cNvSpPr>
          <p:nvPr/>
        </p:nvSpPr>
        <p:spPr bwMode="auto">
          <a:xfrm>
            <a:off x="381000" y="2503488"/>
            <a:ext cx="935990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pPr algn="just"/>
            <a:r>
              <a:rPr kumimoji="0" lang="en-US" altLang="ko-KR" sz="2400" b="1" dirty="0">
                <a:latin typeface="Times New Roman" panose="02020603050405020304" pitchFamily="18" charset="0"/>
                <a:ea typeface="굴림" panose="020B0600000101010101" pitchFamily="34" charset="-127"/>
                <a:cs typeface="Times New Roman" panose="02020603050405020304" pitchFamily="18" charset="0"/>
              </a:rPr>
              <a:t>The next point is about the ACKs. Notice that only two ACKs are sent here. The first one acknowledges only the first frame; the second one acknowledges three frames. In Selective Repeat, ACKs are sent when data are delivered to the network layer. If the data belonging to n frames are delivered in one shot, only one ACK is sent for all of them.</a:t>
            </a:r>
          </a:p>
        </p:txBody>
      </p:sp>
      <p:sp>
        <p:nvSpPr>
          <p:cNvPr id="120835" name="Text Box 10">
            <a:extLst>
              <a:ext uri="{FF2B5EF4-FFF2-40B4-BE49-F238E27FC236}">
                <a16:creationId xmlns:a16="http://schemas.microsoft.com/office/drawing/2014/main" id="{4152413C-2628-489C-8069-9DAEEDC7BAAC}"/>
              </a:ext>
            </a:extLst>
          </p:cNvPr>
          <p:cNvSpPr txBox="1">
            <a:spLocks noChangeArrowheads="1"/>
          </p:cNvSpPr>
          <p:nvPr/>
        </p:nvSpPr>
        <p:spPr bwMode="auto">
          <a:xfrm>
            <a:off x="344488" y="1628775"/>
            <a:ext cx="45291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3200" b="1" i="1">
                <a:solidFill>
                  <a:schemeClr val="hlink"/>
                </a:solidFill>
                <a:latin typeface="Times New Roman" panose="02020603050405020304" pitchFamily="18" charset="0"/>
                <a:ea typeface="굴림" panose="020B0600000101010101" pitchFamily="34" charset="-127"/>
              </a:rPr>
              <a:t>Example 11.8 (continued)</a:t>
            </a:r>
          </a:p>
        </p:txBody>
      </p:sp>
      <p:sp>
        <p:nvSpPr>
          <p:cNvPr id="959499" name="Rectangle 11">
            <a:extLst>
              <a:ext uri="{FF2B5EF4-FFF2-40B4-BE49-F238E27FC236}">
                <a16:creationId xmlns:a16="http://schemas.microsoft.com/office/drawing/2014/main" id="{0A1D6EEC-F963-4A43-A251-00218F0E854A}"/>
              </a:ext>
            </a:extLst>
          </p:cNvPr>
          <p:cNvSpPr>
            <a:spLocks noChangeArrowheads="1"/>
          </p:cNvSpPr>
          <p:nvPr/>
        </p:nvSpPr>
        <p:spPr bwMode="auto">
          <a:xfrm>
            <a:off x="722313" y="258763"/>
            <a:ext cx="8582025" cy="503237"/>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kumimoji="0" lang="en-US" altLang="ko-KR" sz="2800" b="1" dirty="0">
                <a:solidFill>
                  <a:schemeClr val="bg1"/>
                </a:solidFill>
                <a:effectLst>
                  <a:outerShdw blurRad="38100" dist="38100" dir="2700000" algn="tl">
                    <a:srgbClr val="000000"/>
                  </a:outerShdw>
                </a:effectLst>
                <a:latin typeface="Times New Roman" panose="02020603050405020304" pitchFamily="18" charset="0"/>
                <a:ea typeface="돋움" pitchFamily="50" charset="-127"/>
                <a:cs typeface="Times New Roman" panose="02020603050405020304" pitchFamily="18" charset="0"/>
              </a:rPr>
              <a:t>Selective-Repeat ARQ</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Text Box 4">
            <a:extLst>
              <a:ext uri="{FF2B5EF4-FFF2-40B4-BE49-F238E27FC236}">
                <a16:creationId xmlns:a16="http://schemas.microsoft.com/office/drawing/2014/main" id="{62C737A0-426F-4C2E-8B8D-65A64E960384}"/>
              </a:ext>
            </a:extLst>
          </p:cNvPr>
          <p:cNvSpPr txBox="1">
            <a:spLocks noChangeArrowheads="1"/>
          </p:cNvSpPr>
          <p:nvPr/>
        </p:nvSpPr>
        <p:spPr bwMode="auto">
          <a:xfrm>
            <a:off x="273050" y="981075"/>
            <a:ext cx="5308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2400" b="1" dirty="0">
                <a:solidFill>
                  <a:schemeClr val="folHlink"/>
                </a:solidFill>
                <a:latin typeface="Times New Roman" panose="02020603050405020304" pitchFamily="18" charset="0"/>
                <a:ea typeface="굴림" panose="020B0600000101010101" pitchFamily="34" charset="-127"/>
              </a:rPr>
              <a:t>Figure 11.23  </a:t>
            </a:r>
            <a:r>
              <a:rPr kumimoji="0" lang="en-US" altLang="ko-KR" sz="2000" b="1" i="1" dirty="0">
                <a:latin typeface="Times New Roman" panose="02020603050405020304" pitchFamily="18" charset="0"/>
                <a:ea typeface="굴림" panose="020B0600000101010101" pitchFamily="34" charset="-127"/>
              </a:rPr>
              <a:t>Flow diagram for Example 11.8</a:t>
            </a:r>
          </a:p>
        </p:txBody>
      </p:sp>
      <p:pic>
        <p:nvPicPr>
          <p:cNvPr id="122883" name="Picture 6">
            <a:extLst>
              <a:ext uri="{FF2B5EF4-FFF2-40B4-BE49-F238E27FC236}">
                <a16:creationId xmlns:a16="http://schemas.microsoft.com/office/drawing/2014/main" id="{553E9F4F-D7E0-4F9F-9C9C-F976E9DC9D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1113" y="1484313"/>
            <a:ext cx="7427912" cy="4783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1543" name="Rectangle 7">
            <a:extLst>
              <a:ext uri="{FF2B5EF4-FFF2-40B4-BE49-F238E27FC236}">
                <a16:creationId xmlns:a16="http://schemas.microsoft.com/office/drawing/2014/main" id="{680069E1-B041-4132-8443-5979EE80C740}"/>
              </a:ext>
            </a:extLst>
          </p:cNvPr>
          <p:cNvSpPr>
            <a:spLocks noChangeArrowheads="1"/>
          </p:cNvSpPr>
          <p:nvPr/>
        </p:nvSpPr>
        <p:spPr bwMode="auto">
          <a:xfrm>
            <a:off x="722313" y="258763"/>
            <a:ext cx="8582025" cy="503237"/>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kumimoji="0" lang="en-US" altLang="ko-KR" sz="2800" b="1" dirty="0">
                <a:solidFill>
                  <a:schemeClr val="bg1"/>
                </a:solidFill>
                <a:effectLst>
                  <a:outerShdw blurRad="38100" dist="38100" dir="2700000" algn="tl">
                    <a:srgbClr val="000000"/>
                  </a:outerShdw>
                </a:effectLst>
                <a:latin typeface="Times New Roman" panose="02020603050405020304" pitchFamily="18" charset="0"/>
                <a:ea typeface="돋움" pitchFamily="50" charset="-127"/>
                <a:cs typeface="Times New Roman" panose="02020603050405020304" pitchFamily="18" charset="0"/>
              </a:rPr>
              <a:t>Selective-Repeat ARQ</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4930" name="Picture 4">
            <a:extLst>
              <a:ext uri="{FF2B5EF4-FFF2-40B4-BE49-F238E27FC236}">
                <a16:creationId xmlns:a16="http://schemas.microsoft.com/office/drawing/2014/main" id="{82DFAE06-3743-4418-B0BA-A37A4E9C8A10}"/>
              </a:ext>
            </a:extLst>
          </p:cNvPr>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1295400" y="2057400"/>
            <a:ext cx="7650163" cy="4176713"/>
          </a:xfrm>
          <a:noFill/>
        </p:spPr>
      </p:pic>
      <p:sp>
        <p:nvSpPr>
          <p:cNvPr id="774149" name="Text Box 5">
            <a:extLst>
              <a:ext uri="{FF2B5EF4-FFF2-40B4-BE49-F238E27FC236}">
                <a16:creationId xmlns:a16="http://schemas.microsoft.com/office/drawing/2014/main" id="{F8C15AB6-5E61-453C-99DC-2AE03E67AA68}"/>
              </a:ext>
            </a:extLst>
          </p:cNvPr>
          <p:cNvSpPr txBox="1">
            <a:spLocks noChangeArrowheads="1"/>
          </p:cNvSpPr>
          <p:nvPr/>
        </p:nvSpPr>
        <p:spPr bwMode="auto">
          <a:xfrm>
            <a:off x="776288" y="811213"/>
            <a:ext cx="8353425" cy="1138773"/>
          </a:xfrm>
          <a:prstGeom prst="rect">
            <a:avLst/>
          </a:prstGeom>
          <a:noFill/>
          <a:ln w="12700">
            <a:noFill/>
            <a:miter lim="800000"/>
            <a:headEnd type="none" w="sm" len="sm"/>
            <a:tailEnd type="none" w="sm" len="sm"/>
          </a:ln>
          <a:effectLst/>
        </p:spPr>
        <p:txBody>
          <a:bodyPr>
            <a:spAutoFit/>
          </a:bodyPr>
          <a:lstStyle/>
          <a:p>
            <a:pPr>
              <a:buFont typeface="Wingdings" pitchFamily="2" charset="2"/>
              <a:buChar char="q"/>
              <a:defRPr/>
            </a:pPr>
            <a:r>
              <a:rPr lang="en-US" altLang="ko-KR" sz="2400" b="1" dirty="0">
                <a:latin typeface="Times New Roman" panose="02020603050405020304" pitchFamily="18" charset="0"/>
                <a:ea typeface="돋움" pitchFamily="50" charset="-127"/>
                <a:cs typeface="Times New Roman" panose="02020603050405020304" pitchFamily="18" charset="0"/>
              </a:rPr>
              <a:t> </a:t>
            </a:r>
            <a:r>
              <a:rPr lang="en-US" altLang="ko-KR" sz="2400" b="1" dirty="0">
                <a:solidFill>
                  <a:schemeClr val="bg1"/>
                </a:solidFill>
                <a:effectLst>
                  <a:outerShdw blurRad="38100" dist="38100" dir="2700000" algn="tl">
                    <a:srgbClr val="C0C0C0"/>
                  </a:outerShdw>
                </a:effectLst>
                <a:latin typeface="Times New Roman" panose="02020603050405020304" pitchFamily="18" charset="0"/>
                <a:ea typeface="돋움" pitchFamily="50" charset="-127"/>
                <a:cs typeface="Times New Roman" panose="02020603050405020304" pitchFamily="18" charset="0"/>
              </a:rPr>
              <a:t> </a:t>
            </a:r>
            <a:r>
              <a:rPr lang="en-US" altLang="ko-KR" sz="2400" b="1" dirty="0">
                <a:effectLst>
                  <a:outerShdw blurRad="38100" dist="38100" dir="2700000" algn="tl">
                    <a:srgbClr val="C0C0C0"/>
                  </a:outerShdw>
                </a:effectLst>
                <a:latin typeface="Times New Roman" panose="02020603050405020304" pitchFamily="18" charset="0"/>
                <a:ea typeface="돋움" pitchFamily="50" charset="-127"/>
                <a:cs typeface="Times New Roman" panose="02020603050405020304" pitchFamily="18" charset="0"/>
              </a:rPr>
              <a:t>Piggybacking</a:t>
            </a:r>
            <a:r>
              <a:rPr lang="en-US" altLang="ko-KR" dirty="0">
                <a:latin typeface="Times New Roman" panose="02020603050405020304" pitchFamily="18" charset="0"/>
                <a:ea typeface="돋움" pitchFamily="50" charset="-127"/>
                <a:cs typeface="Times New Roman" panose="02020603050405020304" pitchFamily="18" charset="0"/>
              </a:rPr>
              <a:t> </a:t>
            </a:r>
          </a:p>
          <a:p>
            <a:pPr>
              <a:buFont typeface="Wingdings" pitchFamily="2" charset="2"/>
              <a:buNone/>
              <a:defRPr/>
            </a:pPr>
            <a:r>
              <a:rPr lang="en-US" altLang="ko-KR" sz="2400" b="1" dirty="0">
                <a:latin typeface="Times New Roman" panose="02020603050405020304" pitchFamily="18" charset="0"/>
                <a:ea typeface="돋움" pitchFamily="50" charset="-127"/>
                <a:cs typeface="Times New Roman" panose="02020603050405020304" pitchFamily="18" charset="0"/>
              </a:rPr>
              <a:t>     </a:t>
            </a:r>
            <a:r>
              <a:rPr lang="en-US" altLang="ko-KR" sz="2000" b="1" dirty="0">
                <a:latin typeface="Times New Roman" panose="02020603050405020304" pitchFamily="18" charset="0"/>
                <a:ea typeface="돋움" pitchFamily="50" charset="-127"/>
                <a:cs typeface="Times New Roman" panose="02020603050405020304" pitchFamily="18" charset="0"/>
              </a:rPr>
              <a:t>meaning combining data to be sent and acknowledgment</a:t>
            </a:r>
          </a:p>
          <a:p>
            <a:pPr>
              <a:buFont typeface="Wingdings" pitchFamily="2" charset="2"/>
              <a:buNone/>
              <a:defRPr/>
            </a:pPr>
            <a:r>
              <a:rPr lang="en-US" altLang="ko-KR" sz="2000" b="1" dirty="0">
                <a:latin typeface="Times New Roman" panose="02020603050405020304" pitchFamily="18" charset="0"/>
                <a:ea typeface="돋움" pitchFamily="50" charset="-127"/>
                <a:cs typeface="Times New Roman" panose="02020603050405020304" pitchFamily="18" charset="0"/>
              </a:rPr>
              <a:t>      of the frame received in one single frame</a:t>
            </a:r>
          </a:p>
        </p:txBody>
      </p:sp>
      <p:sp>
        <p:nvSpPr>
          <p:cNvPr id="774150" name="Rectangle 6">
            <a:extLst>
              <a:ext uri="{FF2B5EF4-FFF2-40B4-BE49-F238E27FC236}">
                <a16:creationId xmlns:a16="http://schemas.microsoft.com/office/drawing/2014/main" id="{45DFCDD9-8073-4F45-94A1-CEA31F42217C}"/>
              </a:ext>
            </a:extLst>
          </p:cNvPr>
          <p:cNvSpPr>
            <a:spLocks noChangeArrowheads="1"/>
          </p:cNvSpPr>
          <p:nvPr/>
        </p:nvSpPr>
        <p:spPr bwMode="auto">
          <a:xfrm>
            <a:off x="776288" y="260350"/>
            <a:ext cx="8582025" cy="576263"/>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lang="en-US" altLang="ko-KR" sz="2800" b="1" dirty="0">
                <a:solidFill>
                  <a:schemeClr val="bg1"/>
                </a:solidFill>
                <a:effectLst>
                  <a:outerShdw blurRad="38100" dist="38100" dir="2700000" algn="tl">
                    <a:srgbClr val="000000"/>
                  </a:outerShdw>
                </a:effectLst>
                <a:latin typeface="Times New Roman" panose="02020603050405020304" pitchFamily="18" charset="0"/>
                <a:ea typeface="돋움" pitchFamily="50" charset="-127"/>
                <a:cs typeface="Times New Roman" panose="02020603050405020304" pitchFamily="18" charset="0"/>
              </a:rPr>
              <a:t>Piggybacking</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Text Box 4">
            <a:extLst>
              <a:ext uri="{FF2B5EF4-FFF2-40B4-BE49-F238E27FC236}">
                <a16:creationId xmlns:a16="http://schemas.microsoft.com/office/drawing/2014/main" id="{097588DB-6E5B-4839-B225-4D17920ADFB6}"/>
              </a:ext>
            </a:extLst>
          </p:cNvPr>
          <p:cNvSpPr txBox="1">
            <a:spLocks noChangeArrowheads="1"/>
          </p:cNvSpPr>
          <p:nvPr/>
        </p:nvSpPr>
        <p:spPr bwMode="auto">
          <a:xfrm>
            <a:off x="415925" y="908050"/>
            <a:ext cx="655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2400" b="1">
                <a:solidFill>
                  <a:schemeClr val="folHlink"/>
                </a:solidFill>
                <a:latin typeface="Times New Roman" panose="02020603050405020304" pitchFamily="18" charset="0"/>
                <a:ea typeface="굴림" panose="020B0600000101010101" pitchFamily="34" charset="-127"/>
              </a:rPr>
              <a:t>Figure 11.24  </a:t>
            </a:r>
            <a:r>
              <a:rPr kumimoji="0" lang="en-US" altLang="ko-KR" sz="2000" b="1" i="1">
                <a:latin typeface="Times New Roman" panose="02020603050405020304" pitchFamily="18" charset="0"/>
                <a:ea typeface="굴림" panose="020B0600000101010101" pitchFamily="34" charset="-127"/>
              </a:rPr>
              <a:t>Design of piggybacking in Go-Back-N ARQ</a:t>
            </a:r>
          </a:p>
        </p:txBody>
      </p:sp>
      <p:pic>
        <p:nvPicPr>
          <p:cNvPr id="125955" name="Picture 6">
            <a:extLst>
              <a:ext uri="{FF2B5EF4-FFF2-40B4-BE49-F238E27FC236}">
                <a16:creationId xmlns:a16="http://schemas.microsoft.com/office/drawing/2014/main" id="{BF53A3C7-D243-4AF7-940A-61BF51F2EC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5075" y="1412875"/>
            <a:ext cx="6713538" cy="493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3591" name="Rectangle 7">
            <a:extLst>
              <a:ext uri="{FF2B5EF4-FFF2-40B4-BE49-F238E27FC236}">
                <a16:creationId xmlns:a16="http://schemas.microsoft.com/office/drawing/2014/main" id="{E8C96250-AE42-4FB3-859C-598756EA965E}"/>
              </a:ext>
            </a:extLst>
          </p:cNvPr>
          <p:cNvSpPr>
            <a:spLocks noChangeArrowheads="1"/>
          </p:cNvSpPr>
          <p:nvPr/>
        </p:nvSpPr>
        <p:spPr bwMode="auto">
          <a:xfrm>
            <a:off x="776288" y="260350"/>
            <a:ext cx="8582025" cy="503238"/>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lang="en-US" altLang="ko-KR" sz="2800" b="1" dirty="0">
                <a:solidFill>
                  <a:schemeClr val="bg1"/>
                </a:solidFill>
                <a:effectLst>
                  <a:outerShdw blurRad="38100" dist="38100" dir="2700000" algn="tl">
                    <a:srgbClr val="000000"/>
                  </a:outerShdw>
                </a:effectLst>
                <a:latin typeface="Times New Roman" panose="02020603050405020304" pitchFamily="18" charset="0"/>
                <a:ea typeface="돋움" pitchFamily="50" charset="-127"/>
                <a:cs typeface="Times New Roman" panose="02020603050405020304" pitchFamily="18" charset="0"/>
              </a:rPr>
              <a:t>Piggybacking</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4423" name="Rectangle 7">
            <a:extLst>
              <a:ext uri="{FF2B5EF4-FFF2-40B4-BE49-F238E27FC236}">
                <a16:creationId xmlns:a16="http://schemas.microsoft.com/office/drawing/2014/main" id="{82CA1378-E2A2-4CFA-AB16-E9F22329081A}"/>
              </a:ext>
            </a:extLst>
          </p:cNvPr>
          <p:cNvSpPr>
            <a:spLocks noGrp="1" noChangeArrowheads="1"/>
          </p:cNvSpPr>
          <p:nvPr>
            <p:ph type="title" idx="4294967295"/>
          </p:nvPr>
        </p:nvSpPr>
        <p:spPr/>
        <p:txBody>
          <a:bodyPr/>
          <a:lstStyle/>
          <a:p>
            <a:pPr>
              <a:defRPr/>
            </a:pPr>
            <a:r>
              <a:rPr lang="en-US" altLang="ko-KR"/>
              <a:t>HDLC (High-level Data Link Control)</a:t>
            </a:r>
          </a:p>
        </p:txBody>
      </p:sp>
      <p:sp>
        <p:nvSpPr>
          <p:cNvPr id="128003" name="Rectangle 8">
            <a:extLst>
              <a:ext uri="{FF2B5EF4-FFF2-40B4-BE49-F238E27FC236}">
                <a16:creationId xmlns:a16="http://schemas.microsoft.com/office/drawing/2014/main" id="{87BC74BC-096B-4A79-9A7E-E0BD166D7668}"/>
              </a:ext>
            </a:extLst>
          </p:cNvPr>
          <p:cNvSpPr>
            <a:spLocks noGrp="1" noChangeArrowheads="1"/>
          </p:cNvSpPr>
          <p:nvPr>
            <p:ph type="body" idx="4294967295"/>
          </p:nvPr>
        </p:nvSpPr>
        <p:spPr/>
        <p:txBody>
          <a:bodyPr/>
          <a:lstStyle/>
          <a:p>
            <a:r>
              <a:rPr lang="en-US" altLang="ko-KR" dirty="0">
                <a:solidFill>
                  <a:srgbClr val="000000"/>
                </a:solidFill>
                <a:ea typeface="바탕체" panose="02030609000101010101" pitchFamily="49" charset="-127"/>
              </a:rPr>
              <a:t> A mode in HDLC is the relationship between two devices involved in an exchange; The mode of communication describes who controls the link</a:t>
            </a:r>
          </a:p>
          <a:p>
            <a:r>
              <a:rPr lang="en-US" altLang="ko-KR" dirty="0">
                <a:solidFill>
                  <a:srgbClr val="000000"/>
                </a:solidFill>
                <a:ea typeface="바탕체" panose="02030609000101010101" pitchFamily="49" charset="-127"/>
              </a:rPr>
              <a:t> HDLC supports two modes of communication </a:t>
            </a:r>
          </a:p>
          <a:p>
            <a:pPr>
              <a:buFont typeface="Wingdings" panose="05000000000000000000" pitchFamily="2" charset="2"/>
              <a:buNone/>
            </a:pPr>
            <a:r>
              <a:rPr lang="en-US" altLang="ko-KR" dirty="0">
                <a:solidFill>
                  <a:srgbClr val="000000"/>
                </a:solidFill>
                <a:ea typeface="바탕체" panose="02030609000101010101" pitchFamily="49" charset="-127"/>
              </a:rPr>
              <a:t>    between stations</a:t>
            </a:r>
          </a:p>
          <a:p>
            <a:pPr lvl="1" algn="just"/>
            <a:r>
              <a:rPr lang="en-US" altLang="ko-KR" sz="2400" dirty="0">
                <a:solidFill>
                  <a:srgbClr val="000000"/>
                </a:solidFill>
                <a:ea typeface="바탕체" panose="02030609000101010101" pitchFamily="49" charset="-127"/>
              </a:rPr>
              <a:t>NRM (Normal Response Mode)</a:t>
            </a:r>
          </a:p>
          <a:p>
            <a:pPr lvl="1" algn="just"/>
            <a:r>
              <a:rPr lang="en-US" altLang="ko-KR" sz="2400" dirty="0">
                <a:ea typeface="바탕체" panose="02030609000101010101" pitchFamily="49" charset="-127"/>
              </a:rPr>
              <a:t>ABM (Asynchronous Balanced Mode)</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8994" name="Rectangle 2">
            <a:extLst>
              <a:ext uri="{FF2B5EF4-FFF2-40B4-BE49-F238E27FC236}">
                <a16:creationId xmlns:a16="http://schemas.microsoft.com/office/drawing/2014/main" id="{8F6EA3AD-6B8E-41BE-99B1-BF2C9ECB67EF}"/>
              </a:ext>
            </a:extLst>
          </p:cNvPr>
          <p:cNvSpPr>
            <a:spLocks noGrp="1" noChangeArrowheads="1"/>
          </p:cNvSpPr>
          <p:nvPr>
            <p:ph type="title"/>
          </p:nvPr>
        </p:nvSpPr>
        <p:spPr/>
        <p:txBody>
          <a:bodyPr/>
          <a:lstStyle/>
          <a:p>
            <a:pPr>
              <a:defRPr/>
            </a:pPr>
            <a:r>
              <a:rPr lang="en-US" altLang="ko-KR"/>
              <a:t>HDLC (cont’d)</a:t>
            </a:r>
          </a:p>
        </p:txBody>
      </p:sp>
      <p:sp>
        <p:nvSpPr>
          <p:cNvPr id="130051" name="Rectangle 3">
            <a:extLst>
              <a:ext uri="{FF2B5EF4-FFF2-40B4-BE49-F238E27FC236}">
                <a16:creationId xmlns:a16="http://schemas.microsoft.com/office/drawing/2014/main" id="{96285739-DB7A-4C1D-94CC-43BED83AE957}"/>
              </a:ext>
            </a:extLst>
          </p:cNvPr>
          <p:cNvSpPr>
            <a:spLocks noGrp="1" noChangeArrowheads="1"/>
          </p:cNvSpPr>
          <p:nvPr>
            <p:ph type="body" idx="1"/>
          </p:nvPr>
        </p:nvSpPr>
        <p:spPr>
          <a:xfrm>
            <a:off x="715963" y="762000"/>
            <a:ext cx="8588375" cy="5334000"/>
          </a:xfrm>
        </p:spPr>
        <p:txBody>
          <a:bodyPr/>
          <a:lstStyle/>
          <a:p>
            <a:r>
              <a:rPr lang="en-US" altLang="ko-KR" dirty="0">
                <a:solidFill>
                  <a:srgbClr val="000000"/>
                </a:solidFill>
                <a:ea typeface="바탕체" panose="02030609000101010101" pitchFamily="49" charset="-127"/>
              </a:rPr>
              <a:t>NRM (Normal Response Mode)</a:t>
            </a:r>
          </a:p>
          <a:p>
            <a:pPr lvl="1"/>
            <a:r>
              <a:rPr lang="en-US" altLang="ko-KR" dirty="0">
                <a:solidFill>
                  <a:srgbClr val="000000"/>
                </a:solidFill>
                <a:ea typeface="바탕체" panose="02030609000101010101" pitchFamily="49" charset="-127"/>
              </a:rPr>
              <a:t> refers to the standard primary-secondary relationship</a:t>
            </a:r>
          </a:p>
          <a:p>
            <a:pPr lvl="1"/>
            <a:r>
              <a:rPr lang="en-US" altLang="ko-KR" dirty="0">
                <a:ea typeface="바탕체" panose="02030609000101010101" pitchFamily="49" charset="-127"/>
              </a:rPr>
              <a:t> secondary device must have permission from the primary device before transmitting</a:t>
            </a:r>
          </a:p>
          <a:p>
            <a:pPr lvl="1">
              <a:buFont typeface="Wingdings" panose="05000000000000000000" pitchFamily="2" charset="2"/>
              <a:buNone/>
            </a:pPr>
            <a:endParaRPr lang="en-US" altLang="ko-KR" dirty="0">
              <a:ea typeface="바탕체" panose="02030609000101010101" pitchFamily="49" charset="-127"/>
            </a:endParaRPr>
          </a:p>
        </p:txBody>
      </p:sp>
      <p:pic>
        <p:nvPicPr>
          <p:cNvPr id="3" name="Picture 2">
            <a:extLst>
              <a:ext uri="{FF2B5EF4-FFF2-40B4-BE49-F238E27FC236}">
                <a16:creationId xmlns:a16="http://schemas.microsoft.com/office/drawing/2014/main" id="{3ECA5597-6B1A-4767-9780-899DAF4FEA32}"/>
              </a:ext>
            </a:extLst>
          </p:cNvPr>
          <p:cNvPicPr>
            <a:picLocks noChangeAspect="1"/>
          </p:cNvPicPr>
          <p:nvPr/>
        </p:nvPicPr>
        <p:blipFill>
          <a:blip r:embed="rId2"/>
          <a:stretch>
            <a:fillRect/>
          </a:stretch>
        </p:blipFill>
        <p:spPr>
          <a:xfrm>
            <a:off x="1316596" y="2780928"/>
            <a:ext cx="7272808" cy="3529713"/>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0018" name="Rectangle 2">
            <a:extLst>
              <a:ext uri="{FF2B5EF4-FFF2-40B4-BE49-F238E27FC236}">
                <a16:creationId xmlns:a16="http://schemas.microsoft.com/office/drawing/2014/main" id="{6CB6A36F-8C03-44B5-8E20-C6E718EC018C}"/>
              </a:ext>
            </a:extLst>
          </p:cNvPr>
          <p:cNvSpPr>
            <a:spLocks noGrp="1" noChangeArrowheads="1"/>
          </p:cNvSpPr>
          <p:nvPr>
            <p:ph type="title"/>
          </p:nvPr>
        </p:nvSpPr>
        <p:spPr/>
        <p:txBody>
          <a:bodyPr/>
          <a:lstStyle/>
          <a:p>
            <a:pPr>
              <a:defRPr/>
            </a:pPr>
            <a:r>
              <a:rPr lang="en-US" altLang="ko-KR"/>
              <a:t>HDLC (cont’d)</a:t>
            </a:r>
          </a:p>
        </p:txBody>
      </p:sp>
      <p:sp>
        <p:nvSpPr>
          <p:cNvPr id="131075" name="Rectangle 3">
            <a:extLst>
              <a:ext uri="{FF2B5EF4-FFF2-40B4-BE49-F238E27FC236}">
                <a16:creationId xmlns:a16="http://schemas.microsoft.com/office/drawing/2014/main" id="{22F77994-EB58-409C-8BEC-52558AA3A529}"/>
              </a:ext>
            </a:extLst>
          </p:cNvPr>
          <p:cNvSpPr>
            <a:spLocks noGrp="1" noChangeArrowheads="1"/>
          </p:cNvSpPr>
          <p:nvPr>
            <p:ph type="body" idx="1"/>
          </p:nvPr>
        </p:nvSpPr>
        <p:spPr/>
        <p:txBody>
          <a:bodyPr/>
          <a:lstStyle/>
          <a:p>
            <a:pPr algn="just"/>
            <a:r>
              <a:rPr lang="en-US" altLang="ko-KR" dirty="0">
                <a:solidFill>
                  <a:srgbClr val="000000"/>
                </a:solidFill>
                <a:ea typeface="바탕체" panose="02030609000101010101" pitchFamily="49" charset="-127"/>
              </a:rPr>
              <a:t>ABM (Asynchronous Balanced Mode)</a:t>
            </a:r>
          </a:p>
          <a:p>
            <a:pPr lvl="1" algn="just"/>
            <a:r>
              <a:rPr lang="en-US" altLang="ko-KR" dirty="0">
                <a:solidFill>
                  <a:srgbClr val="000000"/>
                </a:solidFill>
                <a:ea typeface="바탕체" panose="02030609000101010101" pitchFamily="49" charset="-127"/>
              </a:rPr>
              <a:t>each station can function as a primary and a secondary (acting as peers)</a:t>
            </a:r>
          </a:p>
        </p:txBody>
      </p:sp>
      <p:pic>
        <p:nvPicPr>
          <p:cNvPr id="3" name="Picture 2">
            <a:extLst>
              <a:ext uri="{FF2B5EF4-FFF2-40B4-BE49-F238E27FC236}">
                <a16:creationId xmlns:a16="http://schemas.microsoft.com/office/drawing/2014/main" id="{7C62B42D-092D-4D16-B183-E999E9AD455C}"/>
              </a:ext>
            </a:extLst>
          </p:cNvPr>
          <p:cNvPicPr>
            <a:picLocks noChangeAspect="1"/>
          </p:cNvPicPr>
          <p:nvPr/>
        </p:nvPicPr>
        <p:blipFill>
          <a:blip r:embed="rId2"/>
          <a:stretch>
            <a:fillRect/>
          </a:stretch>
        </p:blipFill>
        <p:spPr>
          <a:xfrm>
            <a:off x="1064568" y="3645024"/>
            <a:ext cx="8049344" cy="2182756"/>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1042" name="Rectangle 2">
            <a:extLst>
              <a:ext uri="{FF2B5EF4-FFF2-40B4-BE49-F238E27FC236}">
                <a16:creationId xmlns:a16="http://schemas.microsoft.com/office/drawing/2014/main" id="{89756F5A-C6A1-4E51-9CCC-7CC028375A5E}"/>
              </a:ext>
            </a:extLst>
          </p:cNvPr>
          <p:cNvSpPr>
            <a:spLocks noGrp="1" noChangeArrowheads="1"/>
          </p:cNvSpPr>
          <p:nvPr>
            <p:ph type="title"/>
          </p:nvPr>
        </p:nvSpPr>
        <p:spPr/>
        <p:txBody>
          <a:bodyPr/>
          <a:lstStyle/>
          <a:p>
            <a:pPr>
              <a:defRPr/>
            </a:pPr>
            <a:r>
              <a:rPr lang="en-US" altLang="ko-KR"/>
              <a:t>HDLC (cont’d)</a:t>
            </a:r>
          </a:p>
        </p:txBody>
      </p:sp>
      <p:sp>
        <p:nvSpPr>
          <p:cNvPr id="132099" name="Rectangle 3">
            <a:extLst>
              <a:ext uri="{FF2B5EF4-FFF2-40B4-BE49-F238E27FC236}">
                <a16:creationId xmlns:a16="http://schemas.microsoft.com/office/drawing/2014/main" id="{50A08058-B064-4928-BF65-C86CF655A8F0}"/>
              </a:ext>
            </a:extLst>
          </p:cNvPr>
          <p:cNvSpPr>
            <a:spLocks noGrp="1" noChangeArrowheads="1"/>
          </p:cNvSpPr>
          <p:nvPr>
            <p:ph type="body" idx="1"/>
          </p:nvPr>
        </p:nvSpPr>
        <p:spPr/>
        <p:txBody>
          <a:bodyPr/>
          <a:lstStyle/>
          <a:p>
            <a:r>
              <a:rPr lang="en-US" altLang="ko-KR"/>
              <a:t> HDLC frame</a:t>
            </a:r>
          </a:p>
        </p:txBody>
      </p:sp>
      <p:pic>
        <p:nvPicPr>
          <p:cNvPr id="3" name="Picture 2">
            <a:extLst>
              <a:ext uri="{FF2B5EF4-FFF2-40B4-BE49-F238E27FC236}">
                <a16:creationId xmlns:a16="http://schemas.microsoft.com/office/drawing/2014/main" id="{BF9D6CAE-45DE-4022-9894-9960BB71AA44}"/>
              </a:ext>
            </a:extLst>
          </p:cNvPr>
          <p:cNvPicPr>
            <a:picLocks noChangeAspect="1"/>
          </p:cNvPicPr>
          <p:nvPr/>
        </p:nvPicPr>
        <p:blipFill>
          <a:blip r:embed="rId2"/>
          <a:stretch>
            <a:fillRect/>
          </a:stretch>
        </p:blipFill>
        <p:spPr>
          <a:xfrm>
            <a:off x="685800" y="2276872"/>
            <a:ext cx="8588375" cy="2952939"/>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2066" name="Rectangle 2">
            <a:extLst>
              <a:ext uri="{FF2B5EF4-FFF2-40B4-BE49-F238E27FC236}">
                <a16:creationId xmlns:a16="http://schemas.microsoft.com/office/drawing/2014/main" id="{63777C00-DD64-4149-8229-26A5D1DEEDAA}"/>
              </a:ext>
            </a:extLst>
          </p:cNvPr>
          <p:cNvSpPr>
            <a:spLocks noGrp="1" noChangeArrowheads="1"/>
          </p:cNvSpPr>
          <p:nvPr>
            <p:ph type="title"/>
          </p:nvPr>
        </p:nvSpPr>
        <p:spPr/>
        <p:txBody>
          <a:bodyPr/>
          <a:lstStyle/>
          <a:p>
            <a:pPr>
              <a:defRPr/>
            </a:pPr>
            <a:r>
              <a:rPr lang="en-US" altLang="ko-KR"/>
              <a:t>HDLC (cont’d)</a:t>
            </a:r>
          </a:p>
        </p:txBody>
      </p:sp>
      <p:sp>
        <p:nvSpPr>
          <p:cNvPr id="133123" name="Rectangle 3">
            <a:extLst>
              <a:ext uri="{FF2B5EF4-FFF2-40B4-BE49-F238E27FC236}">
                <a16:creationId xmlns:a16="http://schemas.microsoft.com/office/drawing/2014/main" id="{8F7067C5-D68E-4937-AE30-ED6C54C02B22}"/>
              </a:ext>
            </a:extLst>
          </p:cNvPr>
          <p:cNvSpPr>
            <a:spLocks noGrp="1" noChangeArrowheads="1"/>
          </p:cNvSpPr>
          <p:nvPr>
            <p:ph type="body" idx="1"/>
          </p:nvPr>
        </p:nvSpPr>
        <p:spPr/>
        <p:txBody>
          <a:bodyPr/>
          <a:lstStyle/>
          <a:p>
            <a:r>
              <a:rPr lang="en-US" altLang="ko-KR" dirty="0">
                <a:solidFill>
                  <a:srgbClr val="000000"/>
                </a:solidFill>
                <a:ea typeface="바탕체" panose="02030609000101010101" pitchFamily="49" charset="-127"/>
              </a:rPr>
              <a:t> HDLC Frame Types</a:t>
            </a:r>
          </a:p>
          <a:p>
            <a:pPr lvl="1"/>
            <a:r>
              <a:rPr lang="en-US" altLang="ko-KR" dirty="0">
                <a:solidFill>
                  <a:srgbClr val="000000"/>
                </a:solidFill>
                <a:ea typeface="바탕체" panose="02030609000101010101" pitchFamily="49" charset="-127"/>
              </a:rPr>
              <a:t>I (Information) Frame</a:t>
            </a:r>
          </a:p>
          <a:p>
            <a:pPr lvl="2"/>
            <a:r>
              <a:rPr lang="en-US" altLang="ko-KR" dirty="0">
                <a:solidFill>
                  <a:srgbClr val="000000"/>
                </a:solidFill>
                <a:ea typeface="바탕체" panose="02030609000101010101" pitchFamily="49" charset="-127"/>
              </a:rPr>
              <a:t>used for user data and control information relating to user data (piggybacking)</a:t>
            </a:r>
          </a:p>
          <a:p>
            <a:pPr lvl="1"/>
            <a:r>
              <a:rPr lang="en-US" altLang="ko-KR" dirty="0">
                <a:solidFill>
                  <a:srgbClr val="000000"/>
                </a:solidFill>
                <a:ea typeface="바탕체" panose="02030609000101010101" pitchFamily="49" charset="-127"/>
              </a:rPr>
              <a:t>S (Supervisory) Frame</a:t>
            </a:r>
          </a:p>
          <a:p>
            <a:pPr lvl="2"/>
            <a:r>
              <a:rPr lang="en-US" altLang="ko-KR" dirty="0">
                <a:solidFill>
                  <a:srgbClr val="000000"/>
                </a:solidFill>
                <a:ea typeface="바탕체" panose="02030609000101010101" pitchFamily="49" charset="-127"/>
              </a:rPr>
              <a:t>used to only to transport control information, primarily data link layer flow and error controls</a:t>
            </a:r>
          </a:p>
          <a:p>
            <a:pPr lvl="1"/>
            <a:r>
              <a:rPr lang="en-US" altLang="ko-KR" dirty="0">
                <a:solidFill>
                  <a:srgbClr val="000000"/>
                </a:solidFill>
                <a:ea typeface="바탕체" panose="02030609000101010101" pitchFamily="49" charset="-127"/>
              </a:rPr>
              <a:t>U (Unnumbered) Frame</a:t>
            </a:r>
          </a:p>
          <a:p>
            <a:pPr lvl="2"/>
            <a:r>
              <a:rPr lang="en-US" altLang="ko-KR" dirty="0">
                <a:ea typeface="바탕체" panose="02030609000101010101" pitchFamily="49" charset="-127"/>
              </a:rPr>
              <a:t>is reserved for system management </a:t>
            </a:r>
          </a:p>
          <a:p>
            <a:pPr lvl="2"/>
            <a:r>
              <a:rPr lang="en-US" altLang="ko-KR" dirty="0">
                <a:ea typeface="바탕체" panose="02030609000101010101" pitchFamily="49" charset="-127"/>
              </a:rPr>
              <a:t>Information carried by U-frame is intended for managing the link itself	</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3090" name="Rectangle 2">
            <a:extLst>
              <a:ext uri="{FF2B5EF4-FFF2-40B4-BE49-F238E27FC236}">
                <a16:creationId xmlns:a16="http://schemas.microsoft.com/office/drawing/2014/main" id="{ED97A7EF-5E59-4616-AF8D-7687CA4DCC71}"/>
              </a:ext>
            </a:extLst>
          </p:cNvPr>
          <p:cNvSpPr>
            <a:spLocks noGrp="1" noChangeArrowheads="1"/>
          </p:cNvSpPr>
          <p:nvPr>
            <p:ph type="title"/>
          </p:nvPr>
        </p:nvSpPr>
        <p:spPr/>
        <p:txBody>
          <a:bodyPr/>
          <a:lstStyle/>
          <a:p>
            <a:pPr>
              <a:defRPr/>
            </a:pPr>
            <a:r>
              <a:rPr lang="en-US" altLang="ko-KR"/>
              <a:t>HDLC (cont’d)</a:t>
            </a:r>
          </a:p>
        </p:txBody>
      </p:sp>
      <p:sp>
        <p:nvSpPr>
          <p:cNvPr id="134147" name="Rectangle 3">
            <a:extLst>
              <a:ext uri="{FF2B5EF4-FFF2-40B4-BE49-F238E27FC236}">
                <a16:creationId xmlns:a16="http://schemas.microsoft.com/office/drawing/2014/main" id="{CB1977A3-BB08-4B0E-81D4-3436D5A630EC}"/>
              </a:ext>
            </a:extLst>
          </p:cNvPr>
          <p:cNvSpPr>
            <a:spLocks noGrp="1" noChangeArrowheads="1"/>
          </p:cNvSpPr>
          <p:nvPr>
            <p:ph type="body" idx="1"/>
          </p:nvPr>
        </p:nvSpPr>
        <p:spPr>
          <a:xfrm>
            <a:off x="415925" y="692150"/>
            <a:ext cx="8875713" cy="5545138"/>
          </a:xfrm>
        </p:spPr>
        <p:txBody>
          <a:bodyPr/>
          <a:lstStyle/>
          <a:p>
            <a:pPr algn="just"/>
            <a:r>
              <a:rPr lang="en-US" altLang="ko-KR" dirty="0">
                <a:solidFill>
                  <a:srgbClr val="000000"/>
                </a:solidFill>
                <a:ea typeface="바탕체" panose="02030609000101010101" pitchFamily="49" charset="-127"/>
              </a:rPr>
              <a:t>Frame may contain up to six fields</a:t>
            </a:r>
          </a:p>
          <a:p>
            <a:pPr lvl="1" algn="just"/>
            <a:r>
              <a:rPr lang="en-US" altLang="ko-KR" sz="1800" dirty="0">
                <a:solidFill>
                  <a:srgbClr val="000000"/>
                </a:solidFill>
                <a:ea typeface="바탕체" panose="02030609000101010101" pitchFamily="49" charset="-127"/>
              </a:rPr>
              <a:t> Flag field</a:t>
            </a:r>
          </a:p>
          <a:p>
            <a:pPr lvl="2" algn="just"/>
            <a:r>
              <a:rPr lang="en-US" altLang="ko-KR" sz="1800" dirty="0">
                <a:solidFill>
                  <a:srgbClr val="000000"/>
                </a:solidFill>
                <a:ea typeface="바탕체" panose="02030609000101010101" pitchFamily="49" charset="-127"/>
              </a:rPr>
              <a:t>The flag field is an 8-bit sequence with the bit pattern 01111110 that identifies both the beginning and the end of a frame and serves as a synchronization pattern for the receiver. </a:t>
            </a:r>
          </a:p>
          <a:p>
            <a:pPr lvl="1" algn="just"/>
            <a:r>
              <a:rPr lang="en-US" altLang="ko-KR" sz="1800" dirty="0">
                <a:solidFill>
                  <a:srgbClr val="000000"/>
                </a:solidFill>
                <a:ea typeface="바탕체" panose="02030609000101010101" pitchFamily="49" charset="-127"/>
              </a:rPr>
              <a:t> Address Field</a:t>
            </a:r>
          </a:p>
          <a:p>
            <a:pPr lvl="2" algn="just"/>
            <a:r>
              <a:rPr lang="en-US" altLang="ko-KR" sz="1800" dirty="0">
                <a:solidFill>
                  <a:srgbClr val="000000"/>
                </a:solidFill>
                <a:ea typeface="바탕체" panose="02030609000101010101" pitchFamily="49" charset="-127"/>
              </a:rPr>
              <a:t>Address field contains the address of the secondary station that is either the originator or destination of the frame.</a:t>
            </a:r>
          </a:p>
        </p:txBody>
      </p:sp>
      <p:pic>
        <p:nvPicPr>
          <p:cNvPr id="134148" name="Picture 4">
            <a:extLst>
              <a:ext uri="{FF2B5EF4-FFF2-40B4-BE49-F238E27FC236}">
                <a16:creationId xmlns:a16="http://schemas.microsoft.com/office/drawing/2014/main" id="{A76EA8E8-5CAF-4309-9D64-8781A8D2A7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7375" y="3716338"/>
            <a:ext cx="7124700" cy="295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4114" name="Rectangle 2">
            <a:extLst>
              <a:ext uri="{FF2B5EF4-FFF2-40B4-BE49-F238E27FC236}">
                <a16:creationId xmlns:a16="http://schemas.microsoft.com/office/drawing/2014/main" id="{B4CB67D1-7365-45C5-A1EA-9B957A3434CF}"/>
              </a:ext>
            </a:extLst>
          </p:cNvPr>
          <p:cNvSpPr>
            <a:spLocks noGrp="1" noChangeArrowheads="1"/>
          </p:cNvSpPr>
          <p:nvPr>
            <p:ph type="title"/>
          </p:nvPr>
        </p:nvSpPr>
        <p:spPr/>
        <p:txBody>
          <a:bodyPr/>
          <a:lstStyle/>
          <a:p>
            <a:pPr>
              <a:defRPr/>
            </a:pPr>
            <a:r>
              <a:rPr lang="en-US" altLang="ko-KR"/>
              <a:t>HDLC (cont’d)</a:t>
            </a:r>
          </a:p>
        </p:txBody>
      </p:sp>
      <p:sp>
        <p:nvSpPr>
          <p:cNvPr id="135171" name="Rectangle 3">
            <a:extLst>
              <a:ext uri="{FF2B5EF4-FFF2-40B4-BE49-F238E27FC236}">
                <a16:creationId xmlns:a16="http://schemas.microsoft.com/office/drawing/2014/main" id="{F3AC5E84-F3FE-4146-BC9A-9B7FAC105390}"/>
              </a:ext>
            </a:extLst>
          </p:cNvPr>
          <p:cNvSpPr>
            <a:spLocks noGrp="1" noChangeArrowheads="1"/>
          </p:cNvSpPr>
          <p:nvPr>
            <p:ph type="body" idx="1"/>
          </p:nvPr>
        </p:nvSpPr>
        <p:spPr/>
        <p:txBody>
          <a:bodyPr/>
          <a:lstStyle/>
          <a:p>
            <a:pPr lvl="1" algn="just"/>
            <a:r>
              <a:rPr lang="en-US" altLang="ko-KR" sz="2400">
                <a:solidFill>
                  <a:srgbClr val="000000"/>
                </a:solidFill>
                <a:ea typeface="바탕체" panose="02030609000101010101" pitchFamily="49" charset="-127"/>
              </a:rPr>
              <a:t> Control Field</a:t>
            </a:r>
          </a:p>
          <a:p>
            <a:pPr lvl="2" algn="just"/>
            <a:r>
              <a:rPr lang="en-US" altLang="ko-KR">
                <a:solidFill>
                  <a:srgbClr val="000000"/>
                </a:solidFill>
                <a:ea typeface="바탕체" panose="02030609000101010101" pitchFamily="49" charset="-127"/>
              </a:rPr>
              <a:t>~ is a 1~2byte segment of the frame used for flow and error control.</a:t>
            </a:r>
          </a:p>
          <a:p>
            <a:pPr lvl="2" algn="just"/>
            <a:r>
              <a:rPr lang="en-US" altLang="ko-KR">
                <a:solidFill>
                  <a:srgbClr val="000000"/>
                </a:solidFill>
                <a:ea typeface="바탕체" panose="02030609000101010101" pitchFamily="49" charset="-127"/>
              </a:rPr>
              <a:t>The interpretation of bits in this field depends on the frame type.</a:t>
            </a:r>
          </a:p>
          <a:p>
            <a:pPr lvl="2" algn="just"/>
            <a:endParaRPr lang="en-US" altLang="ko-KR">
              <a:solidFill>
                <a:srgbClr val="000000"/>
              </a:solidFill>
              <a:ea typeface="바탕체" panose="02030609000101010101" pitchFamily="49" charset="-127"/>
            </a:endParaRPr>
          </a:p>
          <a:p>
            <a:endParaRPr lang="en-US" altLang="ko-KR"/>
          </a:p>
        </p:txBody>
      </p:sp>
      <p:pic>
        <p:nvPicPr>
          <p:cNvPr id="135172" name="Picture 4">
            <a:extLst>
              <a:ext uri="{FF2B5EF4-FFF2-40B4-BE49-F238E27FC236}">
                <a16:creationId xmlns:a16="http://schemas.microsoft.com/office/drawing/2014/main" id="{3718A321-B5D6-41C2-A0FD-6E6E4A27F8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7013" y="2924175"/>
            <a:ext cx="7272337" cy="344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5138" name="Rectangle 2">
            <a:extLst>
              <a:ext uri="{FF2B5EF4-FFF2-40B4-BE49-F238E27FC236}">
                <a16:creationId xmlns:a16="http://schemas.microsoft.com/office/drawing/2014/main" id="{02EE10F1-58F9-4CD0-9AE9-289C02C87EDD}"/>
              </a:ext>
            </a:extLst>
          </p:cNvPr>
          <p:cNvSpPr>
            <a:spLocks noGrp="1" noChangeArrowheads="1"/>
          </p:cNvSpPr>
          <p:nvPr>
            <p:ph type="title"/>
          </p:nvPr>
        </p:nvSpPr>
        <p:spPr/>
        <p:txBody>
          <a:bodyPr/>
          <a:lstStyle/>
          <a:p>
            <a:pPr>
              <a:defRPr/>
            </a:pPr>
            <a:r>
              <a:rPr lang="en-US" altLang="ko-KR"/>
              <a:t>HDLC(cont’d)</a:t>
            </a:r>
          </a:p>
        </p:txBody>
      </p:sp>
      <p:sp>
        <p:nvSpPr>
          <p:cNvPr id="136195" name="Rectangle 3">
            <a:extLst>
              <a:ext uri="{FF2B5EF4-FFF2-40B4-BE49-F238E27FC236}">
                <a16:creationId xmlns:a16="http://schemas.microsoft.com/office/drawing/2014/main" id="{55798BE1-8DC1-4A2B-A37F-A6B0982C1765}"/>
              </a:ext>
            </a:extLst>
          </p:cNvPr>
          <p:cNvSpPr>
            <a:spLocks noGrp="1" noChangeArrowheads="1"/>
          </p:cNvSpPr>
          <p:nvPr>
            <p:ph type="body" idx="1"/>
          </p:nvPr>
        </p:nvSpPr>
        <p:spPr>
          <a:xfrm>
            <a:off x="685800" y="685800"/>
            <a:ext cx="8588375" cy="5334000"/>
          </a:xfrm>
        </p:spPr>
        <p:txBody>
          <a:bodyPr/>
          <a:lstStyle/>
          <a:p>
            <a:pPr>
              <a:buSzTx/>
              <a:buFont typeface="Wingdings" panose="05000000000000000000" pitchFamily="2" charset="2"/>
              <a:buChar char="v"/>
            </a:pPr>
            <a:r>
              <a:rPr lang="en-US" altLang="ko-KR">
                <a:solidFill>
                  <a:srgbClr val="000000"/>
                </a:solidFill>
                <a:ea typeface="바탕체" panose="02030609000101010101" pitchFamily="49" charset="-127"/>
              </a:rPr>
              <a:t> Control Field (S-frame)</a:t>
            </a:r>
          </a:p>
          <a:p>
            <a:pPr lvl="1">
              <a:buSzTx/>
              <a:buFont typeface="Wingdings" panose="05000000000000000000" pitchFamily="2" charset="2"/>
              <a:buChar char="l"/>
            </a:pPr>
            <a:r>
              <a:rPr lang="en-US" altLang="ko-KR">
                <a:ea typeface="바탕체" panose="02030609000101010101" pitchFamily="49" charset="-127"/>
              </a:rPr>
              <a:t> is used for acknowledgment, flow control, and error control </a:t>
            </a:r>
          </a:p>
        </p:txBody>
      </p:sp>
      <p:pic>
        <p:nvPicPr>
          <p:cNvPr id="136196" name="Picture 4">
            <a:extLst>
              <a:ext uri="{FF2B5EF4-FFF2-40B4-BE49-F238E27FC236}">
                <a16:creationId xmlns:a16="http://schemas.microsoft.com/office/drawing/2014/main" id="{111EEFB8-441F-4F81-ADD7-F37EA01DBA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2590800"/>
            <a:ext cx="5018088" cy="350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7186" name="Rectangle 2">
            <a:extLst>
              <a:ext uri="{FF2B5EF4-FFF2-40B4-BE49-F238E27FC236}">
                <a16:creationId xmlns:a16="http://schemas.microsoft.com/office/drawing/2014/main" id="{F99FCAA9-30BB-4746-8941-0B94F3EACF0A}"/>
              </a:ext>
            </a:extLst>
          </p:cNvPr>
          <p:cNvSpPr>
            <a:spLocks noGrp="1" noChangeArrowheads="1"/>
          </p:cNvSpPr>
          <p:nvPr>
            <p:ph type="title"/>
          </p:nvPr>
        </p:nvSpPr>
        <p:spPr/>
        <p:txBody>
          <a:bodyPr/>
          <a:lstStyle/>
          <a:p>
            <a:pPr>
              <a:defRPr/>
            </a:pPr>
            <a:r>
              <a:rPr lang="en-US" altLang="ko-KR"/>
              <a:t>HDLC (cont’d)</a:t>
            </a:r>
          </a:p>
        </p:txBody>
      </p:sp>
      <p:sp>
        <p:nvSpPr>
          <p:cNvPr id="137219" name="Rectangle 3">
            <a:extLst>
              <a:ext uri="{FF2B5EF4-FFF2-40B4-BE49-F238E27FC236}">
                <a16:creationId xmlns:a16="http://schemas.microsoft.com/office/drawing/2014/main" id="{3CE62A24-C5C0-4206-BF97-10468D872C03}"/>
              </a:ext>
            </a:extLst>
          </p:cNvPr>
          <p:cNvSpPr>
            <a:spLocks noGrp="1" noChangeArrowheads="1"/>
          </p:cNvSpPr>
          <p:nvPr>
            <p:ph type="body" idx="1"/>
          </p:nvPr>
        </p:nvSpPr>
        <p:spPr>
          <a:xfrm>
            <a:off x="704850" y="765175"/>
            <a:ext cx="8588375" cy="5334000"/>
          </a:xfrm>
        </p:spPr>
        <p:txBody>
          <a:bodyPr/>
          <a:lstStyle/>
          <a:p>
            <a:pPr>
              <a:buFont typeface="Wingdings" panose="05000000000000000000" pitchFamily="2" charset="2"/>
              <a:buChar char="v"/>
            </a:pPr>
            <a:r>
              <a:rPr lang="en-US" altLang="ko-KR">
                <a:solidFill>
                  <a:srgbClr val="000000"/>
                </a:solidFill>
                <a:ea typeface="바탕체" panose="02030609000101010101" pitchFamily="49" charset="-127"/>
              </a:rPr>
              <a:t> Control Field (U-Frame)</a:t>
            </a:r>
          </a:p>
          <a:p>
            <a:pPr lvl="1">
              <a:buFont typeface="Wingdings" panose="05000000000000000000" pitchFamily="2" charset="2"/>
              <a:buChar char="l"/>
            </a:pPr>
            <a:r>
              <a:rPr lang="en-US" altLang="ko-KR">
                <a:solidFill>
                  <a:srgbClr val="000000"/>
                </a:solidFill>
                <a:ea typeface="바탕체" panose="02030609000101010101" pitchFamily="49" charset="-127"/>
              </a:rPr>
              <a:t> </a:t>
            </a:r>
            <a:r>
              <a:rPr lang="en-US" altLang="ko-KR">
                <a:ea typeface="바탕체" panose="02030609000101010101" pitchFamily="49" charset="-127"/>
              </a:rPr>
              <a:t>is used to exchange session management and control information between connected devices</a:t>
            </a:r>
          </a:p>
        </p:txBody>
      </p:sp>
      <p:pic>
        <p:nvPicPr>
          <p:cNvPr id="137220" name="Picture 4">
            <a:extLst>
              <a:ext uri="{FF2B5EF4-FFF2-40B4-BE49-F238E27FC236}">
                <a16:creationId xmlns:a16="http://schemas.microsoft.com/office/drawing/2014/main" id="{0CBB0D1B-0302-4DE9-9504-650D35D54A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8813" y="2205038"/>
            <a:ext cx="6769100" cy="398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8210" name="Rectangle 2">
            <a:extLst>
              <a:ext uri="{FF2B5EF4-FFF2-40B4-BE49-F238E27FC236}">
                <a16:creationId xmlns:a16="http://schemas.microsoft.com/office/drawing/2014/main" id="{EBBCD5E6-3DD0-4E81-A9E9-160ADFCDF2A2}"/>
              </a:ext>
            </a:extLst>
          </p:cNvPr>
          <p:cNvSpPr>
            <a:spLocks noGrp="1" noChangeArrowheads="1"/>
          </p:cNvSpPr>
          <p:nvPr>
            <p:ph type="title"/>
          </p:nvPr>
        </p:nvSpPr>
        <p:spPr/>
        <p:txBody>
          <a:bodyPr/>
          <a:lstStyle/>
          <a:p>
            <a:pPr>
              <a:defRPr/>
            </a:pPr>
            <a:r>
              <a:rPr lang="en-US" altLang="ko-KR"/>
              <a:t>HDLC (cont’d)</a:t>
            </a:r>
          </a:p>
        </p:txBody>
      </p:sp>
      <p:sp>
        <p:nvSpPr>
          <p:cNvPr id="138243" name="Rectangle 3">
            <a:extLst>
              <a:ext uri="{FF2B5EF4-FFF2-40B4-BE49-F238E27FC236}">
                <a16:creationId xmlns:a16="http://schemas.microsoft.com/office/drawing/2014/main" id="{2044E2F3-7D8B-4808-8263-1F7715E2562D}"/>
              </a:ext>
            </a:extLst>
          </p:cNvPr>
          <p:cNvSpPr>
            <a:spLocks noGrp="1" noChangeArrowheads="1"/>
          </p:cNvSpPr>
          <p:nvPr>
            <p:ph type="body" idx="1"/>
          </p:nvPr>
        </p:nvSpPr>
        <p:spPr>
          <a:xfrm>
            <a:off x="488950" y="908050"/>
            <a:ext cx="9001125" cy="5400675"/>
          </a:xfrm>
        </p:spPr>
        <p:txBody>
          <a:bodyPr/>
          <a:lstStyle/>
          <a:p>
            <a:pPr lvl="1" algn="just"/>
            <a:r>
              <a:rPr lang="en-US" altLang="ko-KR" sz="2400">
                <a:solidFill>
                  <a:srgbClr val="000000"/>
                </a:solidFill>
                <a:ea typeface="바탕체" panose="02030609000101010101" pitchFamily="49" charset="-127"/>
              </a:rPr>
              <a:t> Information Field</a:t>
            </a:r>
          </a:p>
          <a:p>
            <a:pPr lvl="2" algn="just"/>
            <a:r>
              <a:rPr lang="en-US" altLang="ko-KR">
                <a:solidFill>
                  <a:srgbClr val="000000"/>
                </a:solidFill>
                <a:ea typeface="바탕체" panose="02030609000101010101" pitchFamily="49" charset="-127"/>
              </a:rPr>
              <a:t>~ contains the user’s data from the network layer or management information.</a:t>
            </a:r>
          </a:p>
          <a:p>
            <a:pPr lvl="2" algn="just"/>
            <a:endParaRPr lang="en-US" altLang="ko-KR">
              <a:solidFill>
                <a:srgbClr val="000000"/>
              </a:solidFill>
              <a:ea typeface="바탕체" panose="02030609000101010101" pitchFamily="49" charset="-127"/>
            </a:endParaRPr>
          </a:p>
          <a:p>
            <a:pPr lvl="2" algn="just"/>
            <a:endParaRPr lang="en-US" altLang="ko-KR">
              <a:solidFill>
                <a:srgbClr val="000000"/>
              </a:solidFill>
              <a:ea typeface="바탕체" panose="02030609000101010101" pitchFamily="49" charset="-127"/>
            </a:endParaRPr>
          </a:p>
          <a:p>
            <a:pPr lvl="2" algn="just"/>
            <a:endParaRPr lang="en-US" altLang="ko-KR">
              <a:solidFill>
                <a:srgbClr val="000000"/>
              </a:solidFill>
              <a:ea typeface="바탕체" panose="02030609000101010101" pitchFamily="49" charset="-127"/>
            </a:endParaRPr>
          </a:p>
          <a:p>
            <a:pPr lvl="2" algn="just"/>
            <a:endParaRPr lang="en-US" altLang="ko-KR">
              <a:solidFill>
                <a:srgbClr val="000000"/>
              </a:solidFill>
              <a:ea typeface="바탕체" panose="02030609000101010101" pitchFamily="49" charset="-127"/>
            </a:endParaRPr>
          </a:p>
          <a:p>
            <a:pPr lvl="1" algn="just"/>
            <a:r>
              <a:rPr lang="en-US" altLang="ko-KR" sz="2400">
                <a:ea typeface="바탕체" panose="02030609000101010101" pitchFamily="49" charset="-127"/>
              </a:rPr>
              <a:t> FCS (Frame Check Sequence) Field</a:t>
            </a:r>
          </a:p>
          <a:p>
            <a:pPr lvl="2" algn="just"/>
            <a:r>
              <a:rPr lang="en-US" altLang="ko-KR">
                <a:ea typeface="바탕체" panose="02030609000101010101" pitchFamily="49" charset="-127"/>
              </a:rPr>
              <a:t>The frame check sequence is the HDLC error detection field.</a:t>
            </a:r>
          </a:p>
          <a:p>
            <a:pPr lvl="2" algn="just"/>
            <a:endParaRPr lang="en-US" altLang="ko-KR">
              <a:ea typeface="바탕체" panose="02030609000101010101" pitchFamily="49" charset="-127"/>
            </a:endParaRPr>
          </a:p>
          <a:p>
            <a:endParaRPr lang="en-US" altLang="ko-KR"/>
          </a:p>
        </p:txBody>
      </p:sp>
      <p:pic>
        <p:nvPicPr>
          <p:cNvPr id="138244" name="Picture 4">
            <a:extLst>
              <a:ext uri="{FF2B5EF4-FFF2-40B4-BE49-F238E27FC236}">
                <a16:creationId xmlns:a16="http://schemas.microsoft.com/office/drawing/2014/main" id="{644406F9-5CE6-410A-BD5B-448AC6412C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1338" y="2349500"/>
            <a:ext cx="4679950"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8245" name="Picture 5">
            <a:extLst>
              <a:ext uri="{FF2B5EF4-FFF2-40B4-BE49-F238E27FC236}">
                <a16:creationId xmlns:a16="http://schemas.microsoft.com/office/drawing/2014/main" id="{74596098-D8C7-4533-88E9-41E89A87BA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65438" y="4868863"/>
            <a:ext cx="4968875" cy="143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Text Box 2">
            <a:extLst>
              <a:ext uri="{FF2B5EF4-FFF2-40B4-BE49-F238E27FC236}">
                <a16:creationId xmlns:a16="http://schemas.microsoft.com/office/drawing/2014/main" id="{97ACD32C-1D1D-4017-B8CE-224F551A252A}"/>
              </a:ext>
            </a:extLst>
          </p:cNvPr>
          <p:cNvSpPr txBox="1">
            <a:spLocks noChangeArrowheads="1"/>
          </p:cNvSpPr>
          <p:nvPr/>
        </p:nvSpPr>
        <p:spPr bwMode="auto">
          <a:xfrm>
            <a:off x="330200" y="685800"/>
            <a:ext cx="591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2400" b="1">
                <a:solidFill>
                  <a:schemeClr val="folHlink"/>
                </a:solidFill>
                <a:latin typeface="Times New Roman" panose="02020603050405020304" pitchFamily="18" charset="0"/>
                <a:ea typeface="굴림" panose="020B0600000101010101" pitchFamily="34" charset="-127"/>
              </a:rPr>
              <a:t>Table 11.1  </a:t>
            </a:r>
            <a:r>
              <a:rPr kumimoji="0" lang="en-US" altLang="ko-KR" sz="2000" b="1" i="1">
                <a:latin typeface="Times New Roman" panose="02020603050405020304" pitchFamily="18" charset="0"/>
                <a:ea typeface="굴림" panose="020B0600000101010101" pitchFamily="34" charset="-127"/>
              </a:rPr>
              <a:t>U-frame control command and response</a:t>
            </a:r>
          </a:p>
        </p:txBody>
      </p:sp>
      <p:pic>
        <p:nvPicPr>
          <p:cNvPr id="139267" name="Picture 3">
            <a:extLst>
              <a:ext uri="{FF2B5EF4-FFF2-40B4-BE49-F238E27FC236}">
                <a16:creationId xmlns:a16="http://schemas.microsoft.com/office/drawing/2014/main" id="{4C7D7D50-5EAA-47C6-B05A-E08D4FEB05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450" y="1158875"/>
            <a:ext cx="9486900" cy="501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19236" name="Rectangle 4">
            <a:extLst>
              <a:ext uri="{FF2B5EF4-FFF2-40B4-BE49-F238E27FC236}">
                <a16:creationId xmlns:a16="http://schemas.microsoft.com/office/drawing/2014/main" id="{40EF79A6-0908-44D5-A202-D64EEEEC1B3E}"/>
              </a:ext>
            </a:extLst>
          </p:cNvPr>
          <p:cNvSpPr>
            <a:spLocks noChangeArrowheads="1"/>
          </p:cNvSpPr>
          <p:nvPr/>
        </p:nvSpPr>
        <p:spPr bwMode="auto">
          <a:xfrm>
            <a:off x="722313" y="258763"/>
            <a:ext cx="8582025" cy="503237"/>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lang="en-US" altLang="ko-KR" sz="2800" b="1">
                <a:solidFill>
                  <a:schemeClr val="bg1"/>
                </a:solidFill>
                <a:effectLst>
                  <a:outerShdw blurRad="38100" dist="38100" dir="2700000" algn="tl">
                    <a:srgbClr val="000000"/>
                  </a:outerShdw>
                </a:effectLst>
                <a:latin typeface="Arial" charset="0"/>
                <a:ea typeface="돋움" pitchFamily="50" charset="-127"/>
              </a:rPr>
              <a:t>HDLC (cont’d)</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9">
            <a:extLst>
              <a:ext uri="{FF2B5EF4-FFF2-40B4-BE49-F238E27FC236}">
                <a16:creationId xmlns:a16="http://schemas.microsoft.com/office/drawing/2014/main" id="{874DA606-1A8F-4D5C-8078-395B661B072B}"/>
              </a:ext>
            </a:extLst>
          </p:cNvPr>
          <p:cNvSpPr>
            <a:spLocks noChangeArrowheads="1"/>
          </p:cNvSpPr>
          <p:nvPr/>
        </p:nvSpPr>
        <p:spPr bwMode="auto">
          <a:xfrm>
            <a:off x="273050" y="1773238"/>
            <a:ext cx="9410700" cy="337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pPr algn="just"/>
            <a:r>
              <a:rPr kumimoji="0" lang="en-US" altLang="ko-KR" sz="2400" b="1">
                <a:ea typeface="굴림" panose="020B0600000101010101" pitchFamily="34" charset="-127"/>
              </a:rPr>
              <a:t>Figure 11.29 shows how U-frames can be used for connection establishment and connection release. Node A asks for a connection with a set asynchronous balanced mode (SABM) frame; node B gives a positive response with an unnumbered acknowledgment (UA) frame. After these two exchanges, data can be transferred between the two nodes (not shown in the figure). After data transfer, node A sends a DISC (disconnect) frame to release the connection; it is confirmed by node B responding with a UA (unnumbered acknowledgment).</a:t>
            </a:r>
          </a:p>
        </p:txBody>
      </p:sp>
      <p:sp>
        <p:nvSpPr>
          <p:cNvPr id="141315" name="Text Box 10">
            <a:extLst>
              <a:ext uri="{FF2B5EF4-FFF2-40B4-BE49-F238E27FC236}">
                <a16:creationId xmlns:a16="http://schemas.microsoft.com/office/drawing/2014/main" id="{C6B76221-7BFD-42A3-BD07-FA22C0658215}"/>
              </a:ext>
            </a:extLst>
          </p:cNvPr>
          <p:cNvSpPr txBox="1">
            <a:spLocks noChangeArrowheads="1"/>
          </p:cNvSpPr>
          <p:nvPr/>
        </p:nvSpPr>
        <p:spPr bwMode="auto">
          <a:xfrm>
            <a:off x="560388" y="1196975"/>
            <a:ext cx="248761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3200" b="1" i="1">
                <a:solidFill>
                  <a:schemeClr val="hlink"/>
                </a:solidFill>
                <a:latin typeface="Times New Roman" panose="02020603050405020304" pitchFamily="18" charset="0"/>
                <a:ea typeface="굴림" panose="020B0600000101010101" pitchFamily="34" charset="-127"/>
              </a:rPr>
              <a:t>Example 11.9</a:t>
            </a:r>
          </a:p>
        </p:txBody>
      </p:sp>
      <p:sp>
        <p:nvSpPr>
          <p:cNvPr id="1121291" name="Rectangle 11">
            <a:extLst>
              <a:ext uri="{FF2B5EF4-FFF2-40B4-BE49-F238E27FC236}">
                <a16:creationId xmlns:a16="http://schemas.microsoft.com/office/drawing/2014/main" id="{651A30A2-845D-49F6-A08F-C1FF58FD7FBA}"/>
              </a:ext>
            </a:extLst>
          </p:cNvPr>
          <p:cNvSpPr>
            <a:spLocks noChangeArrowheads="1"/>
          </p:cNvSpPr>
          <p:nvPr/>
        </p:nvSpPr>
        <p:spPr bwMode="auto">
          <a:xfrm>
            <a:off x="722313" y="258763"/>
            <a:ext cx="8582025" cy="503237"/>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lang="en-US" altLang="ko-KR" sz="2800" b="1">
                <a:solidFill>
                  <a:schemeClr val="bg1"/>
                </a:solidFill>
                <a:effectLst>
                  <a:outerShdw blurRad="38100" dist="38100" dir="2700000" algn="tl">
                    <a:srgbClr val="000000"/>
                  </a:outerShdw>
                </a:effectLst>
                <a:latin typeface="Arial" charset="0"/>
                <a:ea typeface="돋움" pitchFamily="50" charset="-127"/>
              </a:rPr>
              <a:t>HDLC (cont’d)</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Text Box 4">
            <a:extLst>
              <a:ext uri="{FF2B5EF4-FFF2-40B4-BE49-F238E27FC236}">
                <a16:creationId xmlns:a16="http://schemas.microsoft.com/office/drawing/2014/main" id="{2DAFDC3C-1F3C-4A88-AD1F-68C26F6E1175}"/>
              </a:ext>
            </a:extLst>
          </p:cNvPr>
          <p:cNvSpPr txBox="1">
            <a:spLocks noChangeArrowheads="1"/>
          </p:cNvSpPr>
          <p:nvPr/>
        </p:nvSpPr>
        <p:spPr bwMode="auto">
          <a:xfrm>
            <a:off x="415925" y="1052513"/>
            <a:ext cx="6357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2400" b="1">
                <a:solidFill>
                  <a:schemeClr val="folHlink"/>
                </a:solidFill>
                <a:latin typeface="Times New Roman" panose="02020603050405020304" pitchFamily="18" charset="0"/>
                <a:ea typeface="굴림" panose="020B0600000101010101" pitchFamily="34" charset="-127"/>
              </a:rPr>
              <a:t>Figure 11.29  </a:t>
            </a:r>
            <a:r>
              <a:rPr kumimoji="0" lang="en-US" altLang="ko-KR" sz="2000" b="1" i="1">
                <a:latin typeface="Times New Roman" panose="02020603050405020304" pitchFamily="18" charset="0"/>
                <a:ea typeface="굴림" panose="020B0600000101010101" pitchFamily="34" charset="-127"/>
              </a:rPr>
              <a:t>Example of connection and disconnection</a:t>
            </a:r>
          </a:p>
        </p:txBody>
      </p:sp>
      <p:pic>
        <p:nvPicPr>
          <p:cNvPr id="143363" name="Picture 6">
            <a:extLst>
              <a:ext uri="{FF2B5EF4-FFF2-40B4-BE49-F238E27FC236}">
                <a16:creationId xmlns:a16="http://schemas.microsoft.com/office/drawing/2014/main" id="{99797318-9E5A-4327-ACDF-F84A9E12EC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36875" y="1628775"/>
            <a:ext cx="5040313" cy="496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3335" name="Rectangle 7">
            <a:extLst>
              <a:ext uri="{FF2B5EF4-FFF2-40B4-BE49-F238E27FC236}">
                <a16:creationId xmlns:a16="http://schemas.microsoft.com/office/drawing/2014/main" id="{072C645C-DA4B-4D94-A0EA-070060E7B312}"/>
              </a:ext>
            </a:extLst>
          </p:cNvPr>
          <p:cNvSpPr>
            <a:spLocks noChangeArrowheads="1"/>
          </p:cNvSpPr>
          <p:nvPr/>
        </p:nvSpPr>
        <p:spPr bwMode="auto">
          <a:xfrm>
            <a:off x="722313" y="258763"/>
            <a:ext cx="8582025" cy="503237"/>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lang="en-US" altLang="ko-KR" sz="2800" b="1">
                <a:solidFill>
                  <a:schemeClr val="bg1"/>
                </a:solidFill>
                <a:effectLst>
                  <a:outerShdw blurRad="38100" dist="38100" dir="2700000" algn="tl">
                    <a:srgbClr val="000000"/>
                  </a:outerShdw>
                </a:effectLst>
                <a:latin typeface="Arial" charset="0"/>
                <a:ea typeface="돋움" pitchFamily="50" charset="-127"/>
              </a:rPr>
              <a:t>HDLC (cont’s)</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9">
            <a:extLst>
              <a:ext uri="{FF2B5EF4-FFF2-40B4-BE49-F238E27FC236}">
                <a16:creationId xmlns:a16="http://schemas.microsoft.com/office/drawing/2014/main" id="{0FDA6064-3DDE-4C62-B0F0-19FD108B2330}"/>
              </a:ext>
            </a:extLst>
          </p:cNvPr>
          <p:cNvSpPr>
            <a:spLocks noChangeArrowheads="1"/>
          </p:cNvSpPr>
          <p:nvPr/>
        </p:nvSpPr>
        <p:spPr bwMode="auto">
          <a:xfrm>
            <a:off x="344488" y="1700213"/>
            <a:ext cx="9410700" cy="374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2400" b="1">
                <a:ea typeface="굴림" panose="020B0600000101010101" pitchFamily="34" charset="-127"/>
              </a:rPr>
              <a:t>Figure 11.30 shows an exchange using piggybacking. Node A begins the exchange of information with an </a:t>
            </a:r>
            <a:br>
              <a:rPr kumimoji="0" lang="en-US" altLang="ko-KR" sz="2400" b="1">
                <a:ea typeface="굴림" panose="020B0600000101010101" pitchFamily="34" charset="-127"/>
              </a:rPr>
            </a:br>
            <a:r>
              <a:rPr kumimoji="0" lang="en-US" altLang="ko-KR" sz="2400" b="1">
                <a:ea typeface="굴림" panose="020B0600000101010101" pitchFamily="34" charset="-127"/>
              </a:rPr>
              <a:t>I-frame numbered 0 followed by another I-frame numbered 1. Node B piggybacks its acknowledgment of both frames onto an I-frame of its own. Node B’s first </a:t>
            </a:r>
            <a:br>
              <a:rPr kumimoji="0" lang="en-US" altLang="ko-KR" sz="2400" b="1">
                <a:ea typeface="굴림" panose="020B0600000101010101" pitchFamily="34" charset="-127"/>
              </a:rPr>
            </a:br>
            <a:r>
              <a:rPr kumimoji="0" lang="en-US" altLang="ko-KR" sz="2400" b="1">
                <a:ea typeface="굴림" panose="020B0600000101010101" pitchFamily="34" charset="-127"/>
              </a:rPr>
              <a:t>I-frame is also numbered 0 [N(S) field] and contains a 2 in its N(R) field, acknowledging the receipt of A’s frames 1 and 0 and indicating that it expects frame 2 to arrive next. Node B transmits its second and third I-frames (numbered 1 and 2) before accepting further frames from node A</a:t>
            </a:r>
            <a:r>
              <a:rPr kumimoji="0" lang="en-US" altLang="ko-KR" sz="2400" b="1" i="1">
                <a:ea typeface="굴림" panose="020B0600000101010101" pitchFamily="34" charset="-127"/>
              </a:rPr>
              <a:t>. </a:t>
            </a:r>
          </a:p>
        </p:txBody>
      </p:sp>
      <p:sp>
        <p:nvSpPr>
          <p:cNvPr id="145411" name="Text Box 10">
            <a:extLst>
              <a:ext uri="{FF2B5EF4-FFF2-40B4-BE49-F238E27FC236}">
                <a16:creationId xmlns:a16="http://schemas.microsoft.com/office/drawing/2014/main" id="{761839E3-1E8E-4711-BA19-AF114AC16E14}"/>
              </a:ext>
            </a:extLst>
          </p:cNvPr>
          <p:cNvSpPr txBox="1">
            <a:spLocks noChangeArrowheads="1"/>
          </p:cNvSpPr>
          <p:nvPr/>
        </p:nvSpPr>
        <p:spPr bwMode="auto">
          <a:xfrm>
            <a:off x="415925" y="1052513"/>
            <a:ext cx="26908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3200" b="1" i="1">
                <a:solidFill>
                  <a:schemeClr val="hlink"/>
                </a:solidFill>
                <a:latin typeface="Times New Roman" panose="02020603050405020304" pitchFamily="18" charset="0"/>
                <a:ea typeface="굴림" panose="020B0600000101010101" pitchFamily="34" charset="-127"/>
              </a:rPr>
              <a:t>Example 11.10</a:t>
            </a:r>
          </a:p>
        </p:txBody>
      </p:sp>
      <p:sp>
        <p:nvSpPr>
          <p:cNvPr id="1125387" name="Rectangle 11">
            <a:extLst>
              <a:ext uri="{FF2B5EF4-FFF2-40B4-BE49-F238E27FC236}">
                <a16:creationId xmlns:a16="http://schemas.microsoft.com/office/drawing/2014/main" id="{007601F1-9C7B-4558-9817-AF133DFB1854}"/>
              </a:ext>
            </a:extLst>
          </p:cNvPr>
          <p:cNvSpPr>
            <a:spLocks noChangeArrowheads="1"/>
          </p:cNvSpPr>
          <p:nvPr/>
        </p:nvSpPr>
        <p:spPr bwMode="auto">
          <a:xfrm>
            <a:off x="722313" y="258763"/>
            <a:ext cx="8582025" cy="503237"/>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lang="en-US" altLang="ko-KR" sz="2800" b="1">
                <a:solidFill>
                  <a:schemeClr val="bg1"/>
                </a:solidFill>
                <a:effectLst>
                  <a:outerShdw blurRad="38100" dist="38100" dir="2700000" algn="tl">
                    <a:srgbClr val="000000"/>
                  </a:outerShdw>
                </a:effectLst>
                <a:latin typeface="Arial" charset="0"/>
                <a:ea typeface="돋움" pitchFamily="50" charset="-127"/>
              </a:rPr>
              <a:t>HDLC (cont’d)</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9">
            <a:extLst>
              <a:ext uri="{FF2B5EF4-FFF2-40B4-BE49-F238E27FC236}">
                <a16:creationId xmlns:a16="http://schemas.microsoft.com/office/drawing/2014/main" id="{36E90102-6513-4BA0-BE83-108832CD5DE4}"/>
              </a:ext>
            </a:extLst>
          </p:cNvPr>
          <p:cNvSpPr>
            <a:spLocks noChangeArrowheads="1"/>
          </p:cNvSpPr>
          <p:nvPr/>
        </p:nvSpPr>
        <p:spPr bwMode="auto">
          <a:xfrm>
            <a:off x="344488" y="2276475"/>
            <a:ext cx="9410700" cy="301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pPr algn="just"/>
            <a:r>
              <a:rPr kumimoji="0" lang="en-US" altLang="ko-KR" sz="2400" b="1">
                <a:ea typeface="굴림" panose="020B0600000101010101" pitchFamily="34" charset="-127"/>
              </a:rPr>
              <a:t>Its N(R) information, therefore, has not changed: B frames 1 and 2 indicate that node B is still expecting A’s frame 2 to arrive next. Node A has sent all its data. Therefore, it cannot piggyback an acknowledgment onto an I-frame and sends an S-frame instead. The RR code indicates that A is still ready to receive. The number 3 in the N(R) field tells B that frames 0, 1, and 2 have all been accepted and that A is now expecting frame number 3.</a:t>
            </a:r>
          </a:p>
        </p:txBody>
      </p:sp>
      <p:sp>
        <p:nvSpPr>
          <p:cNvPr id="147459" name="Text Box 10">
            <a:extLst>
              <a:ext uri="{FF2B5EF4-FFF2-40B4-BE49-F238E27FC236}">
                <a16:creationId xmlns:a16="http://schemas.microsoft.com/office/drawing/2014/main" id="{2B8CB8F1-F43D-4CDA-AFF2-57C5F7F2E757}"/>
              </a:ext>
            </a:extLst>
          </p:cNvPr>
          <p:cNvSpPr txBox="1">
            <a:spLocks noChangeArrowheads="1"/>
          </p:cNvSpPr>
          <p:nvPr/>
        </p:nvSpPr>
        <p:spPr bwMode="auto">
          <a:xfrm>
            <a:off x="344488" y="1484313"/>
            <a:ext cx="473233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3200" b="1" i="1">
                <a:solidFill>
                  <a:schemeClr val="hlink"/>
                </a:solidFill>
                <a:latin typeface="Times New Roman" panose="02020603050405020304" pitchFamily="18" charset="0"/>
                <a:ea typeface="굴림" panose="020B0600000101010101" pitchFamily="34" charset="-127"/>
              </a:rPr>
              <a:t>Example 11.10 (continued)</a:t>
            </a:r>
          </a:p>
        </p:txBody>
      </p:sp>
      <p:sp>
        <p:nvSpPr>
          <p:cNvPr id="1127435" name="Rectangle 11">
            <a:extLst>
              <a:ext uri="{FF2B5EF4-FFF2-40B4-BE49-F238E27FC236}">
                <a16:creationId xmlns:a16="http://schemas.microsoft.com/office/drawing/2014/main" id="{3044471A-EA3E-4587-986F-02ABAE38CFBE}"/>
              </a:ext>
            </a:extLst>
          </p:cNvPr>
          <p:cNvSpPr>
            <a:spLocks noChangeArrowheads="1"/>
          </p:cNvSpPr>
          <p:nvPr/>
        </p:nvSpPr>
        <p:spPr bwMode="auto">
          <a:xfrm>
            <a:off x="722313" y="258763"/>
            <a:ext cx="8582025" cy="503237"/>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lang="en-US" altLang="ko-KR" sz="2800" b="1">
                <a:solidFill>
                  <a:schemeClr val="bg1"/>
                </a:solidFill>
                <a:effectLst>
                  <a:outerShdw blurRad="38100" dist="38100" dir="2700000" algn="tl">
                    <a:srgbClr val="000000"/>
                  </a:outerShdw>
                </a:effectLst>
                <a:latin typeface="Arial" charset="0"/>
                <a:ea typeface="돋움" pitchFamily="50" charset="-127"/>
              </a:rPr>
              <a:t>HDLC (cont’d)</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Text Box 4">
            <a:extLst>
              <a:ext uri="{FF2B5EF4-FFF2-40B4-BE49-F238E27FC236}">
                <a16:creationId xmlns:a16="http://schemas.microsoft.com/office/drawing/2014/main" id="{6D583244-5016-4A99-BD1C-E5D5AD013263}"/>
              </a:ext>
            </a:extLst>
          </p:cNvPr>
          <p:cNvSpPr txBox="1">
            <a:spLocks noChangeArrowheads="1"/>
          </p:cNvSpPr>
          <p:nvPr/>
        </p:nvSpPr>
        <p:spPr bwMode="auto">
          <a:xfrm>
            <a:off x="273050" y="692150"/>
            <a:ext cx="6075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2400" b="1">
                <a:solidFill>
                  <a:schemeClr val="folHlink"/>
                </a:solidFill>
                <a:latin typeface="Times New Roman" panose="02020603050405020304" pitchFamily="18" charset="0"/>
                <a:ea typeface="굴림" panose="020B0600000101010101" pitchFamily="34" charset="-127"/>
              </a:rPr>
              <a:t>Figure 11.30  </a:t>
            </a:r>
            <a:r>
              <a:rPr kumimoji="0" lang="en-US" altLang="ko-KR" sz="2000" b="1" i="1">
                <a:latin typeface="Times New Roman" panose="02020603050405020304" pitchFamily="18" charset="0"/>
                <a:ea typeface="굴림" panose="020B0600000101010101" pitchFamily="34" charset="-127"/>
              </a:rPr>
              <a:t>Example of piggybacking without error</a:t>
            </a:r>
          </a:p>
        </p:txBody>
      </p:sp>
      <p:pic>
        <p:nvPicPr>
          <p:cNvPr id="149507" name="Picture 6">
            <a:extLst>
              <a:ext uri="{FF2B5EF4-FFF2-40B4-BE49-F238E27FC236}">
                <a16:creationId xmlns:a16="http://schemas.microsoft.com/office/drawing/2014/main" id="{5BE6C6F3-75D1-4999-B93C-E930E4381B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8675" y="1125538"/>
            <a:ext cx="3722688" cy="521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9479" name="Rectangle 7">
            <a:extLst>
              <a:ext uri="{FF2B5EF4-FFF2-40B4-BE49-F238E27FC236}">
                <a16:creationId xmlns:a16="http://schemas.microsoft.com/office/drawing/2014/main" id="{B16086C1-5CE7-41D3-8BD9-7047EE2096B3}"/>
              </a:ext>
            </a:extLst>
          </p:cNvPr>
          <p:cNvSpPr>
            <a:spLocks noChangeArrowheads="1"/>
          </p:cNvSpPr>
          <p:nvPr/>
        </p:nvSpPr>
        <p:spPr bwMode="auto">
          <a:xfrm>
            <a:off x="722313" y="258763"/>
            <a:ext cx="8582025" cy="503237"/>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lang="en-US" altLang="ko-KR" sz="2800" b="1">
                <a:solidFill>
                  <a:schemeClr val="bg1"/>
                </a:solidFill>
                <a:effectLst>
                  <a:outerShdw blurRad="38100" dist="38100" dir="2700000" algn="tl">
                    <a:srgbClr val="000000"/>
                  </a:outerShdw>
                </a:effectLst>
                <a:latin typeface="Arial" charset="0"/>
                <a:ea typeface="돋움" pitchFamily="50" charset="-127"/>
              </a:rPr>
              <a:t>HDLC (cont’d)</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9">
            <a:extLst>
              <a:ext uri="{FF2B5EF4-FFF2-40B4-BE49-F238E27FC236}">
                <a16:creationId xmlns:a16="http://schemas.microsoft.com/office/drawing/2014/main" id="{89AC8C77-B652-4865-BC13-07EB2279F1D7}"/>
              </a:ext>
            </a:extLst>
          </p:cNvPr>
          <p:cNvSpPr>
            <a:spLocks noChangeArrowheads="1"/>
          </p:cNvSpPr>
          <p:nvPr/>
        </p:nvSpPr>
        <p:spPr bwMode="auto">
          <a:xfrm>
            <a:off x="273050" y="1989138"/>
            <a:ext cx="9410700" cy="374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pPr algn="just"/>
            <a:r>
              <a:rPr kumimoji="0" lang="en-US" altLang="ko-KR" sz="2400" b="1">
                <a:ea typeface="굴림" panose="020B0600000101010101" pitchFamily="34" charset="-127"/>
              </a:rPr>
              <a:t>Figure 11.31 shows an exchange in which a frame is lost. Node B sends three data frames (0, 1, and 2), but frame 1 is lost. When node A receives frame 2, it discards it and sends a REJ frame for frame 1. Note that the protocol being used is Go-Back-N with the special use of an REJ frame as a NAK frame. The NAK frame does two things here: It confirms the receipt of frame 0 and declares that frame 1 and any following frames must be resent. Node B, after receiving the REJ frame, resends frames 1 and 2. Node A acknowledges the receipt by sending an RR frame (ACK) with acknowledgment number 3.</a:t>
            </a:r>
          </a:p>
        </p:txBody>
      </p:sp>
      <p:sp>
        <p:nvSpPr>
          <p:cNvPr id="151555" name="Text Box 10">
            <a:extLst>
              <a:ext uri="{FF2B5EF4-FFF2-40B4-BE49-F238E27FC236}">
                <a16:creationId xmlns:a16="http://schemas.microsoft.com/office/drawing/2014/main" id="{1B7AAAF1-AD4C-43EF-BF8D-A783A12D8A39}"/>
              </a:ext>
            </a:extLst>
          </p:cNvPr>
          <p:cNvSpPr txBox="1">
            <a:spLocks noChangeArrowheads="1"/>
          </p:cNvSpPr>
          <p:nvPr/>
        </p:nvSpPr>
        <p:spPr bwMode="auto">
          <a:xfrm>
            <a:off x="415925" y="1268413"/>
            <a:ext cx="26908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3200" b="1" i="1">
                <a:solidFill>
                  <a:schemeClr val="hlink"/>
                </a:solidFill>
                <a:latin typeface="Times New Roman" panose="02020603050405020304" pitchFamily="18" charset="0"/>
                <a:ea typeface="굴림" panose="020B0600000101010101" pitchFamily="34" charset="-127"/>
              </a:rPr>
              <a:t>Example 11.11</a:t>
            </a:r>
          </a:p>
        </p:txBody>
      </p:sp>
      <p:sp>
        <p:nvSpPr>
          <p:cNvPr id="1131531" name="Rectangle 11">
            <a:extLst>
              <a:ext uri="{FF2B5EF4-FFF2-40B4-BE49-F238E27FC236}">
                <a16:creationId xmlns:a16="http://schemas.microsoft.com/office/drawing/2014/main" id="{F9C8BE6D-7ED5-48AA-B81C-D76DC8306ACB}"/>
              </a:ext>
            </a:extLst>
          </p:cNvPr>
          <p:cNvSpPr>
            <a:spLocks noChangeArrowheads="1"/>
          </p:cNvSpPr>
          <p:nvPr/>
        </p:nvSpPr>
        <p:spPr bwMode="auto">
          <a:xfrm>
            <a:off x="722313" y="258763"/>
            <a:ext cx="8582025" cy="503237"/>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lang="en-US" altLang="ko-KR" sz="2800" b="1">
                <a:solidFill>
                  <a:schemeClr val="bg1"/>
                </a:solidFill>
                <a:effectLst>
                  <a:outerShdw blurRad="38100" dist="38100" dir="2700000" algn="tl">
                    <a:srgbClr val="000000"/>
                  </a:outerShdw>
                </a:effectLst>
                <a:latin typeface="Arial" charset="0"/>
                <a:ea typeface="돋움" pitchFamily="50" charset="-127"/>
              </a:rPr>
              <a:t>HDLC (cont’d)</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Text Box 4">
            <a:extLst>
              <a:ext uri="{FF2B5EF4-FFF2-40B4-BE49-F238E27FC236}">
                <a16:creationId xmlns:a16="http://schemas.microsoft.com/office/drawing/2014/main" id="{F693B264-EA9B-43E4-97FB-B42A0CE099D1}"/>
              </a:ext>
            </a:extLst>
          </p:cNvPr>
          <p:cNvSpPr txBox="1">
            <a:spLocks noChangeArrowheads="1"/>
          </p:cNvSpPr>
          <p:nvPr/>
        </p:nvSpPr>
        <p:spPr bwMode="auto">
          <a:xfrm>
            <a:off x="344488" y="692150"/>
            <a:ext cx="5737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bg2"/>
                </a:solidFill>
                <a:latin typeface="Arial" panose="020B0604020202020204" pitchFamily="34" charset="0"/>
                <a:ea typeface="돋움" panose="020B0600000101010101" pitchFamily="34" charset="-127"/>
              </a:defRPr>
            </a:lvl1pPr>
            <a:lvl2pPr marL="742950" indent="-285750">
              <a:defRPr kumimoji="1" sz="1600">
                <a:solidFill>
                  <a:schemeClr val="bg2"/>
                </a:solidFill>
                <a:latin typeface="Arial" panose="020B0604020202020204" pitchFamily="34" charset="0"/>
                <a:ea typeface="돋움" panose="020B0600000101010101" pitchFamily="34" charset="-127"/>
              </a:defRPr>
            </a:lvl2pPr>
            <a:lvl3pPr marL="1143000" indent="-228600">
              <a:defRPr kumimoji="1" sz="1600">
                <a:solidFill>
                  <a:schemeClr val="bg2"/>
                </a:solidFill>
                <a:latin typeface="Arial" panose="020B0604020202020204" pitchFamily="34" charset="0"/>
                <a:ea typeface="돋움" panose="020B0600000101010101" pitchFamily="34" charset="-127"/>
              </a:defRPr>
            </a:lvl3pPr>
            <a:lvl4pPr marL="1600200" indent="-228600">
              <a:defRPr kumimoji="1" sz="1600">
                <a:solidFill>
                  <a:schemeClr val="bg2"/>
                </a:solidFill>
                <a:latin typeface="Arial" panose="020B0604020202020204" pitchFamily="34" charset="0"/>
                <a:ea typeface="돋움" panose="020B0600000101010101" pitchFamily="34" charset="-127"/>
              </a:defRPr>
            </a:lvl4pPr>
            <a:lvl5pPr marL="2057400" indent="-228600">
              <a:defRPr kumimoji="1" sz="1600">
                <a:solidFill>
                  <a:schemeClr val="bg2"/>
                </a:solidFill>
                <a:latin typeface="Arial" panose="020B0604020202020204" pitchFamily="34" charset="0"/>
                <a:ea typeface="돋움" panose="020B0600000101010101" pitchFamily="34" charset="-127"/>
              </a:defRPr>
            </a:lvl5pPr>
            <a:lvl6pPr marL="25146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6pPr>
            <a:lvl7pPr marL="29718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7pPr>
            <a:lvl8pPr marL="34290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8pPr>
            <a:lvl9pPr marL="3886200" indent="-228600" eaLnBrk="0" fontAlgn="base" hangingPunct="0">
              <a:spcBef>
                <a:spcPct val="0"/>
              </a:spcBef>
              <a:spcAft>
                <a:spcPct val="0"/>
              </a:spcAft>
              <a:defRPr kumimoji="1" sz="1600">
                <a:solidFill>
                  <a:schemeClr val="bg2"/>
                </a:solidFill>
                <a:latin typeface="Arial" panose="020B0604020202020204" pitchFamily="34" charset="0"/>
                <a:ea typeface="돋움" panose="020B0600000101010101" pitchFamily="34" charset="-127"/>
              </a:defRPr>
            </a:lvl9pPr>
          </a:lstStyle>
          <a:p>
            <a:r>
              <a:rPr kumimoji="0" lang="en-US" altLang="ko-KR" sz="2400" b="1">
                <a:solidFill>
                  <a:schemeClr val="folHlink"/>
                </a:solidFill>
                <a:latin typeface="Times New Roman" panose="02020603050405020304" pitchFamily="18" charset="0"/>
                <a:ea typeface="굴림" panose="020B0600000101010101" pitchFamily="34" charset="-127"/>
              </a:rPr>
              <a:t>Figure 11.31  </a:t>
            </a:r>
            <a:r>
              <a:rPr kumimoji="0" lang="en-US" altLang="ko-KR" sz="2000" b="1" i="1">
                <a:latin typeface="Times New Roman" panose="02020603050405020304" pitchFamily="18" charset="0"/>
                <a:ea typeface="굴림" panose="020B0600000101010101" pitchFamily="34" charset="-127"/>
              </a:rPr>
              <a:t>Example of piggybacking with error</a:t>
            </a:r>
          </a:p>
        </p:txBody>
      </p:sp>
      <p:pic>
        <p:nvPicPr>
          <p:cNvPr id="153603" name="Picture 6">
            <a:extLst>
              <a:ext uri="{FF2B5EF4-FFF2-40B4-BE49-F238E27FC236}">
                <a16:creationId xmlns:a16="http://schemas.microsoft.com/office/drawing/2014/main" id="{1CBFD765-FEEC-40E7-9201-2F01323CAE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36875" y="1196975"/>
            <a:ext cx="3633788" cy="522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3575" name="Rectangle 7">
            <a:extLst>
              <a:ext uri="{FF2B5EF4-FFF2-40B4-BE49-F238E27FC236}">
                <a16:creationId xmlns:a16="http://schemas.microsoft.com/office/drawing/2014/main" id="{632B736B-536E-4256-ACC0-10422D78C1E7}"/>
              </a:ext>
            </a:extLst>
          </p:cNvPr>
          <p:cNvSpPr>
            <a:spLocks noChangeArrowheads="1"/>
          </p:cNvSpPr>
          <p:nvPr/>
        </p:nvSpPr>
        <p:spPr bwMode="auto">
          <a:xfrm>
            <a:off x="722313" y="258763"/>
            <a:ext cx="8582025" cy="503237"/>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lang="en-US" altLang="ko-KR" sz="2800" b="1">
                <a:solidFill>
                  <a:schemeClr val="bg1"/>
                </a:solidFill>
                <a:effectLst>
                  <a:outerShdw blurRad="38100" dist="38100" dir="2700000" algn="tl">
                    <a:srgbClr val="000000"/>
                  </a:outerShdw>
                </a:effectLst>
                <a:latin typeface="Arial" charset="0"/>
                <a:ea typeface="돋움" pitchFamily="50" charset="-127"/>
              </a:rPr>
              <a:t>HDLC (cont’d)</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3575" name="Rectangle 7">
            <a:extLst>
              <a:ext uri="{FF2B5EF4-FFF2-40B4-BE49-F238E27FC236}">
                <a16:creationId xmlns:a16="http://schemas.microsoft.com/office/drawing/2014/main" id="{4BA98C83-C95D-4B90-BDF1-4C2EBDE04C9E}"/>
              </a:ext>
            </a:extLst>
          </p:cNvPr>
          <p:cNvSpPr>
            <a:spLocks noChangeArrowheads="1"/>
          </p:cNvSpPr>
          <p:nvPr/>
        </p:nvSpPr>
        <p:spPr bwMode="auto">
          <a:xfrm>
            <a:off x="722313" y="258763"/>
            <a:ext cx="8582025" cy="503237"/>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lang="en-US" altLang="ko-KR" sz="2800" b="1" dirty="0">
                <a:solidFill>
                  <a:schemeClr val="bg1"/>
                </a:solidFill>
                <a:effectLst>
                  <a:outerShdw blurRad="38100" dist="38100" dir="2700000" algn="tl">
                    <a:srgbClr val="000000"/>
                  </a:outerShdw>
                </a:effectLst>
                <a:latin typeface="Arial" charset="0"/>
                <a:ea typeface="돋움" pitchFamily="50" charset="-127"/>
              </a:rPr>
              <a:t>Summary (1)</a:t>
            </a:r>
          </a:p>
        </p:txBody>
      </p:sp>
      <p:sp>
        <p:nvSpPr>
          <p:cNvPr id="5" name="Rectangle 3">
            <a:extLst>
              <a:ext uri="{FF2B5EF4-FFF2-40B4-BE49-F238E27FC236}">
                <a16:creationId xmlns:a16="http://schemas.microsoft.com/office/drawing/2014/main" id="{94EB2DB7-797B-44E7-98C6-41A5E4460D44}"/>
              </a:ext>
            </a:extLst>
          </p:cNvPr>
          <p:cNvSpPr txBox="1">
            <a:spLocks noChangeArrowheads="1"/>
          </p:cNvSpPr>
          <p:nvPr/>
        </p:nvSpPr>
        <p:spPr>
          <a:xfrm>
            <a:off x="452438" y="914400"/>
            <a:ext cx="9358312" cy="5334000"/>
          </a:xfrm>
          <a:prstGeom prst="rect">
            <a:avLst/>
          </a:prstGeom>
        </p:spPr>
        <p:txBody>
          <a:bodyPr/>
          <a:lstStyle/>
          <a:p>
            <a:pPr>
              <a:defRPr/>
            </a:pPr>
            <a:r>
              <a:rPr lang="ko-KR" altLang="en-US" dirty="0">
                <a:latin typeface="Arial" charset="0"/>
                <a:ea typeface="돋움" pitchFamily="50" charset="-127"/>
              </a:rPr>
              <a:t>■</a:t>
            </a:r>
            <a:r>
              <a:rPr lang="en-US" dirty="0">
                <a:latin typeface="Arial" charset="0"/>
                <a:ea typeface="돋움" pitchFamily="50" charset="-127"/>
              </a:rPr>
              <a:t> </a:t>
            </a:r>
            <a:r>
              <a:rPr lang="en-US" sz="1800" b="1" dirty="0">
                <a:latin typeface="Arial" charset="0"/>
                <a:ea typeface="돋움" pitchFamily="50" charset="-127"/>
              </a:rPr>
              <a:t>Data link control deals with the design and procedures for communication </a:t>
            </a:r>
          </a:p>
          <a:p>
            <a:pPr>
              <a:defRPr/>
            </a:pPr>
            <a:r>
              <a:rPr lang="en-US" sz="1800" b="1" dirty="0">
                <a:latin typeface="Arial" charset="0"/>
                <a:ea typeface="돋움" pitchFamily="50" charset="-127"/>
              </a:rPr>
              <a:t>    between two adjacent nodes: node-to-node communication.</a:t>
            </a:r>
            <a:endParaRPr lang="ko-KR" altLang="en-US" sz="1800" b="1" dirty="0">
              <a:latin typeface="Arial" charset="0"/>
              <a:ea typeface="돋움" pitchFamily="50" charset="-127"/>
            </a:endParaRPr>
          </a:p>
          <a:p>
            <a:pPr>
              <a:defRPr/>
            </a:pPr>
            <a:r>
              <a:rPr lang="ko-KR" altLang="en-US" sz="1800" b="1" dirty="0">
                <a:latin typeface="Arial" charset="0"/>
                <a:ea typeface="돋움" pitchFamily="50" charset="-127"/>
              </a:rPr>
              <a:t>■</a:t>
            </a:r>
            <a:r>
              <a:rPr lang="en-US" sz="1800" b="1" dirty="0">
                <a:latin typeface="Arial" charset="0"/>
                <a:ea typeface="돋움" pitchFamily="50" charset="-127"/>
              </a:rPr>
              <a:t> Frames can be of fixed or variable size. In </a:t>
            </a:r>
            <a:r>
              <a:rPr lang="en-US" sz="1800" b="1" dirty="0">
                <a:solidFill>
                  <a:schemeClr val="bg1">
                    <a:lumMod val="75000"/>
                  </a:schemeClr>
                </a:solidFill>
                <a:latin typeface="Arial" charset="0"/>
                <a:ea typeface="돋움" pitchFamily="50" charset="-127"/>
              </a:rPr>
              <a:t>fixed-size framing</a:t>
            </a:r>
            <a:r>
              <a:rPr lang="en-US" sz="1800" b="1" dirty="0">
                <a:latin typeface="Arial" charset="0"/>
                <a:ea typeface="돋움" pitchFamily="50" charset="-127"/>
              </a:rPr>
              <a:t>, there is no need </a:t>
            </a:r>
          </a:p>
          <a:p>
            <a:pPr>
              <a:defRPr/>
            </a:pPr>
            <a:r>
              <a:rPr lang="en-US" sz="1800" b="1" dirty="0">
                <a:latin typeface="Arial" charset="0"/>
                <a:ea typeface="돋움" pitchFamily="50" charset="-127"/>
              </a:rPr>
              <a:t>     for defining the boundaries of frames; in </a:t>
            </a:r>
            <a:r>
              <a:rPr lang="en-US" sz="1800" b="1" dirty="0">
                <a:solidFill>
                  <a:schemeClr val="bg1">
                    <a:lumMod val="75000"/>
                  </a:schemeClr>
                </a:solidFill>
                <a:latin typeface="Arial" charset="0"/>
                <a:ea typeface="돋움" pitchFamily="50" charset="-127"/>
              </a:rPr>
              <a:t>variable-size framing</a:t>
            </a:r>
            <a:r>
              <a:rPr lang="en-US" sz="1800" b="1" dirty="0">
                <a:latin typeface="Arial" charset="0"/>
                <a:ea typeface="돋움" pitchFamily="50" charset="-127"/>
              </a:rPr>
              <a:t>, we need a </a:t>
            </a:r>
          </a:p>
          <a:p>
            <a:pPr>
              <a:defRPr/>
            </a:pPr>
            <a:r>
              <a:rPr lang="en-US" sz="1800" b="1" dirty="0">
                <a:latin typeface="Arial" charset="0"/>
                <a:ea typeface="돋움" pitchFamily="50" charset="-127"/>
              </a:rPr>
              <a:t>     delimiter (flag) to define the boundary of two frames.</a:t>
            </a:r>
            <a:endParaRPr lang="ko-KR" altLang="en-US" sz="1800" b="1" dirty="0">
              <a:latin typeface="Arial" charset="0"/>
              <a:ea typeface="돋움" pitchFamily="50" charset="-127"/>
            </a:endParaRPr>
          </a:p>
          <a:p>
            <a:pPr>
              <a:defRPr/>
            </a:pPr>
            <a:r>
              <a:rPr lang="ko-KR" altLang="en-US" sz="1800" b="1" dirty="0">
                <a:latin typeface="Arial" charset="0"/>
                <a:ea typeface="돋움" pitchFamily="50" charset="-127"/>
              </a:rPr>
              <a:t>■</a:t>
            </a:r>
            <a:r>
              <a:rPr lang="en-US" sz="1800" b="1" dirty="0">
                <a:latin typeface="Arial" charset="0"/>
                <a:ea typeface="돋움" pitchFamily="50" charset="-127"/>
              </a:rPr>
              <a:t> Variable-size framing uses two categories of protocols: </a:t>
            </a:r>
            <a:r>
              <a:rPr lang="en-US" sz="1800" b="1" dirty="0">
                <a:solidFill>
                  <a:schemeClr val="bg1">
                    <a:lumMod val="75000"/>
                  </a:schemeClr>
                </a:solidFill>
                <a:latin typeface="Arial" charset="0"/>
                <a:ea typeface="돋움" pitchFamily="50" charset="-127"/>
              </a:rPr>
              <a:t>byte-oriented</a:t>
            </a:r>
            <a:r>
              <a:rPr lang="en-US" sz="1800" b="1" dirty="0">
                <a:latin typeface="Arial" charset="0"/>
                <a:ea typeface="돋움" pitchFamily="50" charset="-127"/>
              </a:rPr>
              <a:t> (or </a:t>
            </a:r>
          </a:p>
          <a:p>
            <a:pPr>
              <a:defRPr/>
            </a:pPr>
            <a:r>
              <a:rPr lang="en-US" sz="1800" b="1" dirty="0">
                <a:latin typeface="Arial" charset="0"/>
                <a:ea typeface="돋움" pitchFamily="50" charset="-127"/>
              </a:rPr>
              <a:t>     character-oriented) and </a:t>
            </a:r>
            <a:r>
              <a:rPr lang="en-US" sz="1800" b="1" dirty="0">
                <a:solidFill>
                  <a:schemeClr val="bg1">
                    <a:lumMod val="75000"/>
                  </a:schemeClr>
                </a:solidFill>
                <a:latin typeface="Arial" charset="0"/>
                <a:ea typeface="돋움" pitchFamily="50" charset="-127"/>
              </a:rPr>
              <a:t>bit-oriented</a:t>
            </a:r>
            <a:r>
              <a:rPr lang="en-US" sz="1800" b="1" dirty="0">
                <a:latin typeface="Arial" charset="0"/>
                <a:ea typeface="돋움" pitchFamily="50" charset="-127"/>
              </a:rPr>
              <a:t>. In a byte-oriented protocol, the data</a:t>
            </a:r>
          </a:p>
          <a:p>
            <a:pPr>
              <a:defRPr/>
            </a:pPr>
            <a:r>
              <a:rPr lang="en-US" sz="1800" b="1" dirty="0">
                <a:latin typeface="Arial" charset="0"/>
                <a:ea typeface="돋움" pitchFamily="50" charset="-127"/>
              </a:rPr>
              <a:t>     section of a frame is a sequence of bytes; in a bit-oriented protocol, the data </a:t>
            </a:r>
          </a:p>
          <a:p>
            <a:pPr>
              <a:defRPr/>
            </a:pPr>
            <a:r>
              <a:rPr lang="en-US" sz="1800" b="1" dirty="0">
                <a:latin typeface="Arial" charset="0"/>
                <a:ea typeface="돋움" pitchFamily="50" charset="-127"/>
              </a:rPr>
              <a:t>     section of a frame is a sequence of bits.</a:t>
            </a:r>
            <a:endParaRPr lang="ko-KR" altLang="en-US" sz="1800" b="1" dirty="0">
              <a:latin typeface="Arial" charset="0"/>
              <a:ea typeface="돋움" pitchFamily="50" charset="-127"/>
            </a:endParaRPr>
          </a:p>
          <a:p>
            <a:pPr>
              <a:defRPr/>
            </a:pPr>
            <a:r>
              <a:rPr lang="ko-KR" altLang="en-US" sz="1800" b="1" dirty="0">
                <a:latin typeface="Arial" charset="0"/>
                <a:ea typeface="돋움" pitchFamily="50" charset="-127"/>
              </a:rPr>
              <a:t>■</a:t>
            </a:r>
            <a:r>
              <a:rPr lang="en-US" sz="1800" b="1" dirty="0">
                <a:latin typeface="Arial" charset="0"/>
                <a:ea typeface="돋움" pitchFamily="50" charset="-127"/>
              </a:rPr>
              <a:t> In byte-oriented (or character-oriented) protocols, we use </a:t>
            </a:r>
            <a:r>
              <a:rPr lang="en-US" sz="1800" b="1" dirty="0">
                <a:solidFill>
                  <a:schemeClr val="bg1">
                    <a:lumMod val="75000"/>
                  </a:schemeClr>
                </a:solidFill>
                <a:latin typeface="Arial" charset="0"/>
                <a:ea typeface="돋움" pitchFamily="50" charset="-127"/>
              </a:rPr>
              <a:t>byte stuffing</a:t>
            </a:r>
            <a:r>
              <a:rPr lang="en-US" sz="1800" b="1" dirty="0">
                <a:latin typeface="Arial" charset="0"/>
                <a:ea typeface="돋움" pitchFamily="50" charset="-127"/>
              </a:rPr>
              <a:t>; a special</a:t>
            </a:r>
          </a:p>
          <a:p>
            <a:pPr>
              <a:defRPr/>
            </a:pPr>
            <a:r>
              <a:rPr lang="en-US" sz="1800" b="1" dirty="0">
                <a:latin typeface="Arial" charset="0"/>
                <a:ea typeface="돋움" pitchFamily="50" charset="-127"/>
              </a:rPr>
              <a:t>    byte added to the data section of the frame when there is a character with the </a:t>
            </a:r>
          </a:p>
          <a:p>
            <a:pPr>
              <a:defRPr/>
            </a:pPr>
            <a:r>
              <a:rPr lang="en-US" sz="1800" b="1" dirty="0">
                <a:latin typeface="Arial" charset="0"/>
                <a:ea typeface="돋움" pitchFamily="50" charset="-127"/>
              </a:rPr>
              <a:t>    same pattern as the flag.</a:t>
            </a:r>
            <a:endParaRPr lang="ko-KR" altLang="en-US" sz="1800" b="1" dirty="0">
              <a:latin typeface="Arial" charset="0"/>
              <a:ea typeface="돋움" pitchFamily="50" charset="-127"/>
            </a:endParaRPr>
          </a:p>
          <a:p>
            <a:pPr>
              <a:defRPr/>
            </a:pPr>
            <a:r>
              <a:rPr lang="ko-KR" altLang="en-US" sz="1800" b="1" dirty="0">
                <a:latin typeface="Arial" charset="0"/>
                <a:ea typeface="돋움" pitchFamily="50" charset="-127"/>
              </a:rPr>
              <a:t>■</a:t>
            </a:r>
            <a:r>
              <a:rPr lang="en-US" sz="1800" b="1" dirty="0">
                <a:latin typeface="Arial" charset="0"/>
                <a:ea typeface="돋움" pitchFamily="50" charset="-127"/>
              </a:rPr>
              <a:t> In bit-oriented protocols, we use </a:t>
            </a:r>
            <a:r>
              <a:rPr lang="en-US" sz="1800" b="1" dirty="0">
                <a:solidFill>
                  <a:schemeClr val="bg1">
                    <a:lumMod val="75000"/>
                  </a:schemeClr>
                </a:solidFill>
                <a:latin typeface="Arial" charset="0"/>
                <a:ea typeface="돋움" pitchFamily="50" charset="-127"/>
              </a:rPr>
              <a:t>bit stuffing</a:t>
            </a:r>
            <a:r>
              <a:rPr lang="en-US" sz="1800" b="1" dirty="0">
                <a:latin typeface="Arial" charset="0"/>
                <a:ea typeface="돋움" pitchFamily="50" charset="-127"/>
              </a:rPr>
              <a:t>; an extra 0 is added to the data </a:t>
            </a:r>
          </a:p>
          <a:p>
            <a:pPr>
              <a:defRPr/>
            </a:pPr>
            <a:r>
              <a:rPr lang="en-US" sz="1800" b="1" dirty="0">
                <a:latin typeface="Arial" charset="0"/>
                <a:ea typeface="돋움" pitchFamily="50" charset="-127"/>
              </a:rPr>
              <a:t>    section of the frame when there is a sequence of bits with the same pattern as</a:t>
            </a:r>
          </a:p>
          <a:p>
            <a:pPr>
              <a:defRPr/>
            </a:pPr>
            <a:r>
              <a:rPr lang="en-US" sz="1800" b="1" dirty="0">
                <a:latin typeface="Arial" charset="0"/>
                <a:ea typeface="돋움" pitchFamily="50" charset="-127"/>
              </a:rPr>
              <a:t>    the flag.</a:t>
            </a:r>
          </a:p>
          <a:p>
            <a:pPr>
              <a:defRPr/>
            </a:pPr>
            <a:r>
              <a:rPr lang="ko-KR" altLang="en-US" sz="1800" b="1" dirty="0">
                <a:latin typeface="Arial" charset="0"/>
                <a:ea typeface="돋움" pitchFamily="50" charset="-127"/>
              </a:rPr>
              <a:t>■  </a:t>
            </a:r>
            <a:r>
              <a:rPr lang="en-US" sz="1800" b="1" dirty="0">
                <a:latin typeface="Arial" charset="0"/>
                <a:ea typeface="돋움" pitchFamily="50" charset="-127"/>
              </a:rPr>
              <a:t>Flow control refers to a set of procedures used to restrict the amount of data that</a:t>
            </a:r>
          </a:p>
          <a:p>
            <a:pPr>
              <a:defRPr/>
            </a:pPr>
            <a:r>
              <a:rPr lang="en-US" sz="1800" b="1" dirty="0">
                <a:latin typeface="Arial" charset="0"/>
                <a:ea typeface="돋움" pitchFamily="50" charset="-127"/>
              </a:rPr>
              <a:t>     the sender can send before waiting for acknowledgment. Error control refers to </a:t>
            </a:r>
          </a:p>
          <a:p>
            <a:pPr>
              <a:defRPr/>
            </a:pPr>
            <a:r>
              <a:rPr lang="en-US" sz="1800" b="1" dirty="0">
                <a:latin typeface="Arial" charset="0"/>
                <a:ea typeface="돋움" pitchFamily="50" charset="-127"/>
              </a:rPr>
              <a:t>     methods of error detection and correction.</a:t>
            </a:r>
            <a:endParaRPr lang="ko-KR" altLang="en-US" sz="1800" b="1" dirty="0">
              <a:latin typeface="Arial" charset="0"/>
              <a:ea typeface="돋움" pitchFamily="50" charset="-127"/>
            </a:endParaRPr>
          </a:p>
          <a:p>
            <a:pPr>
              <a:defRPr/>
            </a:pPr>
            <a:endParaRPr lang="ko-KR" altLang="en-US" sz="1800" b="1" dirty="0">
              <a:latin typeface="Arial" charset="0"/>
              <a:ea typeface="돋움" pitchFamily="50" charset="-127"/>
            </a:endParaRPr>
          </a:p>
          <a:p>
            <a:pPr marL="1143000" lvl="2" indent="-228600" algn="just">
              <a:spcBef>
                <a:spcPct val="30000"/>
              </a:spcBef>
              <a:buClr>
                <a:schemeClr val="accent1"/>
              </a:buClr>
              <a:buSzPct val="60000"/>
              <a:buFont typeface="Monotype Sorts" pitchFamily="2" charset="2"/>
              <a:buChar char="l"/>
              <a:defRPr/>
            </a:pPr>
            <a:endParaRPr lang="en-US" altLang="ko-KR" sz="1800" b="1" kern="0" dirty="0">
              <a:solidFill>
                <a:srgbClr val="000000"/>
              </a:solidFill>
              <a:latin typeface="+mn-lt"/>
              <a:ea typeface="바탕체" pitchFamily="17" charset="-127"/>
            </a:endParaRPr>
          </a:p>
          <a:p>
            <a:pPr marL="285750" indent="-285750">
              <a:lnSpc>
                <a:spcPct val="120000"/>
              </a:lnSpc>
              <a:spcBef>
                <a:spcPct val="30000"/>
              </a:spcBef>
              <a:spcAft>
                <a:spcPct val="30000"/>
              </a:spcAft>
              <a:buClr>
                <a:schemeClr val="accent1"/>
              </a:buClr>
              <a:buSzPct val="100000"/>
              <a:buFont typeface="Wingdings" pitchFamily="2" charset="2"/>
              <a:buChar char="q"/>
              <a:defRPr/>
            </a:pPr>
            <a:endParaRPr lang="en-US" altLang="ko-KR" sz="1800" b="1" kern="0" dirty="0">
              <a:latin typeface="+mn-lt"/>
              <a:ea typeface="+mn-ea"/>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3575" name="Rectangle 7">
            <a:extLst>
              <a:ext uri="{FF2B5EF4-FFF2-40B4-BE49-F238E27FC236}">
                <a16:creationId xmlns:a16="http://schemas.microsoft.com/office/drawing/2014/main" id="{2EBA3954-0538-4B85-96A8-504CD0699F81}"/>
              </a:ext>
            </a:extLst>
          </p:cNvPr>
          <p:cNvSpPr>
            <a:spLocks noChangeArrowheads="1"/>
          </p:cNvSpPr>
          <p:nvPr/>
        </p:nvSpPr>
        <p:spPr bwMode="auto">
          <a:xfrm>
            <a:off x="722313" y="258763"/>
            <a:ext cx="8582025" cy="503237"/>
          </a:xfrm>
          <a:prstGeom prst="rect">
            <a:avLst/>
          </a:prstGeom>
          <a:solidFill>
            <a:schemeClr val="tx2"/>
          </a:solidFill>
          <a:ln w="9525">
            <a:noFill/>
            <a:miter lim="800000"/>
            <a:headEnd/>
            <a:tailEnd/>
          </a:ln>
          <a:effectLst/>
        </p:spPr>
        <p:txBody>
          <a:bodyPr lIns="92075" tIns="46038" rIns="92075" bIns="46038" anchor="ctr"/>
          <a:lstStyle/>
          <a:p>
            <a:pPr algn="ctr">
              <a:lnSpc>
                <a:spcPct val="90000"/>
              </a:lnSpc>
              <a:defRPr/>
            </a:pPr>
            <a:r>
              <a:rPr lang="en-US" altLang="ko-KR" sz="2800" b="1" dirty="0">
                <a:solidFill>
                  <a:schemeClr val="bg1"/>
                </a:solidFill>
                <a:effectLst>
                  <a:outerShdw blurRad="38100" dist="38100" dir="2700000" algn="tl">
                    <a:srgbClr val="000000"/>
                  </a:outerShdw>
                </a:effectLst>
                <a:latin typeface="Arial" charset="0"/>
                <a:ea typeface="돋움" pitchFamily="50" charset="-127"/>
              </a:rPr>
              <a:t>Summary (2)</a:t>
            </a:r>
          </a:p>
        </p:txBody>
      </p:sp>
      <p:sp>
        <p:nvSpPr>
          <p:cNvPr id="5" name="Rectangle 3">
            <a:extLst>
              <a:ext uri="{FF2B5EF4-FFF2-40B4-BE49-F238E27FC236}">
                <a16:creationId xmlns:a16="http://schemas.microsoft.com/office/drawing/2014/main" id="{79C6AA88-6E7E-4367-8AE7-384AD377E1B2}"/>
              </a:ext>
            </a:extLst>
          </p:cNvPr>
          <p:cNvSpPr txBox="1">
            <a:spLocks noChangeArrowheads="1"/>
          </p:cNvSpPr>
          <p:nvPr/>
        </p:nvSpPr>
        <p:spPr>
          <a:xfrm>
            <a:off x="452438" y="914400"/>
            <a:ext cx="8786812" cy="5334000"/>
          </a:xfrm>
          <a:prstGeom prst="rect">
            <a:avLst/>
          </a:prstGeom>
        </p:spPr>
        <p:txBody>
          <a:bodyPr/>
          <a:lstStyle/>
          <a:p>
            <a:pPr>
              <a:defRPr/>
            </a:pPr>
            <a:r>
              <a:rPr lang="ko-KR" altLang="en-US" dirty="0">
                <a:latin typeface="Arial" charset="0"/>
                <a:ea typeface="돋움" pitchFamily="50" charset="-127"/>
              </a:rPr>
              <a:t>■</a:t>
            </a:r>
            <a:r>
              <a:rPr lang="en-US" dirty="0">
                <a:latin typeface="Arial" charset="0"/>
                <a:ea typeface="돋움" pitchFamily="50" charset="-127"/>
              </a:rPr>
              <a:t> </a:t>
            </a:r>
            <a:r>
              <a:rPr lang="en-US" sz="1800" b="1" dirty="0">
                <a:latin typeface="Arial" charset="0"/>
                <a:ea typeface="돋움" pitchFamily="50" charset="-127"/>
              </a:rPr>
              <a:t>For </a:t>
            </a:r>
            <a:r>
              <a:rPr lang="en-US" sz="1800" b="1" dirty="0">
                <a:solidFill>
                  <a:schemeClr val="bg1">
                    <a:lumMod val="75000"/>
                  </a:schemeClr>
                </a:solidFill>
                <a:latin typeface="Arial" charset="0"/>
                <a:ea typeface="돋움" pitchFamily="50" charset="-127"/>
              </a:rPr>
              <a:t>the noiseless channel</a:t>
            </a:r>
            <a:r>
              <a:rPr lang="en-US" sz="1800" b="1" dirty="0">
                <a:latin typeface="Arial" charset="0"/>
                <a:ea typeface="돋움" pitchFamily="50" charset="-127"/>
              </a:rPr>
              <a:t>, we discussed two protocols: the Simplest </a:t>
            </a:r>
          </a:p>
          <a:p>
            <a:pPr>
              <a:defRPr/>
            </a:pPr>
            <a:r>
              <a:rPr lang="en-US" sz="1800" b="1" dirty="0">
                <a:latin typeface="Arial" charset="0"/>
                <a:ea typeface="돋움" pitchFamily="50" charset="-127"/>
              </a:rPr>
              <a:t>    Protocol and the Stop-and-Wait Protocol. </a:t>
            </a:r>
            <a:endParaRPr lang="ko-KR" altLang="en-US" sz="1800" b="1" dirty="0">
              <a:latin typeface="Arial" charset="0"/>
              <a:ea typeface="돋움" pitchFamily="50" charset="-127"/>
            </a:endParaRPr>
          </a:p>
          <a:p>
            <a:pPr>
              <a:defRPr/>
            </a:pPr>
            <a:r>
              <a:rPr lang="ko-KR" altLang="en-US" sz="1800" b="1" dirty="0">
                <a:latin typeface="Arial" charset="0"/>
                <a:ea typeface="돋움" pitchFamily="50" charset="-127"/>
              </a:rPr>
              <a:t>■</a:t>
            </a:r>
            <a:r>
              <a:rPr lang="en-US" sz="1800" b="1" dirty="0">
                <a:latin typeface="Arial" charset="0"/>
                <a:ea typeface="돋움" pitchFamily="50" charset="-127"/>
              </a:rPr>
              <a:t> For </a:t>
            </a:r>
            <a:r>
              <a:rPr lang="en-US" sz="1800" b="1" dirty="0">
                <a:solidFill>
                  <a:schemeClr val="bg1">
                    <a:lumMod val="75000"/>
                  </a:schemeClr>
                </a:solidFill>
                <a:latin typeface="Arial" charset="0"/>
                <a:ea typeface="돋움" pitchFamily="50" charset="-127"/>
              </a:rPr>
              <a:t>the noisy channel</a:t>
            </a:r>
            <a:r>
              <a:rPr lang="en-US" sz="1800" b="1" dirty="0">
                <a:latin typeface="Arial" charset="0"/>
                <a:ea typeface="돋움" pitchFamily="50" charset="-127"/>
              </a:rPr>
              <a:t>, we discussed three protocols: Stop-and-Wait ARQ,</a:t>
            </a:r>
          </a:p>
          <a:p>
            <a:pPr>
              <a:defRPr/>
            </a:pPr>
            <a:r>
              <a:rPr lang="en-US" sz="1800" b="1" dirty="0">
                <a:latin typeface="Arial" charset="0"/>
                <a:ea typeface="돋움" pitchFamily="50" charset="-127"/>
              </a:rPr>
              <a:t>    Go-Back-</a:t>
            </a:r>
            <a:r>
              <a:rPr lang="en-US" sz="1800" b="1" i="1" dirty="0">
                <a:latin typeface="Arial" charset="0"/>
                <a:ea typeface="돋움" pitchFamily="50" charset="-127"/>
              </a:rPr>
              <a:t>N</a:t>
            </a:r>
            <a:r>
              <a:rPr lang="en-US" sz="1800" b="1" dirty="0">
                <a:latin typeface="Arial" charset="0"/>
                <a:ea typeface="돋움" pitchFamily="50" charset="-127"/>
              </a:rPr>
              <a:t>, and Selective Repeat ARQ. </a:t>
            </a:r>
            <a:endParaRPr lang="ko-KR" altLang="en-US" sz="1800" b="1" dirty="0">
              <a:latin typeface="Arial" charset="0"/>
              <a:ea typeface="돋움" pitchFamily="50" charset="-127"/>
            </a:endParaRPr>
          </a:p>
          <a:p>
            <a:pPr>
              <a:defRPr/>
            </a:pPr>
            <a:r>
              <a:rPr lang="ko-KR" altLang="en-US" sz="1800" b="1" dirty="0">
                <a:latin typeface="Arial" charset="0"/>
                <a:ea typeface="돋움" pitchFamily="50" charset="-127"/>
              </a:rPr>
              <a:t>■</a:t>
            </a:r>
            <a:r>
              <a:rPr lang="en-US" sz="1800" b="1" dirty="0">
                <a:latin typeface="Arial" charset="0"/>
                <a:ea typeface="돋움" pitchFamily="50" charset="-127"/>
              </a:rPr>
              <a:t> Both Go-Back-</a:t>
            </a:r>
            <a:r>
              <a:rPr lang="en-US" sz="1800" b="1" i="1" dirty="0">
                <a:latin typeface="Arial" charset="0"/>
                <a:ea typeface="돋움" pitchFamily="50" charset="-127"/>
              </a:rPr>
              <a:t>N</a:t>
            </a:r>
            <a:r>
              <a:rPr lang="en-US" sz="1800" b="1" dirty="0">
                <a:latin typeface="Arial" charset="0"/>
                <a:ea typeface="돋움" pitchFamily="50" charset="-127"/>
              </a:rPr>
              <a:t>, and Selective-Repeat Protocols use a sliding window.</a:t>
            </a:r>
            <a:endParaRPr lang="ko-KR" altLang="en-US" sz="1800" b="1" dirty="0">
              <a:latin typeface="Arial" charset="0"/>
              <a:ea typeface="돋움" pitchFamily="50" charset="-127"/>
            </a:endParaRPr>
          </a:p>
          <a:p>
            <a:pPr>
              <a:defRPr/>
            </a:pPr>
            <a:r>
              <a:rPr lang="ko-KR" altLang="en-US" sz="1800" b="1" dirty="0">
                <a:latin typeface="Arial" charset="0"/>
                <a:ea typeface="돋움" pitchFamily="50" charset="-127"/>
              </a:rPr>
              <a:t>■</a:t>
            </a:r>
            <a:r>
              <a:rPr lang="en-US" sz="1800" b="1" dirty="0">
                <a:latin typeface="Arial" charset="0"/>
                <a:ea typeface="돋움" pitchFamily="50" charset="-127"/>
              </a:rPr>
              <a:t> A technique called piggybacking is used to improve the efficiency of the </a:t>
            </a:r>
          </a:p>
          <a:p>
            <a:pPr>
              <a:defRPr/>
            </a:pPr>
            <a:r>
              <a:rPr lang="en-US" sz="1800" b="1" dirty="0">
                <a:latin typeface="Arial" charset="0"/>
                <a:ea typeface="돋움" pitchFamily="50" charset="-127"/>
              </a:rPr>
              <a:t>    bidirectional protocols. </a:t>
            </a:r>
            <a:endParaRPr lang="ko-KR" altLang="en-US" sz="1800" b="1" dirty="0">
              <a:latin typeface="Arial" charset="0"/>
              <a:ea typeface="돋움" pitchFamily="50" charset="-127"/>
            </a:endParaRPr>
          </a:p>
          <a:p>
            <a:pPr>
              <a:defRPr/>
            </a:pPr>
            <a:r>
              <a:rPr lang="ko-KR" altLang="en-US" sz="1800" b="1" dirty="0">
                <a:latin typeface="Arial" charset="0"/>
                <a:ea typeface="돋움" pitchFamily="50" charset="-127"/>
              </a:rPr>
              <a:t>■</a:t>
            </a:r>
            <a:r>
              <a:rPr lang="en-US" sz="1800" b="1" dirty="0">
                <a:latin typeface="Arial" charset="0"/>
                <a:ea typeface="돋움" pitchFamily="50" charset="-127"/>
              </a:rPr>
              <a:t> </a:t>
            </a:r>
            <a:r>
              <a:rPr lang="en-US" sz="1800" b="1" dirty="0">
                <a:solidFill>
                  <a:schemeClr val="bg1">
                    <a:lumMod val="75000"/>
                  </a:schemeClr>
                </a:solidFill>
                <a:latin typeface="Arial" charset="0"/>
                <a:ea typeface="돋움" pitchFamily="50" charset="-127"/>
              </a:rPr>
              <a:t>High-level Data Link Control (HDLC) </a:t>
            </a:r>
            <a:r>
              <a:rPr lang="en-US" sz="1800" b="1" dirty="0">
                <a:latin typeface="Arial" charset="0"/>
                <a:ea typeface="돋움" pitchFamily="50" charset="-127"/>
              </a:rPr>
              <a:t>is a bit-oriented protocol for </a:t>
            </a:r>
          </a:p>
          <a:p>
            <a:pPr>
              <a:defRPr/>
            </a:pPr>
            <a:r>
              <a:rPr lang="en-US" sz="1800" b="1" dirty="0">
                <a:latin typeface="Arial" charset="0"/>
                <a:ea typeface="돋움" pitchFamily="50" charset="-127"/>
              </a:rPr>
              <a:t>    communication over point-to-point and multipoint links. However, the most</a:t>
            </a:r>
          </a:p>
          <a:p>
            <a:pPr>
              <a:defRPr/>
            </a:pPr>
            <a:r>
              <a:rPr lang="en-US" sz="1800" b="1" dirty="0">
                <a:latin typeface="Arial" charset="0"/>
                <a:ea typeface="돋움" pitchFamily="50" charset="-127"/>
              </a:rPr>
              <a:t>    common protocols for point-to-point access is the Point-to-Point Protocol </a:t>
            </a:r>
          </a:p>
          <a:p>
            <a:pPr>
              <a:defRPr/>
            </a:pPr>
            <a:r>
              <a:rPr lang="en-US" sz="1800" b="1" dirty="0">
                <a:latin typeface="Arial" charset="0"/>
                <a:ea typeface="돋움" pitchFamily="50" charset="-127"/>
              </a:rPr>
              <a:t>    (PPP), which is a byte-oriented protocol.</a:t>
            </a:r>
            <a:endParaRPr lang="ko-KR" altLang="en-US" sz="1800" b="1" dirty="0">
              <a:latin typeface="Arial" charset="0"/>
              <a:ea typeface="돋움" pitchFamily="50" charset="-127"/>
            </a:endParaRPr>
          </a:p>
          <a:p>
            <a:pPr>
              <a:defRPr/>
            </a:pPr>
            <a:endParaRPr lang="ko-KR" altLang="en-US" sz="1800" b="1" dirty="0">
              <a:latin typeface="Arial" charset="0"/>
              <a:ea typeface="돋움" pitchFamily="50" charset="-127"/>
            </a:endParaRPr>
          </a:p>
          <a:p>
            <a:pPr marL="1143000" lvl="2" indent="-228600" algn="just">
              <a:spcBef>
                <a:spcPct val="30000"/>
              </a:spcBef>
              <a:buClr>
                <a:schemeClr val="accent1"/>
              </a:buClr>
              <a:buSzPct val="60000"/>
              <a:buFont typeface="Monotype Sorts" pitchFamily="2" charset="2"/>
              <a:buChar char="l"/>
              <a:defRPr/>
            </a:pPr>
            <a:endParaRPr lang="en-US" altLang="ko-KR" sz="1800" b="1" kern="0" dirty="0">
              <a:solidFill>
                <a:srgbClr val="000000"/>
              </a:solidFill>
              <a:latin typeface="+mn-lt"/>
              <a:ea typeface="바탕체" pitchFamily="17" charset="-127"/>
            </a:endParaRPr>
          </a:p>
          <a:p>
            <a:pPr marL="285750" indent="-285750">
              <a:lnSpc>
                <a:spcPct val="120000"/>
              </a:lnSpc>
              <a:spcBef>
                <a:spcPct val="30000"/>
              </a:spcBef>
              <a:spcAft>
                <a:spcPct val="30000"/>
              </a:spcAft>
              <a:buClr>
                <a:schemeClr val="accent1"/>
              </a:buClr>
              <a:buSzPct val="100000"/>
              <a:buFont typeface="Wingdings" pitchFamily="2" charset="2"/>
              <a:buChar char="q"/>
              <a:defRPr/>
            </a:pPr>
            <a:endParaRPr lang="en-US" altLang="ko-KR" sz="1800" b="1" kern="0" dirty="0">
              <a:latin typeface="+mn-lt"/>
              <a:ea typeface="+mn-ea"/>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5618" name="Rectangle 2">
            <a:extLst>
              <a:ext uri="{FF2B5EF4-FFF2-40B4-BE49-F238E27FC236}">
                <a16:creationId xmlns:a16="http://schemas.microsoft.com/office/drawing/2014/main" id="{32DD3556-9014-40A7-A7D1-CF880E24186E}"/>
              </a:ext>
            </a:extLst>
          </p:cNvPr>
          <p:cNvSpPr>
            <a:spLocks noGrp="1" noChangeArrowheads="1"/>
          </p:cNvSpPr>
          <p:nvPr>
            <p:ph type="title"/>
          </p:nvPr>
        </p:nvSpPr>
        <p:spPr/>
        <p:txBody>
          <a:bodyPr/>
          <a:lstStyle/>
          <a:p>
            <a:pPr>
              <a:defRPr/>
            </a:pPr>
            <a:r>
              <a:rPr lang="en-US" altLang="ko-KR"/>
              <a:t>Q and A</a:t>
            </a:r>
          </a:p>
        </p:txBody>
      </p:sp>
      <p:sp>
        <p:nvSpPr>
          <p:cNvPr id="159747" name="Rectangle 3">
            <a:extLst>
              <a:ext uri="{FF2B5EF4-FFF2-40B4-BE49-F238E27FC236}">
                <a16:creationId xmlns:a16="http://schemas.microsoft.com/office/drawing/2014/main" id="{DBC1707E-0DDE-459B-B040-7F44F0FADFC7}"/>
              </a:ext>
            </a:extLst>
          </p:cNvPr>
          <p:cNvSpPr>
            <a:spLocks noGrp="1" noChangeArrowheads="1"/>
          </p:cNvSpPr>
          <p:nvPr>
            <p:ph type="body" idx="1"/>
          </p:nvPr>
        </p:nvSpPr>
        <p:spPr/>
        <p:txBody>
          <a:bodyPr/>
          <a:lstStyle/>
          <a:p>
            <a:endParaRPr lang="en-US" altLang="ko-KR">
              <a:ea typeface="굴림" panose="020B0600000101010101" pitchFamily="34" charset="-127"/>
            </a:endParaRPr>
          </a:p>
          <a:p>
            <a:endParaRPr lang="en-US" altLang="ko-KR"/>
          </a:p>
        </p:txBody>
      </p:sp>
      <p:pic>
        <p:nvPicPr>
          <p:cNvPr id="159748" name="Picture 5" descr="j0178141">
            <a:extLst>
              <a:ext uri="{FF2B5EF4-FFF2-40B4-BE49-F238E27FC236}">
                <a16:creationId xmlns:a16="http://schemas.microsoft.com/office/drawing/2014/main" id="{D6CCFCD9-AE10-46FC-A382-7F9E04037236}"/>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2865438" y="1484313"/>
            <a:ext cx="3927475" cy="431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기본 디자인">
  <a:themeElements>
    <a:clrScheme name="">
      <a:dk1>
        <a:srgbClr val="000000"/>
      </a:dk1>
      <a:lt1>
        <a:srgbClr val="FAFD00"/>
      </a:lt1>
      <a:dk2>
        <a:srgbClr val="063DE8"/>
      </a:dk2>
      <a:lt2>
        <a:srgbClr val="FAFD00"/>
      </a:lt2>
      <a:accent1>
        <a:srgbClr val="C2840F"/>
      </a:accent1>
      <a:accent2>
        <a:srgbClr val="FDE3BA"/>
      </a:accent2>
      <a:accent3>
        <a:srgbClr val="AAAFF2"/>
      </a:accent3>
      <a:accent4>
        <a:srgbClr val="D6D800"/>
      </a:accent4>
      <a:accent5>
        <a:srgbClr val="DDC2AA"/>
      </a:accent5>
      <a:accent6>
        <a:srgbClr val="E5CEA8"/>
      </a:accent6>
      <a:hlink>
        <a:srgbClr val="F57B49"/>
      </a:hlink>
      <a:folHlink>
        <a:srgbClr val="618FFD"/>
      </a:folHlink>
    </a:clrScheme>
    <a:fontScheme name="기본 디자인">
      <a:majorFont>
        <a:latin typeface="Arial"/>
        <a:ea typeface="돋움"/>
        <a:cs typeface=""/>
      </a:majorFont>
      <a:minorFont>
        <a:latin typeface="Arial"/>
        <a:ea typeface="돋움"/>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rgbClr val="000000"/>
            </a:gs>
            <a:gs pos="100000">
              <a:srgbClr val="000000">
                <a:gamma/>
                <a:shade val="89804"/>
                <a:invGamma/>
              </a:srgbClr>
            </a:gs>
          </a:gsLst>
          <a:lin ang="5400000" scaled="1"/>
        </a:gra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1" lang="ko-KR" altLang="en-US" sz="1600" b="0" i="0" u="none" strike="noStrike" cap="none" normalizeH="0" baseline="0" smtClean="0">
            <a:ln>
              <a:noFill/>
            </a:ln>
            <a:solidFill>
              <a:schemeClr val="bg2"/>
            </a:solidFill>
            <a:effectLst/>
            <a:latin typeface="Arial" charset="0"/>
            <a:ea typeface="돋움" pitchFamily="50" charset="-127"/>
          </a:defRPr>
        </a:defPPr>
      </a:lstStyle>
    </a:spDef>
    <a:lnDef>
      <a:spPr bwMode="auto">
        <a:xfrm>
          <a:off x="0" y="0"/>
          <a:ext cx="1" cy="1"/>
        </a:xfrm>
        <a:custGeom>
          <a:avLst/>
          <a:gdLst/>
          <a:ahLst/>
          <a:cxnLst/>
          <a:rect l="0" t="0" r="0" b="0"/>
          <a:pathLst/>
        </a:custGeom>
        <a:gradFill rotWithShape="0">
          <a:gsLst>
            <a:gs pos="0">
              <a:srgbClr val="000000"/>
            </a:gs>
            <a:gs pos="100000">
              <a:srgbClr val="000000">
                <a:gamma/>
                <a:shade val="89804"/>
                <a:invGamma/>
              </a:srgbClr>
            </a:gs>
          </a:gsLst>
          <a:lin ang="5400000" scaled="1"/>
        </a:gra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1" lang="ko-KR" altLang="en-US" sz="1600" b="0" i="0" u="none" strike="noStrike" cap="none" normalizeH="0" baseline="0" smtClean="0">
            <a:ln>
              <a:noFill/>
            </a:ln>
            <a:solidFill>
              <a:schemeClr val="bg2"/>
            </a:solidFill>
            <a:effectLst/>
            <a:latin typeface="Arial" charset="0"/>
            <a:ea typeface="돋움" pitchFamily="50" charset="-127"/>
          </a:defRPr>
        </a:defPPr>
      </a:lstStyle>
    </a:lnDef>
  </a:objectDefaults>
  <a:extraClrSchemeLst>
    <a:extraClrScheme>
      <a:clrScheme name="기본 디자인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기본 디자인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기본 디자인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기본 디자인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기본 디자인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기본 디자인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기본 디자인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테마">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25082</TotalTime>
  <Words>4735</Words>
  <Application>Microsoft Office PowerPoint</Application>
  <PresentationFormat>A4 Paper (210x297 mm)</PresentationFormat>
  <Paragraphs>365</Paragraphs>
  <Slides>98</Slides>
  <Notes>61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98</vt:i4>
      </vt:variant>
    </vt:vector>
  </HeadingPairs>
  <TitlesOfParts>
    <vt:vector size="108" baseType="lpstr">
      <vt:lpstr>굴림</vt:lpstr>
      <vt:lpstr>Arial</vt:lpstr>
      <vt:lpstr>Book Antiqua</vt:lpstr>
      <vt:lpstr>Monotype Sorts</vt:lpstr>
      <vt:lpstr>Times</vt:lpstr>
      <vt:lpstr>Times New Roman</vt:lpstr>
      <vt:lpstr>Times-Italic</vt:lpstr>
      <vt:lpstr>Times-Roman</vt:lpstr>
      <vt:lpstr>Wingdings</vt:lpstr>
      <vt:lpstr>기본 디자인</vt:lpstr>
      <vt:lpstr>PowerPoint Presentation</vt:lpstr>
      <vt:lpstr>PowerPoint Presentation</vt:lpstr>
      <vt:lpstr>Framing</vt:lpstr>
      <vt:lpstr>Framing</vt:lpstr>
      <vt:lpstr>Framing</vt:lpstr>
      <vt:lpstr>Character-Oriented Protocols</vt:lpstr>
      <vt:lpstr>Bit-Oriented Protocols</vt:lpstr>
      <vt:lpstr>Bit-Oriented Protocols</vt:lpstr>
      <vt:lpstr>Bit-Oriented Protocols</vt:lpstr>
      <vt:lpstr>PowerPoint Presentation</vt:lpstr>
      <vt:lpstr>Flow Control</vt:lpstr>
      <vt:lpstr>Error Control</vt:lpstr>
      <vt:lpstr>PowerPoint Presentation</vt:lpstr>
      <vt:lpstr>PowerPoint Presentation</vt:lpstr>
      <vt:lpstr>PowerPoint Presentation</vt:lpstr>
      <vt:lpstr>Simplest Protocol</vt:lpstr>
      <vt:lpstr>Simplest Protocol</vt:lpstr>
      <vt:lpstr>PowerPoint Presentation</vt:lpstr>
      <vt:lpstr>PowerPoint Presentation</vt:lpstr>
      <vt:lpstr>Simplest Protocol</vt:lpstr>
      <vt:lpstr>Simplest Protocol</vt:lpstr>
      <vt:lpstr>PowerPoint Presentation</vt:lpstr>
      <vt:lpstr>PowerPoint Presentation</vt:lpstr>
      <vt:lpstr>Stop and Wait Protocol</vt:lpstr>
      <vt:lpstr>PowerPoint Presentation</vt:lpstr>
      <vt:lpstr>PowerPoint Presentation</vt:lpstr>
      <vt:lpstr>Stop and Wait Protocol</vt:lpstr>
      <vt:lpstr>Stop and Wait Protocol</vt:lpstr>
      <vt:lpstr>PowerPoint Presentation</vt:lpstr>
      <vt:lpstr>PowerPoint Presentation</vt:lpstr>
      <vt:lpstr>PowerPoint Presentation</vt:lpstr>
      <vt:lpstr>Stop and Wait ARQ</vt:lpstr>
      <vt:lpstr>PowerPoint Presentation</vt:lpstr>
      <vt:lpstr>PowerPoint Presentation</vt:lpstr>
      <vt:lpstr>PowerPoint Presentation</vt:lpstr>
      <vt:lpstr>PowerPoint Presentation</vt:lpstr>
      <vt:lpstr>PowerPoint Presentation</vt:lpstr>
      <vt:lpstr>PowerPoint Presentation</vt:lpstr>
      <vt:lpstr>Bandwidth-delay product</vt:lpstr>
      <vt:lpstr>PowerPoint Presentation</vt:lpstr>
      <vt:lpstr>PowerPoint Presentation</vt:lpstr>
      <vt:lpstr>PowerPoint Presentation</vt:lpstr>
      <vt:lpstr>pipelining</vt:lpstr>
      <vt:lpstr>Go-Back-N ARQ</vt:lpstr>
      <vt:lpstr>Go-Back-N ARQ</vt:lpstr>
      <vt:lpstr>Go-Back-N ARQ</vt:lpstr>
      <vt:lpstr> Go-Back-N ARQ</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Selective-Repeat ARQ</vt:lpstr>
      <vt:lpstr>Selective-Repeat ARQ</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HDLC (High-level Data Link Control)</vt:lpstr>
      <vt:lpstr>HDLC (cont’d)</vt:lpstr>
      <vt:lpstr>HDLC (cont’d)</vt:lpstr>
      <vt:lpstr>HDLC (cont’d)</vt:lpstr>
      <vt:lpstr>HDLC (cont’d)</vt:lpstr>
      <vt:lpstr>HDLC (cont’d)</vt:lpstr>
      <vt:lpstr>HDLC (cont’d)</vt:lpstr>
      <vt:lpstr>HDLC(cont’d)</vt:lpstr>
      <vt:lpstr>HDLC (cont’d)</vt:lpstr>
      <vt:lpstr>HDLC (cont’d)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 and 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Error Detection and Correction</dc:title>
  <dc:creator>Faisal Hussain</dc:creator>
  <cp:lastModifiedBy>Faisal Hussain</cp:lastModifiedBy>
  <cp:revision>2136</cp:revision>
  <cp:lastPrinted>1997-08-11T01:53:28Z</cp:lastPrinted>
  <dcterms:created xsi:type="dcterms:W3CDTF">1996-02-22T14:16:32Z</dcterms:created>
  <dcterms:modified xsi:type="dcterms:W3CDTF">2025-08-11T08:09:55Z</dcterms:modified>
</cp:coreProperties>
</file>